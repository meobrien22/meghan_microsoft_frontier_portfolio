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b228ed2e7194fab" /><Relationship Type="http://schemas.openxmlformats.org/officeDocument/2006/relationships/extended-properties" Target="/docProps/app.xml" Id="R915e935ea17e488b" /><Relationship Type="http://schemas.openxmlformats.org/officeDocument/2006/relationships/officeDocument" Target="/ppt/presentation.xml" Id="Raa2f6c6bfd0043be" /></Relationships>
</file>

<file path=ppt/presentation.xml><?xml version="1.0" encoding="utf-8"?>
<p:presentation xmlns:p="http://schemas.openxmlformats.org/presentationml/2006/main">
  <p:sldMasterIdLst>
    <p:sldMasterId xmlns:r="http://schemas.openxmlformats.org/officeDocument/2006/relationships" id="2147483648" r:id="R57b1eb2b7cdf4d31"/>
  </p:sldMasterIdLst>
  <p:notesMasterIdLst>
    <p:notesMasterId xmlns:r="http://schemas.openxmlformats.org/officeDocument/2006/relationships" r:id="R4cc7458acfd84a09"/>
  </p:notesMasterIdLst>
  <p:sldIdLst>
    <p:sldId xmlns:r="http://schemas.openxmlformats.org/officeDocument/2006/relationships" id="256" r:id="R87f608b4401f49f7"/>
    <p:sldId xmlns:r="http://schemas.openxmlformats.org/officeDocument/2006/relationships" id="257" r:id="Rba72578ba1684b4c"/>
    <p:sldId xmlns:r="http://schemas.openxmlformats.org/officeDocument/2006/relationships" id="258" r:id="Rd7758df0f18b4b51"/>
    <p:sldId xmlns:r="http://schemas.openxmlformats.org/officeDocument/2006/relationships" id="259" r:id="Rca0a98e24fca4758"/>
    <p:sldId xmlns:r="http://schemas.openxmlformats.org/officeDocument/2006/relationships" id="260" r:id="Rb08dbbf33719420a"/>
    <p:sldId xmlns:r="http://schemas.openxmlformats.org/officeDocument/2006/relationships" id="261" r:id="R13924873b87948fe"/>
    <p:sldId xmlns:r="http://schemas.openxmlformats.org/officeDocument/2006/relationships" id="262" r:id="R96b5152f7fd24cc5"/>
    <p:sldId xmlns:r="http://schemas.openxmlformats.org/officeDocument/2006/relationships" id="263" r:id="Re2bb446e38c945c3"/>
    <p:sldId xmlns:r="http://schemas.openxmlformats.org/officeDocument/2006/relationships" id="264" r:id="R2b67ca669dd7450b"/>
    <p:sldId xmlns:r="http://schemas.openxmlformats.org/officeDocument/2006/relationships" id="265" r:id="Rfa88d04bddc046c1"/>
    <p:sldId xmlns:r="http://schemas.openxmlformats.org/officeDocument/2006/relationships" id="266" r:id="Raae71ece7f4f41db"/>
    <p:sldId xmlns:r="http://schemas.openxmlformats.org/officeDocument/2006/relationships" id="267" r:id="R665d712fc30b4ee9"/>
    <p:sldId xmlns:r="http://schemas.openxmlformats.org/officeDocument/2006/relationships" id="268" r:id="Rcb270eeb4b0648bd"/>
    <p:sldId xmlns:r="http://schemas.openxmlformats.org/officeDocument/2006/relationships" id="269" r:id="R920d168b9f8a4ac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931a53f19ac48b5" /><Relationship Type="http://schemas.openxmlformats.org/officeDocument/2006/relationships/slideMaster" Target="/ppt/slideMasters/slideMaster1.xml" Id="R57b1eb2b7cdf4d31" /><Relationship Type="http://schemas.openxmlformats.org/officeDocument/2006/relationships/notesMaster" Target="/ppt/notesMasters/notesMaster1.xml" Id="R4cc7458acfd84a09" /><Relationship Type="http://schemas.openxmlformats.org/officeDocument/2006/relationships/presProps" Target="/ppt/presProps.xml" Id="Rf190e8338ccf42be" /><Relationship Type="http://schemas.openxmlformats.org/officeDocument/2006/relationships/tableStyles" Target="/ppt/tableStyles.xml" Id="R70a13dac7bfe4639" /><Relationship Type="http://schemas.openxmlformats.org/officeDocument/2006/relationships/slide" Target="/ppt/slides/slide1.xml" Id="R87f608b4401f49f7" /><Relationship Type="http://schemas.openxmlformats.org/officeDocument/2006/relationships/slide" Target="/ppt/slides/slide2.xml" Id="Rba72578ba1684b4c" /><Relationship Type="http://schemas.openxmlformats.org/officeDocument/2006/relationships/slide" Target="/ppt/slides/slide3.xml" Id="Rd7758df0f18b4b51" /><Relationship Type="http://schemas.openxmlformats.org/officeDocument/2006/relationships/slide" Target="/ppt/slides/slide4.xml" Id="Rca0a98e24fca4758" /><Relationship Type="http://schemas.openxmlformats.org/officeDocument/2006/relationships/slide" Target="/ppt/slides/slide5.xml" Id="Rb08dbbf33719420a" /><Relationship Type="http://schemas.openxmlformats.org/officeDocument/2006/relationships/slide" Target="/ppt/slides/slide6.xml" Id="R13924873b87948fe" /><Relationship Type="http://schemas.openxmlformats.org/officeDocument/2006/relationships/slide" Target="/ppt/slides/slide7.xml" Id="R96b5152f7fd24cc5" /><Relationship Type="http://schemas.openxmlformats.org/officeDocument/2006/relationships/slide" Target="/ppt/slides/slide8.xml" Id="Re2bb446e38c945c3" /><Relationship Type="http://schemas.openxmlformats.org/officeDocument/2006/relationships/slide" Target="/ppt/slides/slide9.xml" Id="R2b67ca669dd7450b" /><Relationship Type="http://schemas.openxmlformats.org/officeDocument/2006/relationships/slide" Target="/ppt/slides/slide10.xml" Id="Rfa88d04bddc046c1" /><Relationship Type="http://schemas.openxmlformats.org/officeDocument/2006/relationships/slide" Target="/ppt/slides/slide11.xml" Id="Raae71ece7f4f41db" /><Relationship Type="http://schemas.openxmlformats.org/officeDocument/2006/relationships/slide" Target="/ppt/slides/slide12.xml" Id="R665d712fc30b4ee9" /><Relationship Type="http://schemas.openxmlformats.org/officeDocument/2006/relationships/slide" Target="/ppt/slides/slide13.xml" Id="Rcb270eeb4b0648bd" /><Relationship Type="http://schemas.openxmlformats.org/officeDocument/2006/relationships/slide" Target="/ppt/slides/slide14.xml" Id="R920d168b9f8a4ac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384c0067efe4fe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95c7c418827403a" /><Relationship Type="http://schemas.openxmlformats.org/officeDocument/2006/relationships/notesMaster" Target="/ppt/notesMasters/notesMaster1.xml" Id="R1e3d2d2f759a4e1a" /></Relationships>
</file>

<file path=ppt/notesSlides/_rels/notesSlide2.xml.rels>&#65279;<?xml version="1.0" encoding="utf-8"?><Relationships xmlns="http://schemas.openxmlformats.org/package/2006/relationships"><Relationship Type="http://schemas.openxmlformats.org/officeDocument/2006/relationships/slide" Target="/ppt/slides/slide2.xml" Id="R58155d6f1b5749bd" /><Relationship Type="http://schemas.openxmlformats.org/officeDocument/2006/relationships/notesMaster" Target="/ppt/notesMasters/notesMaster1.xml" Id="Ra637a8584c8d4861" /></Relationships>
</file>

<file path=ppt/notesSlides/_rels/notesSlide3.xml.rels>&#65279;<?xml version="1.0" encoding="utf-8"?><Relationships xmlns="http://schemas.openxmlformats.org/package/2006/relationships"><Relationship Type="http://schemas.openxmlformats.org/officeDocument/2006/relationships/slide" Target="/ppt/slides/slide3.xml" Id="Rf39ce0d64a2e4a92" /><Relationship Type="http://schemas.openxmlformats.org/officeDocument/2006/relationships/notesMaster" Target="/ppt/notesMasters/notesMaster1.xml" Id="R685365f5a8d9471b" /></Relationships>
</file>

<file path=ppt/notesSlides/_rels/notesSlide4.xml.rels>&#65279;<?xml version="1.0" encoding="utf-8"?><Relationships xmlns="http://schemas.openxmlformats.org/package/2006/relationships"><Relationship Type="http://schemas.openxmlformats.org/officeDocument/2006/relationships/slide" Target="/ppt/slides/slide4.xml" Id="R1230a6fecce641d8" /><Relationship Type="http://schemas.openxmlformats.org/officeDocument/2006/relationships/notesMaster" Target="/ppt/notesMasters/notesMaster1.xml" Id="Rd090843b190c411e" /></Relationships>
</file>

<file path=ppt/notesSlides/_rels/notesSlide5.xml.rels>&#65279;<?xml version="1.0" encoding="utf-8"?><Relationships xmlns="http://schemas.openxmlformats.org/package/2006/relationships"><Relationship Type="http://schemas.openxmlformats.org/officeDocument/2006/relationships/slide" Target="/ppt/slides/slide5.xml" Id="Rcba80a37e0234082" /><Relationship Type="http://schemas.openxmlformats.org/officeDocument/2006/relationships/notesMaster" Target="/ppt/notesMasters/notesMaster1.xml" Id="R3deed6673cfd4e89" /></Relationships>
</file>

<file path=ppt/notesSlides/_rels/notesSlide6.xml.rels>&#65279;<?xml version="1.0" encoding="utf-8"?><Relationships xmlns="http://schemas.openxmlformats.org/package/2006/relationships"><Relationship Type="http://schemas.openxmlformats.org/officeDocument/2006/relationships/slide" Target="/ppt/slides/slide6.xml" Id="R324230a3762b470e" /><Relationship Type="http://schemas.openxmlformats.org/officeDocument/2006/relationships/notesMaster" Target="/ppt/notesMasters/notesMaster1.xml" Id="R6945df81a25a479f" /></Relationships>
</file>

<file path=ppt/notesSlides/_rels/notesSlide7.xml.rels>&#65279;<?xml version="1.0" encoding="utf-8"?><Relationships xmlns="http://schemas.openxmlformats.org/package/2006/relationships"><Relationship Type="http://schemas.openxmlformats.org/officeDocument/2006/relationships/slide" Target="/ppt/slides/slide7.xml" Id="R8e7e840a2c844a15" /><Relationship Type="http://schemas.openxmlformats.org/officeDocument/2006/relationships/notesMaster" Target="/ppt/notesMasters/notesMaster1.xml" Id="Rb04bd507b25b486b" /></Relationships>
</file>

<file path=ppt/notesSlides/_rels/notesSlide8.xml.rels>&#65279;<?xml version="1.0" encoding="utf-8"?><Relationships xmlns="http://schemas.openxmlformats.org/package/2006/relationships"><Relationship Type="http://schemas.openxmlformats.org/officeDocument/2006/relationships/slide" Target="/ppt/slides/slide8.xml" Id="R38b8e17aceed46eb" /><Relationship Type="http://schemas.openxmlformats.org/officeDocument/2006/relationships/notesMaster" Target="/ppt/notesMasters/notesMaster1.xml" Id="R20b905922ca2448a" /></Relationships>
</file>

<file path=ppt/notesSlides/_rels/notesSlide9.xml.rels>&#65279;<?xml version="1.0" encoding="utf-8"?><Relationships xmlns="http://schemas.openxmlformats.org/package/2006/relationships"><Relationship Type="http://schemas.openxmlformats.org/officeDocument/2006/relationships/slide" Target="/ppt/slides/slide9.xml" Id="R0fa0dfcb1a5141be" /><Relationship Type="http://schemas.openxmlformats.org/officeDocument/2006/relationships/notesMaster" Target="/ppt/notesMasters/notesMaster1.xml" Id="R817f31d573df44c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0fa9ac7f0864072" /><Relationship Type="http://schemas.openxmlformats.org/officeDocument/2006/relationships/notesMaster" Target="/ppt/notesMasters/notesMaster1.xml" Id="R889f45aa1f04439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ec49a1343d54307" /><Relationship Type="http://schemas.openxmlformats.org/officeDocument/2006/relationships/notesMaster" Target="/ppt/notesMasters/notesMaster1.xml" Id="R912b58a5921d480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c8422795c8049f4" /><Relationship Type="http://schemas.openxmlformats.org/officeDocument/2006/relationships/notesMaster" Target="/ppt/notesMasters/notesMaster1.xml" Id="R24c8e7db35a24ab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87151dd59314559" /><Relationship Type="http://schemas.openxmlformats.org/officeDocument/2006/relationships/notesMaster" Target="/ppt/notesMasters/notesMaster1.xml" Id="Rf89d6f411fd645c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806171d14424e0e" /><Relationship Type="http://schemas.openxmlformats.org/officeDocument/2006/relationships/notesMaster" Target="/ppt/notesMasters/notesMaster1.xml" Id="Rde6aa726638941a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Begin with the person at the other end of a business process. A store opening is a date on a project plan, but it is also the first shift for a new employee, the first visit from a neighbor, and a promise a customer expects someone to keep. This fictional story explores how Microsoft Frontier Company’s approach could help a retailer give its people more capacity to deliver. This is an independent portfolio concept, not official Microsoft material.</a:t>
            </a:r>
          </a:p>
          <a:p xmlns:a="http://schemas.openxmlformats.org/drawingml/2006/main">
            <a:r>
              <a:t/>
            </a:r>
          </a:p>
          <a:p xmlns:a="http://schemas.openxmlformats.org/drawingml/2006/main">
            <a:r>
              <a:t>SCENARIO: Fictional retailer, people, dialogue and workflow. No actual customer deployment or measured results. Proposed solution requires discovery, integration, testing and customer approval.</a:t>
            </a:r>
          </a:p>
          <a:p xmlns:a="http://schemas.openxmlformats.org/drawingml/2006/main">
            <a:r>
              <a:t/>
            </a:r>
          </a:p>
          <a:p xmlns:a="http://schemas.openxmlformats.org/drawingml/2006/main">
            <a:r>
              <a:t>SOURCES (reviewed October 22, 2026):</a:t>
            </a:r>
          </a:p>
          <a:p xmlns:a="http://schemas.openxmlformats.org/drawingml/2006/main">
            <a:r>
              <a:t>Microsoft Frontier Company</a:t>
            </a:r>
          </a:p>
          <a:p xmlns:a="http://schemas.openxmlformats.org/drawingml/2006/main">
            <a:r>
              <a:t>https://www.microsoft.com/en-us/frontier-company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Imagine Maya, a regional operations leader for a growing retailer. The newest store opens on Friday. A critical refrigeration delivery has slipped. The store team is ready. The neighborhood is waiting. Maya hears a simple question, and she wants to answer it honestly. Pause after the question. Ask the customer to think of the equivalent promise inside their own organization.</a:t>
            </a:r>
          </a:p>
          <a:p xmlns:a="http://schemas.openxmlformats.org/drawingml/2006/main">
            <a:r>
              <a:t/>
            </a:r>
          </a:p>
          <a:p xmlns:a="http://schemas.openxmlformats.org/drawingml/2006/main">
            <a:r>
              <a:t>SCENARIO: Fictional retailer, people, dialogue and workflow. No actual customer deployment or measured results. Proposed solution requires discovery, integration, testing and customer approval.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business already has much of what Maya needs. Inventory knows where a replacement unit sits. Procurement has the latest supplier update. The store team knows when the installation crew is available. Finance owns the exception policy. The burden of assembling that picture falls on Maya. While she searches and reconciles, the team waits to decide. This is the workflow we want to improve.</a:t>
            </a:r>
          </a:p>
          <a:p xmlns:a="http://schemas.openxmlformats.org/drawingml/2006/main">
            <a:r>
              <a:t/>
            </a:r>
          </a:p>
          <a:p xmlns:a="http://schemas.openxmlformats.org/drawingml/2006/main">
            <a:r>
              <a:t>SCENARIO: Fictional retailer, people, dialogue and workflow. No actual customer deployment or measured results. Proposed solution requires discovery, integration, testing and customer approval.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change the experience. Maya still owns the outcome. But instead of opening one more tab, she receives a connected view of the situation, the evidence behind it, and a proposed next step. AI can help retrieve and interpret information. Connected agents and workflows can help prepare and carry out approved actions. The business question is where that combination changes the customer experience.</a:t>
            </a:r>
          </a:p>
          <a:p xmlns:a="http://schemas.openxmlformats.org/drawingml/2006/main">
            <a:r>
              <a:t/>
            </a:r>
          </a:p>
          <a:p xmlns:a="http://schemas.openxmlformats.org/drawingml/2006/main">
            <a:r>
              <a:t>SCENARIO: Fictional retailer, people, dialogue and workflow. No actual customer deployment or measured results. Proposed solution requires discovery, integration, testing and customer approval.</a:t>
            </a:r>
          </a:p>
          <a:p xmlns:a="http://schemas.openxmlformats.org/drawingml/2006/main">
            <a:r>
              <a:t/>
            </a:r>
          </a:p>
          <a:p xmlns:a="http://schemas.openxmlformats.org/drawingml/2006/main">
            <a:r>
              <a:t>SOURCES (reviewed October 22, 2026):</a:t>
            </a:r>
          </a:p>
          <a:p xmlns:a="http://schemas.openxmlformats.org/drawingml/2006/main">
            <a:r>
              <a:t>Copilot Studio overview</a:t>
            </a:r>
          </a:p>
          <a:p xmlns:a="http://schemas.openxmlformats.org/drawingml/2006/main">
            <a:r>
              <a:t>https://learn.microsoft.com/en-us/microsoft-copilot-studio/fundamentals-what-is-copilot-studio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Microsoft Frontier Company brings industry expertise and AI engineering into customer organizations to connect AI with business workflows and measurable outcomes. The distinctive asset is the customer’s own knowledge: its data, experience and decision processes. The design also needs trust: identity, access, oversight and an operating model. Together, those make the workflow useful in the context of this customer’s business.</a:t>
            </a:r>
          </a:p>
          <a:p xmlns:a="http://schemas.openxmlformats.org/drawingml/2006/main">
            <a:r>
              <a:t/>
            </a:r>
          </a:p>
          <a:p xmlns:a="http://schemas.openxmlformats.org/drawingml/2006/main">
            <a:r>
              <a:t>SCENARIO: Fictional retailer, people, dialogue and workflow. No actual customer deployment or measured results. Proposed solution requires discovery, integration, testing and customer approval.</a:t>
            </a:r>
          </a:p>
          <a:p xmlns:a="http://schemas.openxmlformats.org/drawingml/2006/main">
            <a:r>
              <a:t/>
            </a:r>
          </a:p>
          <a:p xmlns:a="http://schemas.openxmlformats.org/drawingml/2006/main">
            <a:r>
              <a:t>SOURCES (reviewed October 22, 2026):</a:t>
            </a:r>
          </a:p>
          <a:p xmlns:a="http://schemas.openxmlformats.org/drawingml/2006/main">
            <a:r>
              <a:t>Microsoft Frontier Company</a:t>
            </a:r>
          </a:p>
          <a:p xmlns:a="http://schemas.openxmlformats.org/drawingml/2006/main">
            <a:r>
              <a:t>https://www.microsoft.com/en-us/frontier-company</a:t>
            </a:r>
          </a:p>
          <a:p xmlns:a="http://schemas.openxmlformats.org/drawingml/2006/main">
            <a:r>
              <a:t/>
            </a:r>
          </a:p>
          <a:p xmlns:a="http://schemas.openxmlformats.org/drawingml/2006/main">
            <a:r>
              <a:t>Microsoft Frontier Company announcement</a:t>
            </a:r>
          </a:p>
          <a:p xmlns:a="http://schemas.openxmlformats.org/drawingml/2006/main">
            <a:r>
              <a:t>https://blogs.microsoft.com/blog/2026/07/02/microsoft-frontier-company-ai-engineering-that-amplifies-and-protects-your-intelligence/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the proposed workflow, an agent checks approved sources and assembles the situation. It identifies the delayed unit, a possible alternative and the installation constraint. Crucially, it shows what it cannot yet verify: the carrier has not confirmed a replacement delivery. A useful system makes the gap visible. It does not turn an inference into a customer commitment. Sources and timestamps should travel with the recommendation.</a:t>
            </a:r>
          </a:p>
          <a:p xmlns:a="http://schemas.openxmlformats.org/drawingml/2006/main">
            <a:r>
              <a:t/>
            </a:r>
          </a:p>
          <a:p xmlns:a="http://schemas.openxmlformats.org/drawingml/2006/main">
            <a:r>
              <a:t>SCENARIO: Fictional retailer, people, dialogue and workflow. No actual customer deployment or measured results. Proposed solution requires discovery, integration, testing and customer approval.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system proposes a recovery plan against the retailer’s rules. Check the alternative unit’s suitability, request the transfer and transport options, prepare the cost exception and draft an update for the store manager. Each step has an owner. The recommendation includes dependencies and unanswered questions. It is an example of connected work, not an out-of-the-box product demonstration or a promise that AI can fix every delay.</a:t>
            </a:r>
          </a:p>
          <a:p xmlns:a="http://schemas.openxmlformats.org/drawingml/2006/main">
            <a:r>
              <a:t/>
            </a:r>
          </a:p>
          <a:p xmlns:a="http://schemas.openxmlformats.org/drawingml/2006/main">
            <a:r>
              <a:t>SCENARIO: Fictional retailer, people, dialogue and workflow. No actual customer deployment or measured results. Proposed solution requires discovery, integration, testing and customer approval.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system prepares. Maya decides. She reviews the evidence, weighs customer impact and approves the appropriate spend. A designated owner confirms any new customer promise. We deliberately keep these decisions in human hands in this scenario. If information conflicts, permissions fail or the agent cannot verify an action, the workflow stops and escalates to a person. Accountability must be designed, tested and operated.</a:t>
            </a:r>
          </a:p>
          <a:p xmlns:a="http://schemas.openxmlformats.org/drawingml/2006/main">
            <a:r>
              <a:t/>
            </a:r>
          </a:p>
          <a:p xmlns:a="http://schemas.openxmlformats.org/drawingml/2006/main">
            <a:r>
              <a:t>SCENARIO: Fictional retailer, people, dialogue and workflow. No actual customer deployment or measured results. Proposed solution requires discovery, integration, testing and customer approval.</a:t>
            </a:r>
          </a:p>
          <a:p xmlns:a="http://schemas.openxmlformats.org/drawingml/2006/main">
            <a:r>
              <a:t/>
            </a:r>
          </a:p>
          <a:p xmlns:a="http://schemas.openxmlformats.org/drawingml/2006/main">
            <a:r>
              <a:t>SOURCES (reviewed October 22, 2026):</a:t>
            </a:r>
          </a:p>
          <a:p xmlns:a="http://schemas.openxmlformats.org/drawingml/2006/main">
            <a:r>
              <a:t>Copilot Studio overview</a:t>
            </a:r>
          </a:p>
          <a:p xmlns:a="http://schemas.openxmlformats.org/drawingml/2006/main">
            <a:r>
              <a:t>https://learn.microsoft.com/en-us/microsoft-copilot-studio/fundamentals-what-is-copilot-studio</a:t>
            </a:r>
          </a:p>
          <a:p xmlns:a="http://schemas.openxmlformats.org/drawingml/2006/main">
            <a:r>
              <a:t/>
            </a:r>
          </a:p>
          <a:p xmlns:a="http://schemas.openxmlformats.org/drawingml/2006/main">
            <a:r>
              <a:t>Copilot Studio security and governance</a:t>
            </a:r>
          </a:p>
          <a:p xmlns:a="http://schemas.openxmlformats.org/drawingml/2006/main">
            <a:r>
              <a:t>https://learn.microsoft.com/en-us/microsoft-copilot-studio/security-and-governance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Once the decision is approved, configured workflows can update systems, assign tasks and monitor progress. The loop closes only when the business verifies what actually happened. Did the replacement arrive? Did the store open as promised? Where did the workflow fail? The team uses those observations to improve the process, the data and the agent. That continuous improvement is central to the Frontier Company approach.</a:t>
            </a:r>
          </a:p>
          <a:p xmlns:a="http://schemas.openxmlformats.org/drawingml/2006/main">
            <a:r>
              <a:t/>
            </a:r>
          </a:p>
          <a:p xmlns:a="http://schemas.openxmlformats.org/drawingml/2006/main">
            <a:r>
              <a:t>SCENARIO: Fictional retailer, people, dialogue and workflow. No actual customer deployment or measured results. Proposed solution requires discovery, integration, testing and customer approval.</a:t>
            </a:r>
          </a:p>
          <a:p xmlns:a="http://schemas.openxmlformats.org/drawingml/2006/main">
            <a:r>
              <a:t/>
            </a:r>
          </a:p>
          <a:p xmlns:a="http://schemas.openxmlformats.org/drawingml/2006/main">
            <a:r>
              <a:t>SOURCES (reviewed October 22, 2026):</a:t>
            </a:r>
          </a:p>
          <a:p xmlns:a="http://schemas.openxmlformats.org/drawingml/2006/main">
            <a:r>
              <a:t>Microsoft Frontier Company</a:t>
            </a:r>
          </a:p>
          <a:p xmlns:a="http://schemas.openxmlformats.org/drawingml/2006/main">
            <a:r>
              <a:t>https://www.microsoft.com/en-us/frontier-company</a:t>
            </a:r>
          </a:p>
          <a:p xmlns:a="http://schemas.openxmlformats.org/drawingml/2006/main">
            <a:r>
              <a:t/>
            </a:r>
          </a:p>
          <a:p xmlns:a="http://schemas.openxmlformats.org/drawingml/2006/main">
            <a:r>
              <a:t>Microsoft Frontier Company announcement</a:t>
            </a:r>
          </a:p>
          <a:p xmlns:a="http://schemas.openxmlformats.org/drawingml/2006/main">
            <a:r>
              <a:t>https://blogs.microsoft.com/blog/2026/07/02/microsoft-frontier-company-ai-engineering-that-amplifies-and-protects-your-intelligence/</a:t>
            </a:r>
          </a:p>
          <a:p xmlns:a="http://schemas.openxmlformats.org/drawingml/2006/main">
            <a:r>
              <a:t/>
            </a:r>
          </a:p>
          <a:p xmlns:a="http://schemas.openxmlformats.org/drawingml/2006/main">
            <a:r>
              <a:t>Copilot Studio overview</a:t>
            </a:r>
          </a:p>
          <a:p xmlns:a="http://schemas.openxmlformats.org/drawingml/2006/main">
            <a:r>
              <a:t>https://learn.microsoft.com/en-us/microsoft-copilot-studio/fundamentals-what-is-copilot-studio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an illustrative solution pattern, not a prescribed architecture. Maya could interact with an agent in her familiar Microsoft 365 environment. Copilot Studio can connect agents and workflows to approved enterprise systems. Microsoft governance capabilities support identity, access, data policy and visibility. The actual pattern depends on the customer’s landscape, requirements, licensing and controls. The customer experience and business outcome decide what needs to be built.</a:t>
            </a:r>
          </a:p>
          <a:p xmlns:a="http://schemas.openxmlformats.org/drawingml/2006/main">
            <a:r>
              <a:t/>
            </a:r>
          </a:p>
          <a:p xmlns:a="http://schemas.openxmlformats.org/drawingml/2006/main">
            <a:r>
              <a:t>SCENARIO: Fictional retailer, people, dialogue and workflow. No actual customer deployment or measured results. Proposed solution requires discovery, integration, testing and customer approval.</a:t>
            </a:r>
          </a:p>
          <a:p xmlns:a="http://schemas.openxmlformats.org/drawingml/2006/main">
            <a:r>
              <a:t/>
            </a:r>
          </a:p>
          <a:p xmlns:a="http://schemas.openxmlformats.org/drawingml/2006/main">
            <a:r>
              <a:t>SOURCES (reviewed October 22, 2026):</a:t>
            </a:r>
          </a:p>
          <a:p xmlns:a="http://schemas.openxmlformats.org/drawingml/2006/main">
            <a:r>
              <a:t>Copilot Studio overview</a:t>
            </a:r>
          </a:p>
          <a:p xmlns:a="http://schemas.openxmlformats.org/drawingml/2006/main">
            <a:r>
              <a:t>https://learn.microsoft.com/en-us/microsoft-copilot-studio/fundamentals-what-is-copilot-studio</a:t>
            </a:r>
          </a:p>
          <a:p xmlns:a="http://schemas.openxmlformats.org/drawingml/2006/main">
            <a:r>
              <a:t/>
            </a:r>
          </a:p>
          <a:p xmlns:a="http://schemas.openxmlformats.org/drawingml/2006/main">
            <a:r>
              <a:t>Copilot Studio security and governance</a:t>
            </a:r>
          </a:p>
          <a:p xmlns:a="http://schemas.openxmlformats.org/drawingml/2006/main">
            <a:r>
              <a:t>https://learn.microsoft.com/en-us/microsoft-copilot-studio/security-and-governance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rollout, agree on a baseline and define the business result with the customer. We can measure how long exceptions take to resolve, whether commitments hold, whether customers must contact us again and the full cost of handling the exception. Include AI and operating costs. Compare comparable cases and watch quality and safety together. This slide proposes measures. It does not claim that this scenario has produced results.</a:t>
            </a:r>
          </a:p>
          <a:p xmlns:a="http://schemas.openxmlformats.org/drawingml/2006/main">
            <a:r>
              <a:t/>
            </a:r>
          </a:p>
          <a:p xmlns:a="http://schemas.openxmlformats.org/drawingml/2006/main">
            <a:r>
              <a:t>SCENARIO: Fictional retailer, people, dialogue and workflow. No actual customer deployment or measured results. Proposed solution requires discovery, integration, testing and customer approval.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a real operational workflow and an accountable business owner. Define the result, the boundary of delegation and the failure conditions. Validate against realistic cases, including missing and conflicting data. Roll out through explicit operational gates with monitoring and fallback. Then expand only where the evidence justifies it. This is a proposed adoption path, not an official Microsoft delivery schedule. The intention is production value with a design that can extend.</a:t>
            </a:r>
          </a:p>
          <a:p xmlns:a="http://schemas.openxmlformats.org/drawingml/2006/main">
            <a:r>
              <a:t/>
            </a:r>
          </a:p>
          <a:p xmlns:a="http://schemas.openxmlformats.org/drawingml/2006/main">
            <a:r>
              <a:t>SCENARIO: Fictional retailer, people, dialogue and workflow. No actual customer deployment or measured results. Proposed solution requires discovery, integration, testing and customer approval.</a:t>
            </a:r>
          </a:p>
          <a:p xmlns:a="http://schemas.openxmlformats.org/drawingml/2006/main">
            <a:r>
              <a:t/>
            </a:r>
          </a:p>
          <a:p xmlns:a="http://schemas.openxmlformats.org/drawingml/2006/main">
            <a:r>
              <a:t>SOURCES (reviewed October 22, 2026):</a:t>
            </a:r>
          </a:p>
          <a:p xmlns:a="http://schemas.openxmlformats.org/drawingml/2006/main">
            <a:r>
              <a:t>Microsoft Frontier Company</a:t>
            </a:r>
          </a:p>
          <a:p xmlns:a="http://schemas.openxmlformats.org/drawingml/2006/main">
            <a:r>
              <a:t>https://www.microsoft.com/en-us/frontier-company</a:t>
            </a:r>
          </a:p>
          <a:p xmlns:a="http://schemas.openxmlformats.org/drawingml/2006/main">
            <a:r>
              <a:t/>
            </a:r>
          </a:p>
          <a:p xmlns:a="http://schemas.openxmlformats.org/drawingml/2006/main">
            <a:r>
              <a:t>Copilot Studio overview</a:t>
            </a:r>
          </a:p>
          <a:p xmlns:a="http://schemas.openxmlformats.org/drawingml/2006/main">
            <a:r>
              <a:t>https://learn.microsoft.com/en-us/microsoft-copilot-studio/fundamentals-what-is-copilot-studio</a:t>
            </a:r>
          </a:p>
          <a:p xmlns:a="http://schemas.openxmlformats.org/drawingml/2006/main">
            <a:r>
              <a:t/>
            </a:r>
          </a:p>
          <a:p xmlns:a="http://schemas.openxmlformats.org/drawingml/2006/main">
            <a:r>
              <a:t>Copilot Studio security and governance</a:t>
            </a:r>
          </a:p>
          <a:p xmlns:a="http://schemas.openxmlformats.org/drawingml/2006/main">
            <a:r>
              <a:t>https://learn.microsoft.com/en-us/microsoft-copilot-studio/security-and-governance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Return to the person at the other end. When the workflow works, the customer feels a clear answer, a reliable commitment and a business that follows through. Maya gains room to apply her judgment where it matters. End with a concrete invitation: choose one customer promise, the workflow behind it and the leader accountable for improving it. That is the starting point for the conversation. This is an independent concept created for Meghan Fasano’s portfolio, not official Microsoft material.</a:t>
            </a:r>
          </a:p>
          <a:p xmlns:a="http://schemas.openxmlformats.org/drawingml/2006/main">
            <a:r>
              <a:t/>
            </a:r>
          </a:p>
          <a:p xmlns:a="http://schemas.openxmlformats.org/drawingml/2006/main">
            <a:r>
              <a:t>SCENARIO: Fictional retailer, people, dialogue and workflow. No actual customer deployment or measured results. Proposed solution requires discovery, integration, testing and customer approval.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sources are Microsoft primary sources, reviewed October 22, 2026. Full URLs appear here as clickable links and in the relevant speaker notes. The retailer, Maya, the dialogue and all operating details are illustrative. No performance metrics or actual customer outcomes are asserted. All scene imagery is generated illustration of fictional people and events. The deck is an independent portfolio concept created for Meghan Fasano and does not represent official Microsoft communications.</a:t>
            </a:r>
          </a:p>
          <a:p xmlns:a="http://schemas.openxmlformats.org/drawingml/2006/main">
            <a:r>
              <a:t/>
            </a:r>
          </a:p>
          <a:p xmlns:a="http://schemas.openxmlformats.org/drawingml/2006/main">
            <a:r>
              <a:t>SCENARIO: Fictional retailer, people, dialogue and workflow. No actual customer deployment or measured results. Proposed solution requires discovery, integration, testing and customer approval.</a:t>
            </a:r>
          </a:p>
          <a:p xmlns:a="http://schemas.openxmlformats.org/drawingml/2006/main">
            <a:r>
              <a:t/>
            </a:r>
          </a:p>
          <a:p xmlns:a="http://schemas.openxmlformats.org/drawingml/2006/main">
            <a:r>
              <a:t>SOURCES (reviewed October 22, 2026):</a:t>
            </a:r>
          </a:p>
          <a:p xmlns:a="http://schemas.openxmlformats.org/drawingml/2006/main">
            <a:r>
              <a:t>Microsoft Frontier Company</a:t>
            </a:r>
          </a:p>
          <a:p xmlns:a="http://schemas.openxmlformats.org/drawingml/2006/main">
            <a:r>
              <a:t>https://www.microsoft.com/en-us/frontier-company</a:t>
            </a:r>
          </a:p>
          <a:p xmlns:a="http://schemas.openxmlformats.org/drawingml/2006/main">
            <a:r>
              <a:t/>
            </a:r>
          </a:p>
          <a:p xmlns:a="http://schemas.openxmlformats.org/drawingml/2006/main">
            <a:r>
              <a:t>Microsoft Frontier Company announcement</a:t>
            </a:r>
          </a:p>
          <a:p xmlns:a="http://schemas.openxmlformats.org/drawingml/2006/main">
            <a:r>
              <a:t>https://blogs.microsoft.com/blog/2026/07/02/microsoft-frontier-company-ai-engineering-that-amplifies-and-protects-your-intelligence/</a:t>
            </a:r>
          </a:p>
          <a:p xmlns:a="http://schemas.openxmlformats.org/drawingml/2006/main">
            <a:r>
              <a:t/>
            </a:r>
          </a:p>
          <a:p xmlns:a="http://schemas.openxmlformats.org/drawingml/2006/main">
            <a:r>
              <a:t>Copilot Studio overview</a:t>
            </a:r>
          </a:p>
          <a:p xmlns:a="http://schemas.openxmlformats.org/drawingml/2006/main">
            <a:r>
              <a:t>https://learn.microsoft.com/en-us/microsoft-copilot-studio/fundamentals-what-is-copilot-studio</a:t>
            </a:r>
          </a:p>
          <a:p xmlns:a="http://schemas.openxmlformats.org/drawingml/2006/main">
            <a:r>
              <a:t/>
            </a:r>
          </a:p>
          <a:p xmlns:a="http://schemas.openxmlformats.org/drawingml/2006/main">
            <a:r>
              <a:t>Copilot Studio security and governance</a:t>
            </a:r>
          </a:p>
          <a:p xmlns:a="http://schemas.openxmlformats.org/drawingml/2006/main">
            <a:r>
              <a:t>https://learn.microsoft.com/en-us/microsoft-copilot-studio/security-and-governance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9a6cb6df7e54af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6234dbb12a947b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1758b987ca046f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119d3608c8d4eb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55b95551c804bc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767a0e055cd4b3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2BA4EF1-D05A-488E-B1EE-F5DA87A280A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7331F06-F97E-44A5-BD67-692EC93D18F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5F7B60F-6BC6-44A0-AE3C-D22E8B57D4FA}"/>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71D0B18-A065-48D9-BBA1-0F7B34EA702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3EB5185-966C-48BC-8C12-3C1BA29672E5}"/>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1069BF3-4F79-4D45-ADCE-7C453E2BC9E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DF407C4-C11B-4D99-A0EF-4B072EBFB8A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B9B757A-87FA-4334-B2C6-6B906741AAC9}"/>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24343FB-01BD-46A2-AE29-1897A443658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D96566F-07F7-4B9F-B21C-143E5B60CEC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d65dcd0e10b4b25" /><Relationship Type="http://schemas.openxmlformats.org/officeDocument/2006/relationships/slideLayout" Target="/ppt/slideLayouts/slideLayout1.xml" Id="Rabb9804a1f104dfa" /><Relationship Type="http://schemas.openxmlformats.org/officeDocument/2006/relationships/slideLayout" Target="/ppt/slideLayouts/slideLayout2.xml" Id="Rfdee6a9a395240ef" /><Relationship Type="http://schemas.openxmlformats.org/officeDocument/2006/relationships/slideLayout" Target="/ppt/slideLayouts/slideLayout3.xml" Id="R1e53083b163946b7" /><Relationship Type="http://schemas.openxmlformats.org/officeDocument/2006/relationships/slideLayout" Target="/ppt/slideLayouts/slideLayout4.xml" Id="R7c0db911cab14c60" /><Relationship Type="http://schemas.openxmlformats.org/officeDocument/2006/relationships/slideLayout" Target="/ppt/slideLayouts/slideLayout5.xml" Id="R6b18a95493a54898" /><Relationship Type="http://schemas.openxmlformats.org/officeDocument/2006/relationships/slideLayout" Target="/ppt/slideLayouts/slideLayout6.xml" Id="Ra9f331ad92424d9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bb9804a1f104dfa"/>
    <p:sldLayoutId xmlns:r="http://schemas.openxmlformats.org/officeDocument/2006/relationships" id="2147483650" r:id="Rfdee6a9a395240ef"/>
    <p:sldLayoutId xmlns:r="http://schemas.openxmlformats.org/officeDocument/2006/relationships" id="2147483651" r:id="R1e53083b163946b7"/>
    <p:sldLayoutId xmlns:r="http://schemas.openxmlformats.org/officeDocument/2006/relationships" id="2147483652" r:id="R7c0db911cab14c60"/>
    <p:sldLayoutId xmlns:r="http://schemas.openxmlformats.org/officeDocument/2006/relationships" id="2147483653" r:id="R6b18a95493a54898"/>
    <p:sldLayoutId xmlns:r="http://schemas.openxmlformats.org/officeDocument/2006/relationships" id="2147483654" r:id="Ra9f331ad92424d9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a50ca0a04ac4ebc" /><Relationship Type="http://schemas.openxmlformats.org/officeDocument/2006/relationships/image" Target="/ppt/media/image.png" Id="R9ff864593f984e47" /><Relationship Type="http://schemas.openxmlformats.org/officeDocument/2006/relationships/notesSlide" Target="/ppt/notesSlides/notesSlide1.xml" Id="R926546485f074ed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63365df271a4218" /><Relationship Type="http://schemas.openxmlformats.org/officeDocument/2006/relationships/notesSlide" Target="/ppt/notesSlides/notesSlide2.xml" Id="Rb9ee4bddcdd4421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d54dc78bd8841a0" /><Relationship Type="http://schemas.openxmlformats.org/officeDocument/2006/relationships/notesSlide" Target="/ppt/notesSlides/notesSlide3.xml" Id="Rec965a1931384e5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c1e7adc588d4e65" /><Relationship Type="http://schemas.openxmlformats.org/officeDocument/2006/relationships/notesSlide" Target="/ppt/notesSlides/notesSlide4.xml" Id="R4fc0735d91f24b4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69e61c206a04c75" /><Relationship Type="http://schemas.openxmlformats.org/officeDocument/2006/relationships/notesSlide" Target="/ppt/notesSlides/notesSlide5.xml" Id="R6ba060e85227480a"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ad54c9dd5a74e5d" /><Relationship Type="http://schemas.openxmlformats.org/officeDocument/2006/relationships/notesSlide" Target="/ppt/notesSlides/notesSlide6.xml" Id="R2734036bc15c4ea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2adb6aae6fd4bf8" /><Relationship Type="http://schemas.openxmlformats.org/officeDocument/2006/relationships/notesSlide" Target="/ppt/notesSlides/notesSlide7.xml" Id="R673fe6bfaeb9413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02cca04a454455b" /><Relationship Type="http://schemas.openxmlformats.org/officeDocument/2006/relationships/notesSlide" Target="/ppt/notesSlides/notesSlide8.xml" Id="R824b70d113894af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abfbed2819c4deb" /><Relationship Type="http://schemas.openxmlformats.org/officeDocument/2006/relationships/notesSlide" Target="/ppt/notesSlides/notesSlide9.xml" Id="R4155863f5c1843a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6afeb707b3754069" /><Relationship Type="http://schemas.openxmlformats.org/officeDocument/2006/relationships/notesSlide" Target="/ppt/notesSlides/notesSlide10.xml" Id="R9b304619b6dd4d6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98a2e86236934b82" /><Relationship Type="http://schemas.openxmlformats.org/officeDocument/2006/relationships/notesSlide" Target="/ppt/notesSlides/notesSlide11.xml" Id="R374b0e41ebf7421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6555eb3836b14a43" /><Relationship Type="http://schemas.openxmlformats.org/officeDocument/2006/relationships/notesSlide" Target="/ppt/notesSlides/notesSlide12.xml" Id="R8ec4e77d4d73421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73ca952322054d1a" /><Relationship Type="http://schemas.openxmlformats.org/officeDocument/2006/relationships/image" Target="/ppt/media/image2.png" Id="R48f139521c664396" /><Relationship Type="http://schemas.openxmlformats.org/officeDocument/2006/relationships/notesSlide" Target="/ppt/notesSlides/notesSlide13.xml" Id="R62f735a2750a487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2519686c7ff24dd4" /><Relationship Type="http://schemas.openxmlformats.org/officeDocument/2006/relationships/hyperlink" Target="https://www.microsoft.com/en-us/frontier-company" TargetMode="External" Id="R713c109d6e004a6c" /><Relationship Type="http://schemas.openxmlformats.org/officeDocument/2006/relationships/hyperlink" Target="https://blogs.microsoft.com/blog/2026/07/02/microsoft-frontier-company-ai-engineering-that-amplifies-and-protects-your-intelligence/" TargetMode="External" Id="R2e1b5abdacf14086" /><Relationship Type="http://schemas.openxmlformats.org/officeDocument/2006/relationships/hyperlink" Target="https://learn.microsoft.com/en-us/microsoft-copilot-studio/fundamentals-what-is-copilot-studio" TargetMode="External" Id="R41097e876609400a" /><Relationship Type="http://schemas.openxmlformats.org/officeDocument/2006/relationships/hyperlink" Target="https://learn.microsoft.com/en-us/microsoft-copilot-studio/security-and-governance" TargetMode="External" Id="Rc4251eff2c3446f0" /><Relationship Type="http://schemas.openxmlformats.org/officeDocument/2006/relationships/notesSlide" Target="/ppt/notesSlides/notesSlide14.xml" Id="Ra8770a4ac9f741df" /></Relationships>
</file>

<file path=ppt/slides/slide1.xml><?xml version="1.0" encoding="utf-8"?>
<p:sld xmlns:p="http://schemas.openxmlformats.org/presentationml/2006/main">
  <p:cSld>
    <p:bg>
      <p:bgPr>
        <a:solidFill xmlns:a="http://schemas.openxmlformats.org/drawingml/2006/main">
          <a:srgbClr val="13262D"/>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0379F13-4830-4C54-8D3B-4CC695B756AC}"/>
              </a:ext>
            </a:extLst>
          </p:cNvPr>
          <p:cNvSpPr>
            <a:spLocks xmlns:a="http://schemas.openxmlformats.org/drawingml/2006/main" noGrp="1"/>
          </p:cNvSpPr>
          <p:nvPr/>
        </p:nvSpPr>
        <p:spPr>
          <a:xfrm xmlns:a="http://schemas.openxmlformats.org/drawingml/2006/main">
            <a:off x="609600" y="6486525"/>
            <a:ext cx="762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B1C0C4"/>
                </a:solidFill>
                <a:latin typeface="Segoe UI"/>
                <a:ea typeface="Segoe UI"/>
                <a:cs typeface="Segoe UI"/>
              </a:defRPr>
            </a:defPPr>
            <a:lvl1pPr algn="l">
              <a:defRPr sz="900" b="0">
                <a:solidFill>
                  <a:srgbClr val="B1C0C4"/>
                </a:solidFill>
                <a:latin typeface="Segoe UI"/>
                <a:ea typeface="Segoe UI"/>
                <a:cs typeface="Segoe UI"/>
              </a:defRPr>
            </a:lvl1pPr>
            <a:lvl2pPr algn="l">
              <a:defRPr sz="900" b="0">
                <a:solidFill>
                  <a:srgbClr val="B1C0C4"/>
                </a:solidFill>
                <a:latin typeface="Segoe UI"/>
                <a:ea typeface="Segoe UI"/>
                <a:cs typeface="Segoe UI"/>
              </a:defRPr>
            </a:lvl2pPr>
            <a:lvl3pPr algn="l">
              <a:defRPr sz="900" b="0">
                <a:solidFill>
                  <a:srgbClr val="B1C0C4"/>
                </a:solidFill>
                <a:latin typeface="Segoe UI"/>
                <a:ea typeface="Segoe UI"/>
                <a:cs typeface="Segoe UI"/>
              </a:defRPr>
            </a:lvl3pPr>
            <a:lvl4pPr algn="l">
              <a:defRPr sz="900" b="0">
                <a:solidFill>
                  <a:srgbClr val="B1C0C4"/>
                </a:solidFill>
                <a:latin typeface="Segoe UI"/>
                <a:ea typeface="Segoe UI"/>
                <a:cs typeface="Segoe UI"/>
              </a:defRPr>
            </a:lvl4pPr>
            <a:lvl5pPr algn="l">
              <a:defRPr sz="900" b="0">
                <a:solidFill>
                  <a:srgbClr val="B1C0C4"/>
                </a:solidFill>
                <a:latin typeface="Segoe UI"/>
                <a:ea typeface="Segoe UI"/>
                <a:cs typeface="Segoe UI"/>
              </a:defRPr>
            </a:lvl5pPr>
            <a:lvl6pPr algn="l">
              <a:defRPr sz="900" b="0">
                <a:solidFill>
                  <a:srgbClr val="B1C0C4"/>
                </a:solidFill>
                <a:latin typeface="Segoe UI"/>
                <a:ea typeface="Segoe UI"/>
                <a:cs typeface="Segoe UI"/>
              </a:defRPr>
            </a:lvl6pPr>
            <a:lvl7pPr algn="l">
              <a:defRPr sz="900" b="0">
                <a:solidFill>
                  <a:srgbClr val="B1C0C4"/>
                </a:solidFill>
                <a:latin typeface="Segoe UI"/>
                <a:ea typeface="Segoe UI"/>
                <a:cs typeface="Segoe UI"/>
              </a:defRPr>
            </a:lvl7pPr>
            <a:lvl8pPr algn="l">
              <a:defRPr sz="900" b="0">
                <a:solidFill>
                  <a:srgbClr val="B1C0C4"/>
                </a:solidFill>
                <a:latin typeface="Segoe UI"/>
                <a:ea typeface="Segoe UI"/>
                <a:cs typeface="Segoe UI"/>
              </a:defRPr>
            </a:lvl8pPr>
            <a:lvl9pPr algn="l">
              <a:defRPr sz="900" b="0">
                <a:solidFill>
                  <a:srgbClr val="B1C0C4"/>
                </a:solidFill>
                <a:latin typeface="Segoe UI"/>
                <a:ea typeface="Segoe UI"/>
                <a:cs typeface="Segoe UI"/>
              </a:defRPr>
            </a:lvl9pPr>
          </a:lstStyle>
          <a:p xmlns:a="http://schemas.openxmlformats.org/drawingml/2006/main">
            <a:pPr algn="l">
              <a:lnSpc>
                <a:spcPct val="108000"/>
              </a:lnSpc>
              <a:buNone/>
              <a:defRPr sz="900" b="0">
                <a:solidFill>
                  <a:srgbClr val="B1C0C4"/>
                </a:solidFill>
                <a:latin typeface="Segoe UI"/>
                <a:ea typeface="Segoe UI"/>
                <a:cs typeface="Segoe UI"/>
              </a:defRPr>
            </a:pPr>
            <a:r>
              <a:rPr sz="900" b="0">
                <a:solidFill>
                  <a:srgbClr val="B1C0C4"/>
                </a:solidFill>
                <a:latin typeface="Segoe UI"/>
                <a:ea typeface="Segoe UI"/>
                <a:cs typeface="Segoe UI"/>
              </a:rPr>
              <a:t>Meghan Fasano  /  Customer narrative concept</a:t>
            </a:r>
          </a:p>
        </p:txBody>
      </p:sp>
      <p:sp>
        <p:nvSpPr>
          <p:cNvPr id="2" name="">
            <a:extLst xmlns:a="http://schemas.openxmlformats.org/drawingml/2006/main">
              <a:ext uri="{FF2B5EF4-FFF2-40B4-BE49-F238E27FC236}">
                <a16:creationId xmlns:a16="http://schemas.microsoft.com/office/drawing/2014/main" id="{D55EA5C3-9A68-4D38-A8A6-0FDF9DFDF079}"/>
              </a:ext>
            </a:extLst>
          </p:cNvPr>
          <p:cNvSpPr>
            <a:spLocks xmlns:a="http://schemas.openxmlformats.org/drawingml/2006/main" noGrp="1"/>
          </p:cNvSpPr>
          <p:nvPr/>
        </p:nvSpPr>
        <p:spPr>
          <a:xfrm xmlns:a="http://schemas.openxmlformats.org/drawingml/2006/main">
            <a:off x="11049000" y="6438900"/>
            <a:ext cx="533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B1C0C4"/>
                </a:solidFill>
                <a:latin typeface="Segoe UI"/>
                <a:ea typeface="Segoe UI"/>
                <a:cs typeface="Segoe UI"/>
              </a:defRPr>
            </a:defPPr>
            <a:lvl1pPr algn="r">
              <a:defRPr sz="1200" b="0">
                <a:solidFill>
                  <a:srgbClr val="B1C0C4"/>
                </a:solidFill>
                <a:latin typeface="Segoe UI"/>
                <a:ea typeface="Segoe UI"/>
                <a:cs typeface="Segoe UI"/>
              </a:defRPr>
            </a:lvl1pPr>
            <a:lvl2pPr algn="r">
              <a:defRPr sz="1200" b="0">
                <a:solidFill>
                  <a:srgbClr val="B1C0C4"/>
                </a:solidFill>
                <a:latin typeface="Segoe UI"/>
                <a:ea typeface="Segoe UI"/>
                <a:cs typeface="Segoe UI"/>
              </a:defRPr>
            </a:lvl2pPr>
            <a:lvl3pPr algn="r">
              <a:defRPr sz="1200" b="0">
                <a:solidFill>
                  <a:srgbClr val="B1C0C4"/>
                </a:solidFill>
                <a:latin typeface="Segoe UI"/>
                <a:ea typeface="Segoe UI"/>
                <a:cs typeface="Segoe UI"/>
              </a:defRPr>
            </a:lvl3pPr>
            <a:lvl4pPr algn="r">
              <a:defRPr sz="1200" b="0">
                <a:solidFill>
                  <a:srgbClr val="B1C0C4"/>
                </a:solidFill>
                <a:latin typeface="Segoe UI"/>
                <a:ea typeface="Segoe UI"/>
                <a:cs typeface="Segoe UI"/>
              </a:defRPr>
            </a:lvl4pPr>
            <a:lvl5pPr algn="r">
              <a:defRPr sz="1200" b="0">
                <a:solidFill>
                  <a:srgbClr val="B1C0C4"/>
                </a:solidFill>
                <a:latin typeface="Segoe UI"/>
                <a:ea typeface="Segoe UI"/>
                <a:cs typeface="Segoe UI"/>
              </a:defRPr>
            </a:lvl5pPr>
            <a:lvl6pPr algn="r">
              <a:defRPr sz="1200" b="0">
                <a:solidFill>
                  <a:srgbClr val="B1C0C4"/>
                </a:solidFill>
                <a:latin typeface="Segoe UI"/>
                <a:ea typeface="Segoe UI"/>
                <a:cs typeface="Segoe UI"/>
              </a:defRPr>
            </a:lvl6pPr>
            <a:lvl7pPr algn="r">
              <a:defRPr sz="1200" b="0">
                <a:solidFill>
                  <a:srgbClr val="B1C0C4"/>
                </a:solidFill>
                <a:latin typeface="Segoe UI"/>
                <a:ea typeface="Segoe UI"/>
                <a:cs typeface="Segoe UI"/>
              </a:defRPr>
            </a:lvl7pPr>
            <a:lvl8pPr algn="r">
              <a:defRPr sz="1200" b="0">
                <a:solidFill>
                  <a:srgbClr val="B1C0C4"/>
                </a:solidFill>
                <a:latin typeface="Segoe UI"/>
                <a:ea typeface="Segoe UI"/>
                <a:cs typeface="Segoe UI"/>
              </a:defRPr>
            </a:lvl8pPr>
            <a:lvl9pPr algn="r">
              <a:defRPr sz="1200" b="0">
                <a:solidFill>
                  <a:srgbClr val="B1C0C4"/>
                </a:solidFill>
                <a:latin typeface="Segoe UI"/>
                <a:ea typeface="Segoe UI"/>
                <a:cs typeface="Segoe UI"/>
              </a:defRPr>
            </a:lvl9pPr>
          </a:lstStyle>
          <a:p xmlns:a="http://schemas.openxmlformats.org/drawingml/2006/main">
            <a:pPr algn="r">
              <a:lnSpc>
                <a:spcPct val="108000"/>
              </a:lnSpc>
              <a:buNone/>
              <a:defRPr sz="1200" b="0">
                <a:solidFill>
                  <a:srgbClr val="B1C0C4"/>
                </a:solidFill>
                <a:latin typeface="Segoe UI"/>
                <a:ea typeface="Segoe UI"/>
                <a:cs typeface="Segoe UI"/>
              </a:defRPr>
            </a:pPr>
            <a:r>
              <a:rPr sz="1200" b="0">
                <a:solidFill>
                  <a:srgbClr val="B1C0C4"/>
                </a:solidFill>
                <a:latin typeface="Segoe UI"/>
                <a:ea typeface="Segoe UI"/>
                <a:cs typeface="Segoe UI"/>
              </a:rPr>
              <a:t>01</a:t>
            </a:r>
          </a:p>
        </p:txBody>
      </p:sp>
      <p:pic>
        <p:nvPicPr>
          <p:cNvPr id="3" name="">
            <a:extLst xmlns:a="http://schemas.openxmlformats.org/drawingml/2006/main">
              <a:ext uri="{FF2B5EF4-FFF2-40B4-BE49-F238E27FC236}">
                <a16:creationId xmlns:a16="http://schemas.microsoft.com/office/drawing/2014/main" id="{84389422-F77B-49E5-B1FD-5F9AF453B6DE}"/>
              </a:ext>
            </a:extLst>
          </p:cNvPr>
          <p:cNvPicPr>
            <a:picLocks xmlns:a="http://schemas.openxmlformats.org/drawingml/2006/main" noChangeAspect="1"/>
          </p:cNvPicPr>
          <p:nvPr/>
        </p:nvPicPr>
        <p:blipFill>
          <a:blip xmlns:r="http://schemas.openxmlformats.org/officeDocument/2006/relationships" xmlns:a="http://schemas.openxmlformats.org/drawingml/2006/main" r:embed="R9ff864593f984e47"/>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2232F945-2CDA-47B9-A4C0-C2FC6429EFA2}"/>
              </a:ext>
            </a:extLst>
          </p:cNvPr>
          <p:cNvSpPr>
            <a:spLocks xmlns:a="http://schemas.openxmlformats.org/drawingml/2006/main" noGrp="1"/>
          </p:cNvSpPr>
          <p:nvPr/>
        </p:nvSpPr>
        <p:spPr>
          <a:xfrm xmlns:a="http://schemas.openxmlformats.org/drawingml/2006/main">
            <a:off x="0" y="0"/>
            <a:ext cx="5476875" cy="6858000"/>
          </a:xfrm>
          <a:prstGeom xmlns:a="http://schemas.openxmlformats.org/drawingml/2006/main" prst="rect">
            <a:avLst/>
          </a:prstGeom>
          <a:solidFill xmlns:a="http://schemas.openxmlformats.org/drawingml/2006/main">
            <a:srgbClr val="13262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3735AD8-FE2A-474C-BD59-E94FDAF34A57}"/>
              </a:ext>
            </a:extLst>
          </p:cNvPr>
          <p:cNvSpPr>
            <a:spLocks xmlns:a="http://schemas.openxmlformats.org/drawingml/2006/main" noGrp="1"/>
          </p:cNvSpPr>
          <p:nvPr/>
        </p:nvSpPr>
        <p:spPr>
          <a:xfrm xmlns:a="http://schemas.openxmlformats.org/drawingml/2006/main">
            <a:off x="609600" y="952500"/>
            <a:ext cx="5143500" cy="2857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5250" b="1">
                <a:solidFill>
                  <a:srgbClr val="FFFFFF"/>
                </a:solidFill>
                <a:latin typeface="Segoe UI"/>
                <a:ea typeface="Segoe UI"/>
                <a:cs typeface="Segoe UI"/>
              </a:defRPr>
            </a:defPPr>
            <a:lvl1pPr algn="l">
              <a:defRPr sz="5250" b="1">
                <a:solidFill>
                  <a:srgbClr val="FFFFFF"/>
                </a:solidFill>
                <a:latin typeface="Segoe UI"/>
                <a:ea typeface="Segoe UI"/>
                <a:cs typeface="Segoe UI"/>
              </a:defRPr>
            </a:lvl1pPr>
            <a:lvl2pPr algn="l">
              <a:defRPr sz="5250" b="1">
                <a:solidFill>
                  <a:srgbClr val="FFFFFF"/>
                </a:solidFill>
                <a:latin typeface="Segoe UI"/>
                <a:ea typeface="Segoe UI"/>
                <a:cs typeface="Segoe UI"/>
              </a:defRPr>
            </a:lvl2pPr>
            <a:lvl3pPr algn="l">
              <a:defRPr sz="5250" b="1">
                <a:solidFill>
                  <a:srgbClr val="FFFFFF"/>
                </a:solidFill>
                <a:latin typeface="Segoe UI"/>
                <a:ea typeface="Segoe UI"/>
                <a:cs typeface="Segoe UI"/>
              </a:defRPr>
            </a:lvl3pPr>
            <a:lvl4pPr algn="l">
              <a:defRPr sz="5250" b="1">
                <a:solidFill>
                  <a:srgbClr val="FFFFFF"/>
                </a:solidFill>
                <a:latin typeface="Segoe UI"/>
                <a:ea typeface="Segoe UI"/>
                <a:cs typeface="Segoe UI"/>
              </a:defRPr>
            </a:lvl4pPr>
            <a:lvl5pPr algn="l">
              <a:defRPr sz="5250" b="1">
                <a:solidFill>
                  <a:srgbClr val="FFFFFF"/>
                </a:solidFill>
                <a:latin typeface="Segoe UI"/>
                <a:ea typeface="Segoe UI"/>
                <a:cs typeface="Segoe UI"/>
              </a:defRPr>
            </a:lvl5pPr>
            <a:lvl6pPr algn="l">
              <a:defRPr sz="5250" b="1">
                <a:solidFill>
                  <a:srgbClr val="FFFFFF"/>
                </a:solidFill>
                <a:latin typeface="Segoe UI"/>
                <a:ea typeface="Segoe UI"/>
                <a:cs typeface="Segoe UI"/>
              </a:defRPr>
            </a:lvl6pPr>
            <a:lvl7pPr algn="l">
              <a:defRPr sz="5250" b="1">
                <a:solidFill>
                  <a:srgbClr val="FFFFFF"/>
                </a:solidFill>
                <a:latin typeface="Segoe UI"/>
                <a:ea typeface="Segoe UI"/>
                <a:cs typeface="Segoe UI"/>
              </a:defRPr>
            </a:lvl7pPr>
            <a:lvl8pPr algn="l">
              <a:defRPr sz="5250" b="1">
                <a:solidFill>
                  <a:srgbClr val="FFFFFF"/>
                </a:solidFill>
                <a:latin typeface="Segoe UI"/>
                <a:ea typeface="Segoe UI"/>
                <a:cs typeface="Segoe UI"/>
              </a:defRPr>
            </a:lvl8pPr>
            <a:lvl9pPr algn="l">
              <a:defRPr sz="5250" b="1">
                <a:solidFill>
                  <a:srgbClr val="FFFFFF"/>
                </a:solidFill>
                <a:latin typeface="Segoe UI"/>
                <a:ea typeface="Segoe UI"/>
                <a:cs typeface="Segoe UI"/>
              </a:defRPr>
            </a:lvl9pPr>
          </a:lstStyle>
          <a:p xmlns:a="http://schemas.openxmlformats.org/drawingml/2006/main">
            <a:pPr algn="l">
              <a:lnSpc>
                <a:spcPct val="108000"/>
              </a:lnSpc>
              <a:buNone/>
              <a:defRPr sz="5250" b="1">
                <a:solidFill>
                  <a:srgbClr val="FFFFFF"/>
                </a:solidFill>
                <a:latin typeface="Segoe UI"/>
                <a:ea typeface="Segoe UI"/>
                <a:cs typeface="Segoe UI"/>
              </a:defRPr>
            </a:pPr>
            <a:r>
              <a:rPr sz="5250" b="1">
                <a:solidFill>
                  <a:srgbClr val="FFFFFF"/>
                </a:solidFill>
                <a:latin typeface="Segoe UI"/>
                <a:ea typeface="Segoe UI"/>
                <a:cs typeface="Segoe UI"/>
              </a:rPr>
              <a:t>The promise</a:t>
            </a:r>
          </a:p>
          <a:p xmlns:a="http://schemas.openxmlformats.org/drawingml/2006/main">
            <a:pPr algn="l">
              <a:lnSpc>
                <a:spcPct val="108000"/>
              </a:lnSpc>
              <a:buNone/>
              <a:defRPr sz="5250" b="1">
                <a:solidFill>
                  <a:srgbClr val="FFFFFF"/>
                </a:solidFill>
                <a:latin typeface="Segoe UI"/>
                <a:ea typeface="Segoe UI"/>
                <a:cs typeface="Segoe UI"/>
              </a:defRPr>
            </a:pPr>
            <a:r>
              <a:rPr sz="5250" b="1">
                <a:solidFill>
                  <a:srgbClr val="FFFFFF"/>
                </a:solidFill>
                <a:latin typeface="Segoe UI"/>
                <a:ea typeface="Segoe UI"/>
                <a:cs typeface="Segoe UI"/>
              </a:rPr>
              <a:t>at the</a:t>
            </a:r>
          </a:p>
          <a:p xmlns:a="http://schemas.openxmlformats.org/drawingml/2006/main">
            <a:pPr algn="l">
              <a:lnSpc>
                <a:spcPct val="108000"/>
              </a:lnSpc>
              <a:buNone/>
              <a:defRPr sz="5250" b="1">
                <a:solidFill>
                  <a:srgbClr val="FFFFFF"/>
                </a:solidFill>
                <a:latin typeface="Segoe UI"/>
                <a:ea typeface="Segoe UI"/>
                <a:cs typeface="Segoe UI"/>
              </a:defRPr>
            </a:pPr>
            <a:r>
              <a:rPr sz="5250" b="1">
                <a:solidFill>
                  <a:srgbClr val="FFFFFF"/>
                </a:solidFill>
                <a:latin typeface="Segoe UI"/>
                <a:ea typeface="Segoe UI"/>
                <a:cs typeface="Segoe UI"/>
              </a:rPr>
              <a:t>other end</a:t>
            </a:r>
          </a:p>
        </p:txBody>
      </p:sp>
      <p:sp>
        <p:nvSpPr>
          <p:cNvPr id="6" name="">
            <a:extLst xmlns:a="http://schemas.openxmlformats.org/drawingml/2006/main">
              <a:ext uri="{FF2B5EF4-FFF2-40B4-BE49-F238E27FC236}">
                <a16:creationId xmlns:a16="http://schemas.microsoft.com/office/drawing/2014/main" id="{111E7BD5-647F-43F0-9A51-04E7E6286960}"/>
              </a:ext>
            </a:extLst>
          </p:cNvPr>
          <p:cNvSpPr>
            <a:spLocks xmlns:a="http://schemas.openxmlformats.org/drawingml/2006/main" noGrp="1"/>
          </p:cNvSpPr>
          <p:nvPr/>
        </p:nvSpPr>
        <p:spPr>
          <a:xfrm xmlns:a="http://schemas.openxmlformats.org/drawingml/2006/main">
            <a:off x="647700" y="4229100"/>
            <a:ext cx="4429125"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0">
                <a:solidFill>
                  <a:srgbClr val="D7E5E7"/>
                </a:solidFill>
                <a:latin typeface="Segoe UI"/>
                <a:ea typeface="Segoe UI"/>
                <a:cs typeface="Segoe UI"/>
              </a:defRPr>
            </a:defPPr>
            <a:lvl1pPr algn="l">
              <a:defRPr sz="2100" b="0">
                <a:solidFill>
                  <a:srgbClr val="D7E5E7"/>
                </a:solidFill>
                <a:latin typeface="Segoe UI"/>
                <a:ea typeface="Segoe UI"/>
                <a:cs typeface="Segoe UI"/>
              </a:defRPr>
            </a:lvl1pPr>
            <a:lvl2pPr algn="l">
              <a:defRPr sz="2100" b="0">
                <a:solidFill>
                  <a:srgbClr val="D7E5E7"/>
                </a:solidFill>
                <a:latin typeface="Segoe UI"/>
                <a:ea typeface="Segoe UI"/>
                <a:cs typeface="Segoe UI"/>
              </a:defRPr>
            </a:lvl2pPr>
            <a:lvl3pPr algn="l">
              <a:defRPr sz="2100" b="0">
                <a:solidFill>
                  <a:srgbClr val="D7E5E7"/>
                </a:solidFill>
                <a:latin typeface="Segoe UI"/>
                <a:ea typeface="Segoe UI"/>
                <a:cs typeface="Segoe UI"/>
              </a:defRPr>
            </a:lvl3pPr>
            <a:lvl4pPr algn="l">
              <a:defRPr sz="2100" b="0">
                <a:solidFill>
                  <a:srgbClr val="D7E5E7"/>
                </a:solidFill>
                <a:latin typeface="Segoe UI"/>
                <a:ea typeface="Segoe UI"/>
                <a:cs typeface="Segoe UI"/>
              </a:defRPr>
            </a:lvl4pPr>
            <a:lvl5pPr algn="l">
              <a:defRPr sz="2100" b="0">
                <a:solidFill>
                  <a:srgbClr val="D7E5E7"/>
                </a:solidFill>
                <a:latin typeface="Segoe UI"/>
                <a:ea typeface="Segoe UI"/>
                <a:cs typeface="Segoe UI"/>
              </a:defRPr>
            </a:lvl5pPr>
            <a:lvl6pPr algn="l">
              <a:defRPr sz="2100" b="0">
                <a:solidFill>
                  <a:srgbClr val="D7E5E7"/>
                </a:solidFill>
                <a:latin typeface="Segoe UI"/>
                <a:ea typeface="Segoe UI"/>
                <a:cs typeface="Segoe UI"/>
              </a:defRPr>
            </a:lvl6pPr>
            <a:lvl7pPr algn="l">
              <a:defRPr sz="2100" b="0">
                <a:solidFill>
                  <a:srgbClr val="D7E5E7"/>
                </a:solidFill>
                <a:latin typeface="Segoe UI"/>
                <a:ea typeface="Segoe UI"/>
                <a:cs typeface="Segoe UI"/>
              </a:defRPr>
            </a:lvl7pPr>
            <a:lvl8pPr algn="l">
              <a:defRPr sz="2100" b="0">
                <a:solidFill>
                  <a:srgbClr val="D7E5E7"/>
                </a:solidFill>
                <a:latin typeface="Segoe UI"/>
                <a:ea typeface="Segoe UI"/>
                <a:cs typeface="Segoe UI"/>
              </a:defRPr>
            </a:lvl8pPr>
            <a:lvl9pPr algn="l">
              <a:defRPr sz="2100" b="0">
                <a:solidFill>
                  <a:srgbClr val="D7E5E7"/>
                </a:solidFill>
                <a:latin typeface="Segoe UI"/>
                <a:ea typeface="Segoe UI"/>
                <a:cs typeface="Segoe UI"/>
              </a:defRPr>
            </a:lvl9pPr>
          </a:lstStyle>
          <a:p xmlns:a="http://schemas.openxmlformats.org/drawingml/2006/main">
            <a:pPr algn="l">
              <a:lnSpc>
                <a:spcPct val="108000"/>
              </a:lnSpc>
              <a:buNone/>
              <a:defRPr sz="2100" b="0">
                <a:solidFill>
                  <a:srgbClr val="D7E5E7"/>
                </a:solidFill>
                <a:latin typeface="Segoe UI"/>
                <a:ea typeface="Segoe UI"/>
                <a:cs typeface="Segoe UI"/>
              </a:defRPr>
            </a:pPr>
            <a:r>
              <a:rPr sz="2100" b="0">
                <a:solidFill>
                  <a:srgbClr val="D7E5E7"/>
                </a:solidFill>
                <a:latin typeface="Segoe UI"/>
                <a:ea typeface="Segoe UI"/>
                <a:cs typeface="Segoe UI"/>
              </a:rPr>
              <a:t>AI that helps your people deliver</a:t>
            </a:r>
          </a:p>
        </p:txBody>
      </p:sp>
      <p:sp>
        <p:nvSpPr>
          <p:cNvPr id="7" name="">
            <a:extLst xmlns:a="http://schemas.openxmlformats.org/drawingml/2006/main">
              <a:ext uri="{FF2B5EF4-FFF2-40B4-BE49-F238E27FC236}">
                <a16:creationId xmlns:a16="http://schemas.microsoft.com/office/drawing/2014/main" id="{1DFE353B-09AF-4357-82F2-E2F4338BC5D5}"/>
              </a:ext>
            </a:extLst>
          </p:cNvPr>
          <p:cNvSpPr>
            <a:spLocks xmlns:a="http://schemas.openxmlformats.org/drawingml/2006/main" noGrp="1"/>
          </p:cNvSpPr>
          <p:nvPr/>
        </p:nvSpPr>
        <p:spPr>
          <a:xfrm xmlns:a="http://schemas.openxmlformats.org/drawingml/2006/main">
            <a:off x="647700" y="5276850"/>
            <a:ext cx="4333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0">
                <a:solidFill>
                  <a:srgbClr val="AEC8D0"/>
                </a:solidFill>
                <a:latin typeface="Segoe UI"/>
                <a:ea typeface="Segoe UI"/>
                <a:cs typeface="Segoe UI"/>
              </a:defRPr>
            </a:defPPr>
            <a:lvl1pPr algn="l">
              <a:defRPr sz="1575" b="0">
                <a:solidFill>
                  <a:srgbClr val="AEC8D0"/>
                </a:solidFill>
                <a:latin typeface="Segoe UI"/>
                <a:ea typeface="Segoe UI"/>
                <a:cs typeface="Segoe UI"/>
              </a:defRPr>
            </a:lvl1pPr>
            <a:lvl2pPr algn="l">
              <a:defRPr sz="1575" b="0">
                <a:solidFill>
                  <a:srgbClr val="AEC8D0"/>
                </a:solidFill>
                <a:latin typeface="Segoe UI"/>
                <a:ea typeface="Segoe UI"/>
                <a:cs typeface="Segoe UI"/>
              </a:defRPr>
            </a:lvl2pPr>
            <a:lvl3pPr algn="l">
              <a:defRPr sz="1575" b="0">
                <a:solidFill>
                  <a:srgbClr val="AEC8D0"/>
                </a:solidFill>
                <a:latin typeface="Segoe UI"/>
                <a:ea typeface="Segoe UI"/>
                <a:cs typeface="Segoe UI"/>
              </a:defRPr>
            </a:lvl3pPr>
            <a:lvl4pPr algn="l">
              <a:defRPr sz="1575" b="0">
                <a:solidFill>
                  <a:srgbClr val="AEC8D0"/>
                </a:solidFill>
                <a:latin typeface="Segoe UI"/>
                <a:ea typeface="Segoe UI"/>
                <a:cs typeface="Segoe UI"/>
              </a:defRPr>
            </a:lvl4pPr>
            <a:lvl5pPr algn="l">
              <a:defRPr sz="1575" b="0">
                <a:solidFill>
                  <a:srgbClr val="AEC8D0"/>
                </a:solidFill>
                <a:latin typeface="Segoe UI"/>
                <a:ea typeface="Segoe UI"/>
                <a:cs typeface="Segoe UI"/>
              </a:defRPr>
            </a:lvl5pPr>
            <a:lvl6pPr algn="l">
              <a:defRPr sz="1575" b="0">
                <a:solidFill>
                  <a:srgbClr val="AEC8D0"/>
                </a:solidFill>
                <a:latin typeface="Segoe UI"/>
                <a:ea typeface="Segoe UI"/>
                <a:cs typeface="Segoe UI"/>
              </a:defRPr>
            </a:lvl6pPr>
            <a:lvl7pPr algn="l">
              <a:defRPr sz="1575" b="0">
                <a:solidFill>
                  <a:srgbClr val="AEC8D0"/>
                </a:solidFill>
                <a:latin typeface="Segoe UI"/>
                <a:ea typeface="Segoe UI"/>
                <a:cs typeface="Segoe UI"/>
              </a:defRPr>
            </a:lvl7pPr>
            <a:lvl8pPr algn="l">
              <a:defRPr sz="1575" b="0">
                <a:solidFill>
                  <a:srgbClr val="AEC8D0"/>
                </a:solidFill>
                <a:latin typeface="Segoe UI"/>
                <a:ea typeface="Segoe UI"/>
                <a:cs typeface="Segoe UI"/>
              </a:defRPr>
            </a:lvl8pPr>
            <a:lvl9pPr algn="l">
              <a:defRPr sz="1575" b="0">
                <a:solidFill>
                  <a:srgbClr val="AEC8D0"/>
                </a:solidFill>
                <a:latin typeface="Segoe UI"/>
                <a:ea typeface="Segoe UI"/>
                <a:cs typeface="Segoe UI"/>
              </a:defRPr>
            </a:lvl9pPr>
          </a:lstStyle>
          <a:p xmlns:a="http://schemas.openxmlformats.org/drawingml/2006/main">
            <a:pPr algn="l">
              <a:lnSpc>
                <a:spcPct val="108000"/>
              </a:lnSpc>
              <a:buNone/>
              <a:defRPr sz="1575" b="0">
                <a:solidFill>
                  <a:srgbClr val="AEC8D0"/>
                </a:solidFill>
                <a:latin typeface="Segoe UI"/>
                <a:ea typeface="Segoe UI"/>
                <a:cs typeface="Segoe UI"/>
              </a:defRPr>
            </a:pPr>
            <a:r>
              <a:rPr sz="1575" b="0">
                <a:solidFill>
                  <a:srgbClr val="AEC8D0"/>
                </a:solidFill>
                <a:latin typeface="Segoe UI"/>
                <a:ea typeface="Segoe UI"/>
                <a:cs typeface="Segoe UI"/>
              </a:rPr>
              <a:t>A customer story for</a:t>
            </a:r>
          </a:p>
          <a:p xmlns:a="http://schemas.openxmlformats.org/drawingml/2006/main">
            <a:pPr algn="l">
              <a:lnSpc>
                <a:spcPct val="108000"/>
              </a:lnSpc>
              <a:buNone/>
              <a:defRPr sz="1575" b="0">
                <a:solidFill>
                  <a:srgbClr val="AEC8D0"/>
                </a:solidFill>
                <a:latin typeface="Segoe UI"/>
                <a:ea typeface="Segoe UI"/>
                <a:cs typeface="Segoe UI"/>
              </a:defRPr>
            </a:pPr>
            <a:r>
              <a:rPr sz="1575" b="0">
                <a:solidFill>
                  <a:srgbClr val="AEC8D0"/>
                </a:solidFill>
                <a:latin typeface="Segoe UI"/>
                <a:ea typeface="Segoe UI"/>
                <a:cs typeface="Segoe UI"/>
              </a:rPr>
              <a:t>Microsoft Frontier Company</a:t>
            </a:r>
          </a:p>
        </p:txBody>
      </p:sp>
      <p:sp>
        <p:nvSpPr>
          <p:cNvPr id="8" name="">
            <a:extLst xmlns:a="http://schemas.openxmlformats.org/drawingml/2006/main">
              <a:ext uri="{FF2B5EF4-FFF2-40B4-BE49-F238E27FC236}">
                <a16:creationId xmlns:a16="http://schemas.microsoft.com/office/drawing/2014/main" id="{66A841E6-23EC-4095-845B-CEB07C95B14D}"/>
              </a:ext>
            </a:extLst>
          </p:cNvPr>
          <p:cNvSpPr>
            <a:spLocks xmlns:a="http://schemas.openxmlformats.org/drawingml/2006/main" noGrp="1"/>
          </p:cNvSpPr>
          <p:nvPr/>
        </p:nvSpPr>
        <p:spPr>
          <a:xfrm xmlns:a="http://schemas.openxmlformats.org/drawingml/2006/main">
            <a:off x="647700" y="6181725"/>
            <a:ext cx="45243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75" b="0">
                <a:solidFill>
                  <a:srgbClr val="ADC0C6"/>
                </a:solidFill>
                <a:latin typeface="Segoe UI"/>
                <a:ea typeface="Segoe UI"/>
                <a:cs typeface="Segoe UI"/>
              </a:defRPr>
            </a:defPPr>
            <a:lvl1pPr algn="l">
              <a:defRPr sz="975" b="0">
                <a:solidFill>
                  <a:srgbClr val="ADC0C6"/>
                </a:solidFill>
                <a:latin typeface="Segoe UI"/>
                <a:ea typeface="Segoe UI"/>
                <a:cs typeface="Segoe UI"/>
              </a:defRPr>
            </a:lvl1pPr>
            <a:lvl2pPr algn="l">
              <a:defRPr sz="975" b="0">
                <a:solidFill>
                  <a:srgbClr val="ADC0C6"/>
                </a:solidFill>
                <a:latin typeface="Segoe UI"/>
                <a:ea typeface="Segoe UI"/>
                <a:cs typeface="Segoe UI"/>
              </a:defRPr>
            </a:lvl2pPr>
            <a:lvl3pPr algn="l">
              <a:defRPr sz="975" b="0">
                <a:solidFill>
                  <a:srgbClr val="ADC0C6"/>
                </a:solidFill>
                <a:latin typeface="Segoe UI"/>
                <a:ea typeface="Segoe UI"/>
                <a:cs typeface="Segoe UI"/>
              </a:defRPr>
            </a:lvl3pPr>
            <a:lvl4pPr algn="l">
              <a:defRPr sz="975" b="0">
                <a:solidFill>
                  <a:srgbClr val="ADC0C6"/>
                </a:solidFill>
                <a:latin typeface="Segoe UI"/>
                <a:ea typeface="Segoe UI"/>
                <a:cs typeface="Segoe UI"/>
              </a:defRPr>
            </a:lvl4pPr>
            <a:lvl5pPr algn="l">
              <a:defRPr sz="975" b="0">
                <a:solidFill>
                  <a:srgbClr val="ADC0C6"/>
                </a:solidFill>
                <a:latin typeface="Segoe UI"/>
                <a:ea typeface="Segoe UI"/>
                <a:cs typeface="Segoe UI"/>
              </a:defRPr>
            </a:lvl5pPr>
            <a:lvl6pPr algn="l">
              <a:defRPr sz="975" b="0">
                <a:solidFill>
                  <a:srgbClr val="ADC0C6"/>
                </a:solidFill>
                <a:latin typeface="Segoe UI"/>
                <a:ea typeface="Segoe UI"/>
                <a:cs typeface="Segoe UI"/>
              </a:defRPr>
            </a:lvl6pPr>
            <a:lvl7pPr algn="l">
              <a:defRPr sz="975" b="0">
                <a:solidFill>
                  <a:srgbClr val="ADC0C6"/>
                </a:solidFill>
                <a:latin typeface="Segoe UI"/>
                <a:ea typeface="Segoe UI"/>
                <a:cs typeface="Segoe UI"/>
              </a:defRPr>
            </a:lvl7pPr>
            <a:lvl8pPr algn="l">
              <a:defRPr sz="975" b="0">
                <a:solidFill>
                  <a:srgbClr val="ADC0C6"/>
                </a:solidFill>
                <a:latin typeface="Segoe UI"/>
                <a:ea typeface="Segoe UI"/>
                <a:cs typeface="Segoe UI"/>
              </a:defRPr>
            </a:lvl8pPr>
            <a:lvl9pPr algn="l">
              <a:defRPr sz="975" b="0">
                <a:solidFill>
                  <a:srgbClr val="ADC0C6"/>
                </a:solidFill>
                <a:latin typeface="Segoe UI"/>
                <a:ea typeface="Segoe UI"/>
                <a:cs typeface="Segoe UI"/>
              </a:defRPr>
            </a:lvl9pPr>
          </a:lstStyle>
          <a:p xmlns:a="http://schemas.openxmlformats.org/drawingml/2006/main">
            <a:pPr algn="l">
              <a:lnSpc>
                <a:spcPct val="108000"/>
              </a:lnSpc>
              <a:buNone/>
              <a:defRPr sz="975" b="0">
                <a:solidFill>
                  <a:srgbClr val="ADC0C6"/>
                </a:solidFill>
                <a:latin typeface="Segoe UI"/>
                <a:ea typeface="Segoe UI"/>
                <a:cs typeface="Segoe UI"/>
              </a:defRPr>
            </a:pPr>
            <a:r>
              <a:rPr sz="975" b="0">
                <a:solidFill>
                  <a:srgbClr val="ADC0C6"/>
                </a:solidFill>
                <a:latin typeface="Segoe UI"/>
                <a:ea typeface="Segoe UI"/>
                <a:cs typeface="Segoe UI"/>
              </a:rPr>
              <a:t>Independent concept by Meghan Fasano</a:t>
            </a:r>
          </a:p>
          <a:p xmlns:a="http://schemas.openxmlformats.org/drawingml/2006/main">
            <a:pPr algn="l">
              <a:lnSpc>
                <a:spcPct val="108000"/>
              </a:lnSpc>
              <a:buNone/>
              <a:defRPr sz="975" b="0">
                <a:solidFill>
                  <a:srgbClr val="ADC0C6"/>
                </a:solidFill>
                <a:latin typeface="Segoe UI"/>
                <a:ea typeface="Segoe UI"/>
                <a:cs typeface="Segoe UI"/>
              </a:defRPr>
            </a:pPr>
            <a:r>
              <a:rPr sz="975" b="0">
                <a:solidFill>
                  <a:srgbClr val="ADC0C6"/>
                </a:solidFill>
                <a:latin typeface="Segoe UI"/>
                <a:ea typeface="Segoe UI"/>
                <a:cs typeface="Segoe UI"/>
              </a:rPr>
              <a:t>Fictional scenario. Not official Microsoft material.</a:t>
            </a:r>
          </a:p>
        </p:txBody>
      </p:sp>
    </p:spTree>
    <p:extLst>
      <p:ext uri="{BB962C8B-B14F-4D97-AF65-F5344CB8AC3E}">
        <p14:creationId xmlns:p14="http://schemas.microsoft.com/office/powerpoint/2010/main" val="854201959"/>
      </p:ext>
    </p:extLst>
  </p:cSld>
</p:sld>
</file>

<file path=ppt/slides/slide2.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A6EDBE2-09DC-4968-B5AA-0BA14A6115E5}"/>
              </a:ext>
            </a:extLst>
          </p:cNvPr>
          <p:cNvSpPr>
            <a:spLocks xmlns:a="http://schemas.openxmlformats.org/drawingml/2006/main" noGrp="1"/>
          </p:cNvSpPr>
          <p:nvPr/>
        </p:nvSpPr>
        <p:spPr>
          <a:xfrm xmlns:a="http://schemas.openxmlformats.org/drawingml/2006/main">
            <a:off x="609600" y="6486525"/>
            <a:ext cx="762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57666C"/>
                </a:solidFill>
                <a:latin typeface="Segoe UI"/>
                <a:ea typeface="Segoe UI"/>
                <a:cs typeface="Segoe UI"/>
              </a:defRPr>
            </a:defPPr>
            <a:lvl1pPr algn="l">
              <a:defRPr sz="900" b="0">
                <a:solidFill>
                  <a:srgbClr val="57666C"/>
                </a:solidFill>
                <a:latin typeface="Segoe UI"/>
                <a:ea typeface="Segoe UI"/>
                <a:cs typeface="Segoe UI"/>
              </a:defRPr>
            </a:lvl1pPr>
            <a:lvl2pPr algn="l">
              <a:defRPr sz="900" b="0">
                <a:solidFill>
                  <a:srgbClr val="57666C"/>
                </a:solidFill>
                <a:latin typeface="Segoe UI"/>
                <a:ea typeface="Segoe UI"/>
                <a:cs typeface="Segoe UI"/>
              </a:defRPr>
            </a:lvl2pPr>
            <a:lvl3pPr algn="l">
              <a:defRPr sz="900" b="0">
                <a:solidFill>
                  <a:srgbClr val="57666C"/>
                </a:solidFill>
                <a:latin typeface="Segoe UI"/>
                <a:ea typeface="Segoe UI"/>
                <a:cs typeface="Segoe UI"/>
              </a:defRPr>
            </a:lvl3pPr>
            <a:lvl4pPr algn="l">
              <a:defRPr sz="900" b="0">
                <a:solidFill>
                  <a:srgbClr val="57666C"/>
                </a:solidFill>
                <a:latin typeface="Segoe UI"/>
                <a:ea typeface="Segoe UI"/>
                <a:cs typeface="Segoe UI"/>
              </a:defRPr>
            </a:lvl4pPr>
            <a:lvl5pPr algn="l">
              <a:defRPr sz="900" b="0">
                <a:solidFill>
                  <a:srgbClr val="57666C"/>
                </a:solidFill>
                <a:latin typeface="Segoe UI"/>
                <a:ea typeface="Segoe UI"/>
                <a:cs typeface="Segoe UI"/>
              </a:defRPr>
            </a:lvl5pPr>
            <a:lvl6pPr algn="l">
              <a:defRPr sz="900" b="0">
                <a:solidFill>
                  <a:srgbClr val="57666C"/>
                </a:solidFill>
                <a:latin typeface="Segoe UI"/>
                <a:ea typeface="Segoe UI"/>
                <a:cs typeface="Segoe UI"/>
              </a:defRPr>
            </a:lvl6pPr>
            <a:lvl7pPr algn="l">
              <a:defRPr sz="900" b="0">
                <a:solidFill>
                  <a:srgbClr val="57666C"/>
                </a:solidFill>
                <a:latin typeface="Segoe UI"/>
                <a:ea typeface="Segoe UI"/>
                <a:cs typeface="Segoe UI"/>
              </a:defRPr>
            </a:lvl7pPr>
            <a:lvl8pPr algn="l">
              <a:defRPr sz="900" b="0">
                <a:solidFill>
                  <a:srgbClr val="57666C"/>
                </a:solidFill>
                <a:latin typeface="Segoe UI"/>
                <a:ea typeface="Segoe UI"/>
                <a:cs typeface="Segoe UI"/>
              </a:defRPr>
            </a:lvl8pPr>
            <a:lvl9pPr algn="l">
              <a:defRPr sz="900" b="0">
                <a:solidFill>
                  <a:srgbClr val="57666C"/>
                </a:solidFill>
                <a:latin typeface="Segoe UI"/>
                <a:ea typeface="Segoe UI"/>
                <a:cs typeface="Segoe UI"/>
              </a:defRPr>
            </a:lvl9pPr>
          </a:lstStyle>
          <a:p xmlns:a="http://schemas.openxmlformats.org/drawingml/2006/main">
            <a:pPr algn="l">
              <a:lnSpc>
                <a:spcPct val="108000"/>
              </a:lnSpc>
              <a:buNone/>
              <a:defRPr sz="900" b="0">
                <a:solidFill>
                  <a:srgbClr val="57666C"/>
                </a:solidFill>
                <a:latin typeface="Segoe UI"/>
                <a:ea typeface="Segoe UI"/>
                <a:cs typeface="Segoe UI"/>
              </a:defRPr>
            </a:pPr>
            <a:r>
              <a:rPr sz="900" b="0">
                <a:solidFill>
                  <a:srgbClr val="57666C"/>
                </a:solidFill>
                <a:latin typeface="Segoe UI"/>
                <a:ea typeface="Segoe UI"/>
                <a:cs typeface="Segoe UI"/>
              </a:rPr>
              <a:t>Meghan Fasano  /  Customer narrative concept</a:t>
            </a:r>
          </a:p>
        </p:txBody>
      </p:sp>
      <p:sp>
        <p:nvSpPr>
          <p:cNvPr id="2" name="">
            <a:extLst xmlns:a="http://schemas.openxmlformats.org/drawingml/2006/main">
              <a:ext uri="{FF2B5EF4-FFF2-40B4-BE49-F238E27FC236}">
                <a16:creationId xmlns:a16="http://schemas.microsoft.com/office/drawing/2014/main" id="{31551F9B-6BC7-4DDA-B145-A13AE5D94BD8}"/>
              </a:ext>
            </a:extLst>
          </p:cNvPr>
          <p:cNvSpPr>
            <a:spLocks xmlns:a="http://schemas.openxmlformats.org/drawingml/2006/main" noGrp="1"/>
          </p:cNvSpPr>
          <p:nvPr/>
        </p:nvSpPr>
        <p:spPr>
          <a:xfrm xmlns:a="http://schemas.openxmlformats.org/drawingml/2006/main">
            <a:off x="11049000" y="6438900"/>
            <a:ext cx="533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57666C"/>
                </a:solidFill>
                <a:latin typeface="Segoe UI"/>
                <a:ea typeface="Segoe UI"/>
                <a:cs typeface="Segoe UI"/>
              </a:defRPr>
            </a:defPPr>
            <a:lvl1pPr algn="r">
              <a:defRPr sz="1200" b="0">
                <a:solidFill>
                  <a:srgbClr val="57666C"/>
                </a:solidFill>
                <a:latin typeface="Segoe UI"/>
                <a:ea typeface="Segoe UI"/>
                <a:cs typeface="Segoe UI"/>
              </a:defRPr>
            </a:lvl1pPr>
            <a:lvl2pPr algn="r">
              <a:defRPr sz="1200" b="0">
                <a:solidFill>
                  <a:srgbClr val="57666C"/>
                </a:solidFill>
                <a:latin typeface="Segoe UI"/>
                <a:ea typeface="Segoe UI"/>
                <a:cs typeface="Segoe UI"/>
              </a:defRPr>
            </a:lvl2pPr>
            <a:lvl3pPr algn="r">
              <a:defRPr sz="1200" b="0">
                <a:solidFill>
                  <a:srgbClr val="57666C"/>
                </a:solidFill>
                <a:latin typeface="Segoe UI"/>
                <a:ea typeface="Segoe UI"/>
                <a:cs typeface="Segoe UI"/>
              </a:defRPr>
            </a:lvl3pPr>
            <a:lvl4pPr algn="r">
              <a:defRPr sz="1200" b="0">
                <a:solidFill>
                  <a:srgbClr val="57666C"/>
                </a:solidFill>
                <a:latin typeface="Segoe UI"/>
                <a:ea typeface="Segoe UI"/>
                <a:cs typeface="Segoe UI"/>
              </a:defRPr>
            </a:lvl4pPr>
            <a:lvl5pPr algn="r">
              <a:defRPr sz="1200" b="0">
                <a:solidFill>
                  <a:srgbClr val="57666C"/>
                </a:solidFill>
                <a:latin typeface="Segoe UI"/>
                <a:ea typeface="Segoe UI"/>
                <a:cs typeface="Segoe UI"/>
              </a:defRPr>
            </a:lvl5pPr>
            <a:lvl6pPr algn="r">
              <a:defRPr sz="1200" b="0">
                <a:solidFill>
                  <a:srgbClr val="57666C"/>
                </a:solidFill>
                <a:latin typeface="Segoe UI"/>
                <a:ea typeface="Segoe UI"/>
                <a:cs typeface="Segoe UI"/>
              </a:defRPr>
            </a:lvl6pPr>
            <a:lvl7pPr algn="r">
              <a:defRPr sz="1200" b="0">
                <a:solidFill>
                  <a:srgbClr val="57666C"/>
                </a:solidFill>
                <a:latin typeface="Segoe UI"/>
                <a:ea typeface="Segoe UI"/>
                <a:cs typeface="Segoe UI"/>
              </a:defRPr>
            </a:lvl7pPr>
            <a:lvl8pPr algn="r">
              <a:defRPr sz="1200" b="0">
                <a:solidFill>
                  <a:srgbClr val="57666C"/>
                </a:solidFill>
                <a:latin typeface="Segoe UI"/>
                <a:ea typeface="Segoe UI"/>
                <a:cs typeface="Segoe UI"/>
              </a:defRPr>
            </a:lvl8pPr>
            <a:lvl9pPr algn="r">
              <a:defRPr sz="1200" b="0">
                <a:solidFill>
                  <a:srgbClr val="57666C"/>
                </a:solidFill>
                <a:latin typeface="Segoe UI"/>
                <a:ea typeface="Segoe UI"/>
                <a:cs typeface="Segoe UI"/>
              </a:defRPr>
            </a:lvl9pPr>
          </a:lstStyle>
          <a:p xmlns:a="http://schemas.openxmlformats.org/drawingml/2006/main">
            <a:pPr algn="r">
              <a:lnSpc>
                <a:spcPct val="108000"/>
              </a:lnSpc>
              <a:buNone/>
              <a:defRPr sz="1200" b="0">
                <a:solidFill>
                  <a:srgbClr val="57666C"/>
                </a:solidFill>
                <a:latin typeface="Segoe UI"/>
                <a:ea typeface="Segoe UI"/>
                <a:cs typeface="Segoe UI"/>
              </a:defRPr>
            </a:pPr>
            <a:r>
              <a:rPr sz="1200" b="0">
                <a:solidFill>
                  <a:srgbClr val="57666C"/>
                </a:solidFill>
                <a:latin typeface="Segoe UI"/>
                <a:ea typeface="Segoe UI"/>
                <a:cs typeface="Segoe UI"/>
              </a:rPr>
              <a:t>02</a:t>
            </a:r>
          </a:p>
        </p:txBody>
      </p:sp>
      <p:sp>
        <p:nvSpPr>
          <p:cNvPr id="3" name="">
            <a:extLst xmlns:a="http://schemas.openxmlformats.org/drawingml/2006/main">
              <a:ext uri="{FF2B5EF4-FFF2-40B4-BE49-F238E27FC236}">
                <a16:creationId xmlns:a16="http://schemas.microsoft.com/office/drawing/2014/main" id="{DF6EBB14-15A2-499E-9E1B-DBA8C24C4D83}"/>
              </a:ext>
            </a:extLst>
          </p:cNvPr>
          <p:cNvSpPr>
            <a:spLocks xmlns:a="http://schemas.openxmlformats.org/drawingml/2006/main" noGrp="1"/>
          </p:cNvSpPr>
          <p:nvPr/>
        </p:nvSpPr>
        <p:spPr>
          <a:xfrm xmlns:a="http://schemas.openxmlformats.org/drawingml/2006/main">
            <a:off x="609600" y="914400"/>
            <a:ext cx="10572750" cy="1952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4800" b="1">
                <a:solidFill>
                  <a:srgbClr val="13262D"/>
                </a:solidFill>
                <a:latin typeface="Segoe UI"/>
                <a:ea typeface="Segoe UI"/>
                <a:cs typeface="Segoe UI"/>
              </a:defRPr>
            </a:defPPr>
            <a:lvl1pPr algn="l">
              <a:defRPr sz="4800" b="1">
                <a:solidFill>
                  <a:srgbClr val="13262D"/>
                </a:solidFill>
                <a:latin typeface="Segoe UI"/>
                <a:ea typeface="Segoe UI"/>
                <a:cs typeface="Segoe UI"/>
              </a:defRPr>
            </a:lvl1pPr>
            <a:lvl2pPr algn="l">
              <a:defRPr sz="4800" b="1">
                <a:solidFill>
                  <a:srgbClr val="13262D"/>
                </a:solidFill>
                <a:latin typeface="Segoe UI"/>
                <a:ea typeface="Segoe UI"/>
                <a:cs typeface="Segoe UI"/>
              </a:defRPr>
            </a:lvl2pPr>
            <a:lvl3pPr algn="l">
              <a:defRPr sz="4800" b="1">
                <a:solidFill>
                  <a:srgbClr val="13262D"/>
                </a:solidFill>
                <a:latin typeface="Segoe UI"/>
                <a:ea typeface="Segoe UI"/>
                <a:cs typeface="Segoe UI"/>
              </a:defRPr>
            </a:lvl3pPr>
            <a:lvl4pPr algn="l">
              <a:defRPr sz="4800" b="1">
                <a:solidFill>
                  <a:srgbClr val="13262D"/>
                </a:solidFill>
                <a:latin typeface="Segoe UI"/>
                <a:ea typeface="Segoe UI"/>
                <a:cs typeface="Segoe UI"/>
              </a:defRPr>
            </a:lvl4pPr>
            <a:lvl5pPr algn="l">
              <a:defRPr sz="4800" b="1">
                <a:solidFill>
                  <a:srgbClr val="13262D"/>
                </a:solidFill>
                <a:latin typeface="Segoe UI"/>
                <a:ea typeface="Segoe UI"/>
                <a:cs typeface="Segoe UI"/>
              </a:defRPr>
            </a:lvl5pPr>
            <a:lvl6pPr algn="l">
              <a:defRPr sz="4800" b="1">
                <a:solidFill>
                  <a:srgbClr val="13262D"/>
                </a:solidFill>
                <a:latin typeface="Segoe UI"/>
                <a:ea typeface="Segoe UI"/>
                <a:cs typeface="Segoe UI"/>
              </a:defRPr>
            </a:lvl6pPr>
            <a:lvl7pPr algn="l">
              <a:defRPr sz="4800" b="1">
                <a:solidFill>
                  <a:srgbClr val="13262D"/>
                </a:solidFill>
                <a:latin typeface="Segoe UI"/>
                <a:ea typeface="Segoe UI"/>
                <a:cs typeface="Segoe UI"/>
              </a:defRPr>
            </a:lvl7pPr>
            <a:lvl8pPr algn="l">
              <a:defRPr sz="4800" b="1">
                <a:solidFill>
                  <a:srgbClr val="13262D"/>
                </a:solidFill>
                <a:latin typeface="Segoe UI"/>
                <a:ea typeface="Segoe UI"/>
                <a:cs typeface="Segoe UI"/>
              </a:defRPr>
            </a:lvl8pPr>
            <a:lvl9pPr algn="l">
              <a:defRPr sz="4800" b="1">
                <a:solidFill>
                  <a:srgbClr val="13262D"/>
                </a:solidFill>
                <a:latin typeface="Segoe UI"/>
                <a:ea typeface="Segoe UI"/>
                <a:cs typeface="Segoe UI"/>
              </a:defRPr>
            </a:lvl9pPr>
          </a:lstStyle>
          <a:p xmlns:a="http://schemas.openxmlformats.org/drawingml/2006/main">
            <a:pPr algn="l">
              <a:lnSpc>
                <a:spcPct val="108000"/>
              </a:lnSpc>
              <a:buNone/>
              <a:defRPr sz="4800" b="1">
                <a:solidFill>
                  <a:srgbClr val="13262D"/>
                </a:solidFill>
                <a:latin typeface="Segoe UI"/>
                <a:ea typeface="Segoe UI"/>
                <a:cs typeface="Segoe UI"/>
              </a:defRPr>
            </a:pPr>
            <a:r>
              <a:rPr sz="4800" b="1">
                <a:solidFill>
                  <a:srgbClr val="13262D"/>
                </a:solidFill>
                <a:latin typeface="Segoe UI"/>
                <a:ea typeface="Segoe UI"/>
                <a:cs typeface="Segoe UI"/>
              </a:rPr>
              <a:t>“We open on Friday.</a:t>
            </a:r>
          </a:p>
          <a:p xmlns:a="http://schemas.openxmlformats.org/drawingml/2006/main">
            <a:pPr algn="l">
              <a:lnSpc>
                <a:spcPct val="108000"/>
              </a:lnSpc>
              <a:buNone/>
              <a:defRPr sz="4800" b="1">
                <a:solidFill>
                  <a:srgbClr val="13262D"/>
                </a:solidFill>
                <a:latin typeface="Segoe UI"/>
                <a:ea typeface="Segoe UI"/>
                <a:cs typeface="Segoe UI"/>
              </a:defRPr>
            </a:pPr>
            <a:r>
              <a:rPr sz="4800" b="1">
                <a:solidFill>
                  <a:srgbClr val="13262D"/>
                </a:solidFill>
                <a:latin typeface="Segoe UI"/>
                <a:ea typeface="Segoe UI"/>
                <a:cs typeface="Segoe UI"/>
              </a:rPr>
              <a:t>Will we be ready?”</a:t>
            </a:r>
          </a:p>
        </p:txBody>
      </p:sp>
      <p:sp>
        <p:nvSpPr>
          <p:cNvPr id="4" name="">
            <a:extLst xmlns:a="http://schemas.openxmlformats.org/drawingml/2006/main">
              <a:ext uri="{FF2B5EF4-FFF2-40B4-BE49-F238E27FC236}">
                <a16:creationId xmlns:a16="http://schemas.microsoft.com/office/drawing/2014/main" id="{F042C1F9-7505-4B2B-8838-00ECEC463CC8}"/>
              </a:ext>
            </a:extLst>
          </p:cNvPr>
          <p:cNvSpPr>
            <a:spLocks xmlns:a="http://schemas.openxmlformats.org/drawingml/2006/main" noGrp="1"/>
          </p:cNvSpPr>
          <p:nvPr/>
        </p:nvSpPr>
        <p:spPr>
          <a:xfrm xmlns:a="http://schemas.openxmlformats.org/drawingml/2006/main">
            <a:off x="647700" y="3371850"/>
            <a:ext cx="914400" cy="47625"/>
          </a:xfrm>
          <a:prstGeom xmlns:a="http://schemas.openxmlformats.org/drawingml/2006/main" prst="rect">
            <a:avLst/>
          </a:prstGeom>
          <a:solidFill xmlns:a="http://schemas.openxmlformats.org/drawingml/2006/main">
            <a:srgbClr val="2158D5"/>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44D0F370-9BCD-4624-91D9-16BAA84300F9}"/>
              </a:ext>
            </a:extLst>
          </p:cNvPr>
          <p:cNvSpPr>
            <a:spLocks xmlns:a="http://schemas.openxmlformats.org/drawingml/2006/main" noGrp="1"/>
          </p:cNvSpPr>
          <p:nvPr/>
        </p:nvSpPr>
        <p:spPr>
          <a:xfrm xmlns:a="http://schemas.openxmlformats.org/drawingml/2006/main">
            <a:off x="647700" y="3771900"/>
            <a:ext cx="69532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50" b="0">
                <a:solidFill>
                  <a:srgbClr val="57666C"/>
                </a:solidFill>
                <a:latin typeface="Segoe UI"/>
                <a:ea typeface="Segoe UI"/>
                <a:cs typeface="Segoe UI"/>
              </a:defRPr>
            </a:defPPr>
            <a:lvl1pPr algn="l">
              <a:defRPr sz="2550" b="0">
                <a:solidFill>
                  <a:srgbClr val="57666C"/>
                </a:solidFill>
                <a:latin typeface="Segoe UI"/>
                <a:ea typeface="Segoe UI"/>
                <a:cs typeface="Segoe UI"/>
              </a:defRPr>
            </a:lvl1pPr>
            <a:lvl2pPr algn="l">
              <a:defRPr sz="2550" b="0">
                <a:solidFill>
                  <a:srgbClr val="57666C"/>
                </a:solidFill>
                <a:latin typeface="Segoe UI"/>
                <a:ea typeface="Segoe UI"/>
                <a:cs typeface="Segoe UI"/>
              </a:defRPr>
            </a:lvl2pPr>
            <a:lvl3pPr algn="l">
              <a:defRPr sz="2550" b="0">
                <a:solidFill>
                  <a:srgbClr val="57666C"/>
                </a:solidFill>
                <a:latin typeface="Segoe UI"/>
                <a:ea typeface="Segoe UI"/>
                <a:cs typeface="Segoe UI"/>
              </a:defRPr>
            </a:lvl3pPr>
            <a:lvl4pPr algn="l">
              <a:defRPr sz="2550" b="0">
                <a:solidFill>
                  <a:srgbClr val="57666C"/>
                </a:solidFill>
                <a:latin typeface="Segoe UI"/>
                <a:ea typeface="Segoe UI"/>
                <a:cs typeface="Segoe UI"/>
              </a:defRPr>
            </a:lvl4pPr>
            <a:lvl5pPr algn="l">
              <a:defRPr sz="2550" b="0">
                <a:solidFill>
                  <a:srgbClr val="57666C"/>
                </a:solidFill>
                <a:latin typeface="Segoe UI"/>
                <a:ea typeface="Segoe UI"/>
                <a:cs typeface="Segoe UI"/>
              </a:defRPr>
            </a:lvl5pPr>
            <a:lvl6pPr algn="l">
              <a:defRPr sz="2550" b="0">
                <a:solidFill>
                  <a:srgbClr val="57666C"/>
                </a:solidFill>
                <a:latin typeface="Segoe UI"/>
                <a:ea typeface="Segoe UI"/>
                <a:cs typeface="Segoe UI"/>
              </a:defRPr>
            </a:lvl6pPr>
            <a:lvl7pPr algn="l">
              <a:defRPr sz="2550" b="0">
                <a:solidFill>
                  <a:srgbClr val="57666C"/>
                </a:solidFill>
                <a:latin typeface="Segoe UI"/>
                <a:ea typeface="Segoe UI"/>
                <a:cs typeface="Segoe UI"/>
              </a:defRPr>
            </a:lvl7pPr>
            <a:lvl8pPr algn="l">
              <a:defRPr sz="2550" b="0">
                <a:solidFill>
                  <a:srgbClr val="57666C"/>
                </a:solidFill>
                <a:latin typeface="Segoe UI"/>
                <a:ea typeface="Segoe UI"/>
                <a:cs typeface="Segoe UI"/>
              </a:defRPr>
            </a:lvl8pPr>
            <a:lvl9pPr algn="l">
              <a:defRPr sz="2550" b="0">
                <a:solidFill>
                  <a:srgbClr val="57666C"/>
                </a:solidFill>
                <a:latin typeface="Segoe UI"/>
                <a:ea typeface="Segoe UI"/>
                <a:cs typeface="Segoe UI"/>
              </a:defRPr>
            </a:lvl9pPr>
          </a:lstStyle>
          <a:p xmlns:a="http://schemas.openxmlformats.org/drawingml/2006/main">
            <a:pPr algn="l">
              <a:lnSpc>
                <a:spcPct val="108000"/>
              </a:lnSpc>
              <a:buNone/>
              <a:defRPr sz="2550" b="0">
                <a:solidFill>
                  <a:srgbClr val="57666C"/>
                </a:solidFill>
                <a:latin typeface="Segoe UI"/>
                <a:ea typeface="Segoe UI"/>
                <a:cs typeface="Segoe UI"/>
              </a:defRPr>
            </a:pPr>
            <a:r>
              <a:rPr sz="2550" b="0">
                <a:solidFill>
                  <a:srgbClr val="57666C"/>
                </a:solidFill>
                <a:latin typeface="Segoe UI"/>
                <a:ea typeface="Segoe UI"/>
                <a:cs typeface="Segoe UI"/>
              </a:rPr>
              <a:t>Maya runs store operations.</a:t>
            </a:r>
          </a:p>
          <a:p xmlns:a="http://schemas.openxmlformats.org/drawingml/2006/main">
            <a:pPr algn="l">
              <a:lnSpc>
                <a:spcPct val="108000"/>
              </a:lnSpc>
              <a:buNone/>
              <a:defRPr sz="2550" b="0">
                <a:solidFill>
                  <a:srgbClr val="57666C"/>
                </a:solidFill>
                <a:latin typeface="Segoe UI"/>
                <a:ea typeface="Segoe UI"/>
                <a:cs typeface="Segoe UI"/>
              </a:defRPr>
            </a:pPr>
            <a:r>
              <a:rPr sz="2550" b="0">
                <a:solidFill>
                  <a:srgbClr val="57666C"/>
                </a:solidFill>
                <a:latin typeface="Segoe UI"/>
                <a:ea typeface="Segoe UI"/>
                <a:cs typeface="Segoe UI"/>
              </a:rPr>
              <a:t>A critical delivery has slipped.</a:t>
            </a:r>
          </a:p>
        </p:txBody>
      </p:sp>
      <p:sp>
        <p:nvSpPr>
          <p:cNvPr id="6" name="">
            <a:extLst xmlns:a="http://schemas.openxmlformats.org/drawingml/2006/main">
              <a:ext uri="{FF2B5EF4-FFF2-40B4-BE49-F238E27FC236}">
                <a16:creationId xmlns:a16="http://schemas.microsoft.com/office/drawing/2014/main" id="{748B5706-3529-4DA3-8BDC-6E79E4E9438C}"/>
              </a:ext>
            </a:extLst>
          </p:cNvPr>
          <p:cNvSpPr>
            <a:spLocks xmlns:a="http://schemas.openxmlformats.org/drawingml/2006/main" noGrp="1"/>
          </p:cNvSpPr>
          <p:nvPr/>
        </p:nvSpPr>
        <p:spPr>
          <a:xfrm xmlns:a="http://schemas.openxmlformats.org/drawingml/2006/main">
            <a:off x="647700" y="5410200"/>
            <a:ext cx="8477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13262D"/>
                </a:solidFill>
                <a:latin typeface="Segoe UI"/>
                <a:ea typeface="Segoe UI"/>
                <a:cs typeface="Segoe UI"/>
              </a:defRPr>
            </a:defPPr>
            <a:lvl1pPr algn="l">
              <a:defRPr sz="2025" b="0">
                <a:solidFill>
                  <a:srgbClr val="13262D"/>
                </a:solidFill>
                <a:latin typeface="Segoe UI"/>
                <a:ea typeface="Segoe UI"/>
                <a:cs typeface="Segoe UI"/>
              </a:defRPr>
            </a:lvl1pPr>
            <a:lvl2pPr algn="l">
              <a:defRPr sz="2025" b="0">
                <a:solidFill>
                  <a:srgbClr val="13262D"/>
                </a:solidFill>
                <a:latin typeface="Segoe UI"/>
                <a:ea typeface="Segoe UI"/>
                <a:cs typeface="Segoe UI"/>
              </a:defRPr>
            </a:lvl2pPr>
            <a:lvl3pPr algn="l">
              <a:defRPr sz="2025" b="0">
                <a:solidFill>
                  <a:srgbClr val="13262D"/>
                </a:solidFill>
                <a:latin typeface="Segoe UI"/>
                <a:ea typeface="Segoe UI"/>
                <a:cs typeface="Segoe UI"/>
              </a:defRPr>
            </a:lvl3pPr>
            <a:lvl4pPr algn="l">
              <a:defRPr sz="2025" b="0">
                <a:solidFill>
                  <a:srgbClr val="13262D"/>
                </a:solidFill>
                <a:latin typeface="Segoe UI"/>
                <a:ea typeface="Segoe UI"/>
                <a:cs typeface="Segoe UI"/>
              </a:defRPr>
            </a:lvl4pPr>
            <a:lvl5pPr algn="l">
              <a:defRPr sz="2025" b="0">
                <a:solidFill>
                  <a:srgbClr val="13262D"/>
                </a:solidFill>
                <a:latin typeface="Segoe UI"/>
                <a:ea typeface="Segoe UI"/>
                <a:cs typeface="Segoe UI"/>
              </a:defRPr>
            </a:lvl5pPr>
            <a:lvl6pPr algn="l">
              <a:defRPr sz="2025" b="0">
                <a:solidFill>
                  <a:srgbClr val="13262D"/>
                </a:solidFill>
                <a:latin typeface="Segoe UI"/>
                <a:ea typeface="Segoe UI"/>
                <a:cs typeface="Segoe UI"/>
              </a:defRPr>
            </a:lvl6pPr>
            <a:lvl7pPr algn="l">
              <a:defRPr sz="2025" b="0">
                <a:solidFill>
                  <a:srgbClr val="13262D"/>
                </a:solidFill>
                <a:latin typeface="Segoe UI"/>
                <a:ea typeface="Segoe UI"/>
                <a:cs typeface="Segoe UI"/>
              </a:defRPr>
            </a:lvl7pPr>
            <a:lvl8pPr algn="l">
              <a:defRPr sz="2025" b="0">
                <a:solidFill>
                  <a:srgbClr val="13262D"/>
                </a:solidFill>
                <a:latin typeface="Segoe UI"/>
                <a:ea typeface="Segoe UI"/>
                <a:cs typeface="Segoe UI"/>
              </a:defRPr>
            </a:lvl8pPr>
            <a:lvl9pPr algn="l">
              <a:defRPr sz="2025" b="0">
                <a:solidFill>
                  <a:srgbClr val="13262D"/>
                </a:solidFill>
                <a:latin typeface="Segoe UI"/>
                <a:ea typeface="Segoe UI"/>
                <a:cs typeface="Segoe UI"/>
              </a:defRPr>
            </a:lvl9pPr>
          </a:lstStyle>
          <a:p xmlns:a="http://schemas.openxmlformats.org/drawingml/2006/main">
            <a:pPr algn="l">
              <a:lnSpc>
                <a:spcPct val="108000"/>
              </a:lnSpc>
              <a:buNone/>
              <a:defRPr sz="2025" b="0">
                <a:solidFill>
                  <a:srgbClr val="13262D"/>
                </a:solidFill>
                <a:latin typeface="Segoe UI"/>
                <a:ea typeface="Segoe UI"/>
                <a:cs typeface="Segoe UI"/>
              </a:defRPr>
            </a:pPr>
            <a:r>
              <a:rPr sz="2025" b="0">
                <a:solidFill>
                  <a:srgbClr val="13262D"/>
                </a:solidFill>
                <a:latin typeface="Segoe UI"/>
                <a:ea typeface="Segoe UI"/>
                <a:cs typeface="Segoe UI"/>
              </a:rPr>
              <a:t>The opening date is on the calendar.</a:t>
            </a:r>
          </a:p>
          <a:p xmlns:a="http://schemas.openxmlformats.org/drawingml/2006/main">
            <a:pPr algn="l">
              <a:lnSpc>
                <a:spcPct val="108000"/>
              </a:lnSpc>
              <a:buNone/>
              <a:defRPr sz="2025" b="0">
                <a:solidFill>
                  <a:srgbClr val="13262D"/>
                </a:solidFill>
                <a:latin typeface="Segoe UI"/>
                <a:ea typeface="Segoe UI"/>
                <a:cs typeface="Segoe UI"/>
              </a:defRPr>
            </a:pPr>
            <a:r>
              <a:rPr sz="2025" b="0">
                <a:solidFill>
                  <a:srgbClr val="13262D"/>
                </a:solidFill>
                <a:latin typeface="Segoe UI"/>
                <a:ea typeface="Segoe UI"/>
                <a:cs typeface="Segoe UI"/>
              </a:rPr>
              <a:t>The recovery plan is not.</a:t>
            </a:r>
          </a:p>
        </p:txBody>
      </p:sp>
    </p:spTree>
    <p:extLst>
      <p:ext uri="{BB962C8B-B14F-4D97-AF65-F5344CB8AC3E}">
        <p14:creationId xmlns:p14="http://schemas.microsoft.com/office/powerpoint/2010/main" val="1266984319"/>
      </p:ext>
    </p:extLst>
  </p:cSld>
</p:sld>
</file>

<file path=ppt/slides/slide3.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744DF839-D1F4-4EAA-8701-AFF6CF583FE8}"/>
              </a:ext>
            </a:extLst>
          </p:cNvPr>
          <p:cNvSpPr>
            <a:spLocks xmlns:a="http://schemas.openxmlformats.org/drawingml/2006/main" noGrp="1"/>
          </p:cNvSpPr>
          <p:nvPr/>
        </p:nvSpPr>
        <p:spPr>
          <a:xfrm xmlns:a="http://schemas.openxmlformats.org/drawingml/2006/main">
            <a:off x="609600" y="6486525"/>
            <a:ext cx="762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57666C"/>
                </a:solidFill>
                <a:latin typeface="Segoe UI"/>
                <a:ea typeface="Segoe UI"/>
                <a:cs typeface="Segoe UI"/>
              </a:defRPr>
            </a:defPPr>
            <a:lvl1pPr algn="l">
              <a:defRPr sz="900" b="0">
                <a:solidFill>
                  <a:srgbClr val="57666C"/>
                </a:solidFill>
                <a:latin typeface="Segoe UI"/>
                <a:ea typeface="Segoe UI"/>
                <a:cs typeface="Segoe UI"/>
              </a:defRPr>
            </a:lvl1pPr>
            <a:lvl2pPr algn="l">
              <a:defRPr sz="900" b="0">
                <a:solidFill>
                  <a:srgbClr val="57666C"/>
                </a:solidFill>
                <a:latin typeface="Segoe UI"/>
                <a:ea typeface="Segoe UI"/>
                <a:cs typeface="Segoe UI"/>
              </a:defRPr>
            </a:lvl2pPr>
            <a:lvl3pPr algn="l">
              <a:defRPr sz="900" b="0">
                <a:solidFill>
                  <a:srgbClr val="57666C"/>
                </a:solidFill>
                <a:latin typeface="Segoe UI"/>
                <a:ea typeface="Segoe UI"/>
                <a:cs typeface="Segoe UI"/>
              </a:defRPr>
            </a:lvl3pPr>
            <a:lvl4pPr algn="l">
              <a:defRPr sz="900" b="0">
                <a:solidFill>
                  <a:srgbClr val="57666C"/>
                </a:solidFill>
                <a:latin typeface="Segoe UI"/>
                <a:ea typeface="Segoe UI"/>
                <a:cs typeface="Segoe UI"/>
              </a:defRPr>
            </a:lvl4pPr>
            <a:lvl5pPr algn="l">
              <a:defRPr sz="900" b="0">
                <a:solidFill>
                  <a:srgbClr val="57666C"/>
                </a:solidFill>
                <a:latin typeface="Segoe UI"/>
                <a:ea typeface="Segoe UI"/>
                <a:cs typeface="Segoe UI"/>
              </a:defRPr>
            </a:lvl5pPr>
            <a:lvl6pPr algn="l">
              <a:defRPr sz="900" b="0">
                <a:solidFill>
                  <a:srgbClr val="57666C"/>
                </a:solidFill>
                <a:latin typeface="Segoe UI"/>
                <a:ea typeface="Segoe UI"/>
                <a:cs typeface="Segoe UI"/>
              </a:defRPr>
            </a:lvl6pPr>
            <a:lvl7pPr algn="l">
              <a:defRPr sz="900" b="0">
                <a:solidFill>
                  <a:srgbClr val="57666C"/>
                </a:solidFill>
                <a:latin typeface="Segoe UI"/>
                <a:ea typeface="Segoe UI"/>
                <a:cs typeface="Segoe UI"/>
              </a:defRPr>
            </a:lvl7pPr>
            <a:lvl8pPr algn="l">
              <a:defRPr sz="900" b="0">
                <a:solidFill>
                  <a:srgbClr val="57666C"/>
                </a:solidFill>
                <a:latin typeface="Segoe UI"/>
                <a:ea typeface="Segoe UI"/>
                <a:cs typeface="Segoe UI"/>
              </a:defRPr>
            </a:lvl8pPr>
            <a:lvl9pPr algn="l">
              <a:defRPr sz="900" b="0">
                <a:solidFill>
                  <a:srgbClr val="57666C"/>
                </a:solidFill>
                <a:latin typeface="Segoe UI"/>
                <a:ea typeface="Segoe UI"/>
                <a:cs typeface="Segoe UI"/>
              </a:defRPr>
            </a:lvl9pPr>
          </a:lstStyle>
          <a:p xmlns:a="http://schemas.openxmlformats.org/drawingml/2006/main">
            <a:pPr algn="l">
              <a:lnSpc>
                <a:spcPct val="108000"/>
              </a:lnSpc>
              <a:buNone/>
              <a:defRPr sz="900" b="0">
                <a:solidFill>
                  <a:srgbClr val="57666C"/>
                </a:solidFill>
                <a:latin typeface="Segoe UI"/>
                <a:ea typeface="Segoe UI"/>
                <a:cs typeface="Segoe UI"/>
              </a:defRPr>
            </a:pPr>
            <a:r>
              <a:rPr sz="900" b="0">
                <a:solidFill>
                  <a:srgbClr val="57666C"/>
                </a:solidFill>
                <a:latin typeface="Segoe UI"/>
                <a:ea typeface="Segoe UI"/>
                <a:cs typeface="Segoe UI"/>
              </a:rPr>
              <a:t>Meghan Fasano  /  Customer narrative concept</a:t>
            </a:r>
          </a:p>
        </p:txBody>
      </p:sp>
      <p:sp>
        <p:nvSpPr>
          <p:cNvPr id="2" name="">
            <a:extLst xmlns:a="http://schemas.openxmlformats.org/drawingml/2006/main">
              <a:ext uri="{FF2B5EF4-FFF2-40B4-BE49-F238E27FC236}">
                <a16:creationId xmlns:a16="http://schemas.microsoft.com/office/drawing/2014/main" id="{EECDD130-FA9C-4687-9083-5BF2934E2818}"/>
              </a:ext>
            </a:extLst>
          </p:cNvPr>
          <p:cNvSpPr>
            <a:spLocks xmlns:a="http://schemas.openxmlformats.org/drawingml/2006/main" noGrp="1"/>
          </p:cNvSpPr>
          <p:nvPr/>
        </p:nvSpPr>
        <p:spPr>
          <a:xfrm xmlns:a="http://schemas.openxmlformats.org/drawingml/2006/main">
            <a:off x="11049000" y="6438900"/>
            <a:ext cx="533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57666C"/>
                </a:solidFill>
                <a:latin typeface="Segoe UI"/>
                <a:ea typeface="Segoe UI"/>
                <a:cs typeface="Segoe UI"/>
              </a:defRPr>
            </a:defPPr>
            <a:lvl1pPr algn="r">
              <a:defRPr sz="1200" b="0">
                <a:solidFill>
                  <a:srgbClr val="57666C"/>
                </a:solidFill>
                <a:latin typeface="Segoe UI"/>
                <a:ea typeface="Segoe UI"/>
                <a:cs typeface="Segoe UI"/>
              </a:defRPr>
            </a:lvl1pPr>
            <a:lvl2pPr algn="r">
              <a:defRPr sz="1200" b="0">
                <a:solidFill>
                  <a:srgbClr val="57666C"/>
                </a:solidFill>
                <a:latin typeface="Segoe UI"/>
                <a:ea typeface="Segoe UI"/>
                <a:cs typeface="Segoe UI"/>
              </a:defRPr>
            </a:lvl2pPr>
            <a:lvl3pPr algn="r">
              <a:defRPr sz="1200" b="0">
                <a:solidFill>
                  <a:srgbClr val="57666C"/>
                </a:solidFill>
                <a:latin typeface="Segoe UI"/>
                <a:ea typeface="Segoe UI"/>
                <a:cs typeface="Segoe UI"/>
              </a:defRPr>
            </a:lvl3pPr>
            <a:lvl4pPr algn="r">
              <a:defRPr sz="1200" b="0">
                <a:solidFill>
                  <a:srgbClr val="57666C"/>
                </a:solidFill>
                <a:latin typeface="Segoe UI"/>
                <a:ea typeface="Segoe UI"/>
                <a:cs typeface="Segoe UI"/>
              </a:defRPr>
            </a:lvl4pPr>
            <a:lvl5pPr algn="r">
              <a:defRPr sz="1200" b="0">
                <a:solidFill>
                  <a:srgbClr val="57666C"/>
                </a:solidFill>
                <a:latin typeface="Segoe UI"/>
                <a:ea typeface="Segoe UI"/>
                <a:cs typeface="Segoe UI"/>
              </a:defRPr>
            </a:lvl5pPr>
            <a:lvl6pPr algn="r">
              <a:defRPr sz="1200" b="0">
                <a:solidFill>
                  <a:srgbClr val="57666C"/>
                </a:solidFill>
                <a:latin typeface="Segoe UI"/>
                <a:ea typeface="Segoe UI"/>
                <a:cs typeface="Segoe UI"/>
              </a:defRPr>
            </a:lvl6pPr>
            <a:lvl7pPr algn="r">
              <a:defRPr sz="1200" b="0">
                <a:solidFill>
                  <a:srgbClr val="57666C"/>
                </a:solidFill>
                <a:latin typeface="Segoe UI"/>
                <a:ea typeface="Segoe UI"/>
                <a:cs typeface="Segoe UI"/>
              </a:defRPr>
            </a:lvl7pPr>
            <a:lvl8pPr algn="r">
              <a:defRPr sz="1200" b="0">
                <a:solidFill>
                  <a:srgbClr val="57666C"/>
                </a:solidFill>
                <a:latin typeface="Segoe UI"/>
                <a:ea typeface="Segoe UI"/>
                <a:cs typeface="Segoe UI"/>
              </a:defRPr>
            </a:lvl8pPr>
            <a:lvl9pPr algn="r">
              <a:defRPr sz="1200" b="0">
                <a:solidFill>
                  <a:srgbClr val="57666C"/>
                </a:solidFill>
                <a:latin typeface="Segoe UI"/>
                <a:ea typeface="Segoe UI"/>
                <a:cs typeface="Segoe UI"/>
              </a:defRPr>
            </a:lvl9pPr>
          </a:lstStyle>
          <a:p xmlns:a="http://schemas.openxmlformats.org/drawingml/2006/main">
            <a:pPr algn="r">
              <a:lnSpc>
                <a:spcPct val="108000"/>
              </a:lnSpc>
              <a:buNone/>
              <a:defRPr sz="1200" b="0">
                <a:solidFill>
                  <a:srgbClr val="57666C"/>
                </a:solidFill>
                <a:latin typeface="Segoe UI"/>
                <a:ea typeface="Segoe UI"/>
                <a:cs typeface="Segoe UI"/>
              </a:defRPr>
            </a:pPr>
            <a:r>
              <a:rPr sz="1200" b="0">
                <a:solidFill>
                  <a:srgbClr val="57666C"/>
                </a:solidFill>
                <a:latin typeface="Segoe UI"/>
                <a:ea typeface="Segoe UI"/>
                <a:cs typeface="Segoe UI"/>
              </a:rPr>
              <a:t>03</a:t>
            </a:r>
          </a:p>
        </p:txBody>
      </p:sp>
      <p:sp>
        <p:nvSpPr>
          <p:cNvPr id="3" name="">
            <a:extLst xmlns:a="http://schemas.openxmlformats.org/drawingml/2006/main">
              <a:ext uri="{FF2B5EF4-FFF2-40B4-BE49-F238E27FC236}">
                <a16:creationId xmlns:a16="http://schemas.microsoft.com/office/drawing/2014/main" id="{4656D83E-A600-471D-B451-1472AFD685E6}"/>
              </a:ext>
            </a:extLst>
          </p:cNvPr>
          <p:cNvSpPr>
            <a:spLocks xmlns:a="http://schemas.openxmlformats.org/drawingml/2006/main" noGrp="1"/>
          </p:cNvSpPr>
          <p:nvPr/>
        </p:nvSpPr>
        <p:spPr>
          <a:xfrm xmlns:a="http://schemas.openxmlformats.org/drawingml/2006/main">
            <a:off x="609600" y="628650"/>
            <a:ext cx="10858500" cy="1314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4050" b="1">
                <a:solidFill>
                  <a:srgbClr val="13262D"/>
                </a:solidFill>
                <a:latin typeface="Segoe UI"/>
                <a:ea typeface="Segoe UI"/>
                <a:cs typeface="Segoe UI"/>
              </a:defRPr>
            </a:defPPr>
            <a:lvl1pPr algn="l">
              <a:defRPr sz="4050" b="1">
                <a:solidFill>
                  <a:srgbClr val="13262D"/>
                </a:solidFill>
                <a:latin typeface="Segoe UI"/>
                <a:ea typeface="Segoe UI"/>
                <a:cs typeface="Segoe UI"/>
              </a:defRPr>
            </a:lvl1pPr>
            <a:lvl2pPr algn="l">
              <a:defRPr sz="4050" b="1">
                <a:solidFill>
                  <a:srgbClr val="13262D"/>
                </a:solidFill>
                <a:latin typeface="Segoe UI"/>
                <a:ea typeface="Segoe UI"/>
                <a:cs typeface="Segoe UI"/>
              </a:defRPr>
            </a:lvl2pPr>
            <a:lvl3pPr algn="l">
              <a:defRPr sz="4050" b="1">
                <a:solidFill>
                  <a:srgbClr val="13262D"/>
                </a:solidFill>
                <a:latin typeface="Segoe UI"/>
                <a:ea typeface="Segoe UI"/>
                <a:cs typeface="Segoe UI"/>
              </a:defRPr>
            </a:lvl3pPr>
            <a:lvl4pPr algn="l">
              <a:defRPr sz="4050" b="1">
                <a:solidFill>
                  <a:srgbClr val="13262D"/>
                </a:solidFill>
                <a:latin typeface="Segoe UI"/>
                <a:ea typeface="Segoe UI"/>
                <a:cs typeface="Segoe UI"/>
              </a:defRPr>
            </a:lvl4pPr>
            <a:lvl5pPr algn="l">
              <a:defRPr sz="4050" b="1">
                <a:solidFill>
                  <a:srgbClr val="13262D"/>
                </a:solidFill>
                <a:latin typeface="Segoe UI"/>
                <a:ea typeface="Segoe UI"/>
                <a:cs typeface="Segoe UI"/>
              </a:defRPr>
            </a:lvl5pPr>
            <a:lvl6pPr algn="l">
              <a:defRPr sz="4050" b="1">
                <a:solidFill>
                  <a:srgbClr val="13262D"/>
                </a:solidFill>
                <a:latin typeface="Segoe UI"/>
                <a:ea typeface="Segoe UI"/>
                <a:cs typeface="Segoe UI"/>
              </a:defRPr>
            </a:lvl6pPr>
            <a:lvl7pPr algn="l">
              <a:defRPr sz="4050" b="1">
                <a:solidFill>
                  <a:srgbClr val="13262D"/>
                </a:solidFill>
                <a:latin typeface="Segoe UI"/>
                <a:ea typeface="Segoe UI"/>
                <a:cs typeface="Segoe UI"/>
              </a:defRPr>
            </a:lvl7pPr>
            <a:lvl8pPr algn="l">
              <a:defRPr sz="4050" b="1">
                <a:solidFill>
                  <a:srgbClr val="13262D"/>
                </a:solidFill>
                <a:latin typeface="Segoe UI"/>
                <a:ea typeface="Segoe UI"/>
                <a:cs typeface="Segoe UI"/>
              </a:defRPr>
            </a:lvl8pPr>
            <a:lvl9pPr algn="l">
              <a:defRPr sz="4050" b="1">
                <a:solidFill>
                  <a:srgbClr val="13262D"/>
                </a:solidFill>
                <a:latin typeface="Segoe UI"/>
                <a:ea typeface="Segoe UI"/>
                <a:cs typeface="Segoe UI"/>
              </a:defRPr>
            </a:lvl9pPr>
          </a:lstStyle>
          <a:p xmlns:a="http://schemas.openxmlformats.org/drawingml/2006/main">
            <a:pPr algn="l">
              <a:lnSpc>
                <a:spcPct val="108000"/>
              </a:lnSpc>
              <a:buNone/>
              <a:defRPr sz="4050" b="1">
                <a:solidFill>
                  <a:srgbClr val="13262D"/>
                </a:solidFill>
                <a:latin typeface="Segoe UI"/>
                <a:ea typeface="Segoe UI"/>
                <a:cs typeface="Segoe UI"/>
              </a:defRPr>
            </a:pPr>
            <a:r>
              <a:rPr sz="4050" b="1">
                <a:solidFill>
                  <a:srgbClr val="13262D"/>
                </a:solidFill>
                <a:latin typeface="Segoe UI"/>
                <a:ea typeface="Segoe UI"/>
                <a:cs typeface="Segoe UI"/>
              </a:rPr>
              <a:t>The answer is scattered</a:t>
            </a:r>
          </a:p>
          <a:p xmlns:a="http://schemas.openxmlformats.org/drawingml/2006/main">
            <a:pPr algn="l">
              <a:lnSpc>
                <a:spcPct val="108000"/>
              </a:lnSpc>
              <a:buNone/>
              <a:defRPr sz="4050" b="1">
                <a:solidFill>
                  <a:srgbClr val="13262D"/>
                </a:solidFill>
                <a:latin typeface="Segoe UI"/>
                <a:ea typeface="Segoe UI"/>
                <a:cs typeface="Segoe UI"/>
              </a:defRPr>
            </a:pPr>
            <a:r>
              <a:rPr sz="4050" b="1">
                <a:solidFill>
                  <a:srgbClr val="13262D"/>
                </a:solidFill>
                <a:latin typeface="Segoe UI"/>
                <a:ea typeface="Segoe UI"/>
                <a:cs typeface="Segoe UI"/>
              </a:rPr>
              <a:t>across the business</a:t>
            </a:r>
          </a:p>
        </p:txBody>
      </p:sp>
      <p:sp>
        <p:nvSpPr>
          <p:cNvPr id="4" name="">
            <a:extLst xmlns:a="http://schemas.openxmlformats.org/drawingml/2006/main">
              <a:ext uri="{FF2B5EF4-FFF2-40B4-BE49-F238E27FC236}">
                <a16:creationId xmlns:a16="http://schemas.microsoft.com/office/drawing/2014/main" id="{42F6E24C-0BD4-4803-BC43-BFA7356AE2B9}"/>
              </a:ext>
            </a:extLst>
          </p:cNvPr>
          <p:cNvSpPr>
            <a:spLocks xmlns:a="http://schemas.openxmlformats.org/drawingml/2006/main" noGrp="1"/>
          </p:cNvSpPr>
          <p:nvPr/>
        </p:nvSpPr>
        <p:spPr>
          <a:xfrm xmlns:a="http://schemas.openxmlformats.org/drawingml/2006/main">
            <a:off x="609600" y="2800350"/>
            <a:ext cx="2286000" cy="38100"/>
          </a:xfrm>
          <a:prstGeom xmlns:a="http://schemas.openxmlformats.org/drawingml/2006/main" prst="rect">
            <a:avLst/>
          </a:prstGeom>
          <a:solidFill xmlns:a="http://schemas.openxmlformats.org/drawingml/2006/main">
            <a:srgbClr val="2158D5"/>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A5961CA3-7733-4531-B085-F5E080BF053E}"/>
              </a:ext>
            </a:extLst>
          </p:cNvPr>
          <p:cNvSpPr>
            <a:spLocks xmlns:a="http://schemas.openxmlformats.org/drawingml/2006/main" noGrp="1"/>
          </p:cNvSpPr>
          <p:nvPr/>
        </p:nvSpPr>
        <p:spPr>
          <a:xfrm xmlns:a="http://schemas.openxmlformats.org/drawingml/2006/main">
            <a:off x="609600" y="3105150"/>
            <a:ext cx="23241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3262D"/>
                </a:solidFill>
                <a:latin typeface="Segoe UI"/>
                <a:ea typeface="Segoe UI"/>
                <a:cs typeface="Segoe UI"/>
              </a:defRPr>
            </a:defPPr>
            <a:lvl1pPr algn="l">
              <a:defRPr sz="2025" b="1">
                <a:solidFill>
                  <a:srgbClr val="13262D"/>
                </a:solidFill>
                <a:latin typeface="Segoe UI"/>
                <a:ea typeface="Segoe UI"/>
                <a:cs typeface="Segoe UI"/>
              </a:defRPr>
            </a:lvl1pPr>
            <a:lvl2pPr algn="l">
              <a:defRPr sz="2025" b="1">
                <a:solidFill>
                  <a:srgbClr val="13262D"/>
                </a:solidFill>
                <a:latin typeface="Segoe UI"/>
                <a:ea typeface="Segoe UI"/>
                <a:cs typeface="Segoe UI"/>
              </a:defRPr>
            </a:lvl2pPr>
            <a:lvl3pPr algn="l">
              <a:defRPr sz="2025" b="1">
                <a:solidFill>
                  <a:srgbClr val="13262D"/>
                </a:solidFill>
                <a:latin typeface="Segoe UI"/>
                <a:ea typeface="Segoe UI"/>
                <a:cs typeface="Segoe UI"/>
              </a:defRPr>
            </a:lvl3pPr>
            <a:lvl4pPr algn="l">
              <a:defRPr sz="2025" b="1">
                <a:solidFill>
                  <a:srgbClr val="13262D"/>
                </a:solidFill>
                <a:latin typeface="Segoe UI"/>
                <a:ea typeface="Segoe UI"/>
                <a:cs typeface="Segoe UI"/>
              </a:defRPr>
            </a:lvl4pPr>
            <a:lvl5pPr algn="l">
              <a:defRPr sz="2025" b="1">
                <a:solidFill>
                  <a:srgbClr val="13262D"/>
                </a:solidFill>
                <a:latin typeface="Segoe UI"/>
                <a:ea typeface="Segoe UI"/>
                <a:cs typeface="Segoe UI"/>
              </a:defRPr>
            </a:lvl5pPr>
            <a:lvl6pPr algn="l">
              <a:defRPr sz="2025" b="1">
                <a:solidFill>
                  <a:srgbClr val="13262D"/>
                </a:solidFill>
                <a:latin typeface="Segoe UI"/>
                <a:ea typeface="Segoe UI"/>
                <a:cs typeface="Segoe UI"/>
              </a:defRPr>
            </a:lvl6pPr>
            <a:lvl7pPr algn="l">
              <a:defRPr sz="2025" b="1">
                <a:solidFill>
                  <a:srgbClr val="13262D"/>
                </a:solidFill>
                <a:latin typeface="Segoe UI"/>
                <a:ea typeface="Segoe UI"/>
                <a:cs typeface="Segoe UI"/>
              </a:defRPr>
            </a:lvl7pPr>
            <a:lvl8pPr algn="l">
              <a:defRPr sz="2025" b="1">
                <a:solidFill>
                  <a:srgbClr val="13262D"/>
                </a:solidFill>
                <a:latin typeface="Segoe UI"/>
                <a:ea typeface="Segoe UI"/>
                <a:cs typeface="Segoe UI"/>
              </a:defRPr>
            </a:lvl8pPr>
            <a:lvl9pPr algn="l">
              <a:defRPr sz="2025" b="1">
                <a:solidFill>
                  <a:srgbClr val="13262D"/>
                </a:solidFill>
                <a:latin typeface="Segoe UI"/>
                <a:ea typeface="Segoe UI"/>
                <a:cs typeface="Segoe UI"/>
              </a:defRPr>
            </a:lvl9pPr>
          </a:lstStyle>
          <a:p xmlns:a="http://schemas.openxmlformats.org/drawingml/2006/main">
            <a:pPr algn="l">
              <a:lnSpc>
                <a:spcPct val="108000"/>
              </a:lnSpc>
              <a:buNone/>
              <a:defRPr sz="2025" b="1">
                <a:solidFill>
                  <a:srgbClr val="13262D"/>
                </a:solidFill>
                <a:latin typeface="Segoe UI"/>
                <a:ea typeface="Segoe UI"/>
                <a:cs typeface="Segoe UI"/>
              </a:defRPr>
            </a:pPr>
            <a:r>
              <a:rPr sz="2025" b="1">
                <a:solidFill>
                  <a:srgbClr val="13262D"/>
                </a:solidFill>
                <a:latin typeface="Segoe UI"/>
                <a:ea typeface="Segoe UI"/>
                <a:cs typeface="Segoe UI"/>
              </a:rPr>
              <a:t>Inventory</a:t>
            </a:r>
          </a:p>
        </p:txBody>
      </p:sp>
      <p:sp>
        <p:nvSpPr>
          <p:cNvPr id="6" name="">
            <a:extLst xmlns:a="http://schemas.openxmlformats.org/drawingml/2006/main">
              <a:ext uri="{FF2B5EF4-FFF2-40B4-BE49-F238E27FC236}">
                <a16:creationId xmlns:a16="http://schemas.microsoft.com/office/drawing/2014/main" id="{DEF5F8CA-D179-484A-9B96-6D7DC0C41121}"/>
              </a:ext>
            </a:extLst>
          </p:cNvPr>
          <p:cNvSpPr>
            <a:spLocks xmlns:a="http://schemas.openxmlformats.org/drawingml/2006/main" noGrp="1"/>
          </p:cNvSpPr>
          <p:nvPr/>
        </p:nvSpPr>
        <p:spPr>
          <a:xfrm xmlns:a="http://schemas.openxmlformats.org/drawingml/2006/main">
            <a:off x="609600" y="3714750"/>
            <a:ext cx="23241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7666C"/>
                </a:solidFill>
                <a:latin typeface="Segoe UI"/>
                <a:ea typeface="Segoe UI"/>
                <a:cs typeface="Segoe UI"/>
              </a:defRPr>
            </a:defPPr>
            <a:lvl1pPr algn="l">
              <a:defRPr sz="1875" b="0">
                <a:solidFill>
                  <a:srgbClr val="57666C"/>
                </a:solidFill>
                <a:latin typeface="Segoe UI"/>
                <a:ea typeface="Segoe UI"/>
                <a:cs typeface="Segoe UI"/>
              </a:defRPr>
            </a:lvl1pPr>
            <a:lvl2pPr algn="l">
              <a:defRPr sz="1875" b="0">
                <a:solidFill>
                  <a:srgbClr val="57666C"/>
                </a:solidFill>
                <a:latin typeface="Segoe UI"/>
                <a:ea typeface="Segoe UI"/>
                <a:cs typeface="Segoe UI"/>
              </a:defRPr>
            </a:lvl2pPr>
            <a:lvl3pPr algn="l">
              <a:defRPr sz="1875" b="0">
                <a:solidFill>
                  <a:srgbClr val="57666C"/>
                </a:solidFill>
                <a:latin typeface="Segoe UI"/>
                <a:ea typeface="Segoe UI"/>
                <a:cs typeface="Segoe UI"/>
              </a:defRPr>
            </a:lvl3pPr>
            <a:lvl4pPr algn="l">
              <a:defRPr sz="1875" b="0">
                <a:solidFill>
                  <a:srgbClr val="57666C"/>
                </a:solidFill>
                <a:latin typeface="Segoe UI"/>
                <a:ea typeface="Segoe UI"/>
                <a:cs typeface="Segoe UI"/>
              </a:defRPr>
            </a:lvl4pPr>
            <a:lvl5pPr algn="l">
              <a:defRPr sz="1875" b="0">
                <a:solidFill>
                  <a:srgbClr val="57666C"/>
                </a:solidFill>
                <a:latin typeface="Segoe UI"/>
                <a:ea typeface="Segoe UI"/>
                <a:cs typeface="Segoe UI"/>
              </a:defRPr>
            </a:lvl5pPr>
            <a:lvl6pPr algn="l">
              <a:defRPr sz="1875" b="0">
                <a:solidFill>
                  <a:srgbClr val="57666C"/>
                </a:solidFill>
                <a:latin typeface="Segoe UI"/>
                <a:ea typeface="Segoe UI"/>
                <a:cs typeface="Segoe UI"/>
              </a:defRPr>
            </a:lvl6pPr>
            <a:lvl7pPr algn="l">
              <a:defRPr sz="1875" b="0">
                <a:solidFill>
                  <a:srgbClr val="57666C"/>
                </a:solidFill>
                <a:latin typeface="Segoe UI"/>
                <a:ea typeface="Segoe UI"/>
                <a:cs typeface="Segoe UI"/>
              </a:defRPr>
            </a:lvl7pPr>
            <a:lvl8pPr algn="l">
              <a:defRPr sz="1875" b="0">
                <a:solidFill>
                  <a:srgbClr val="57666C"/>
                </a:solidFill>
                <a:latin typeface="Segoe UI"/>
                <a:ea typeface="Segoe UI"/>
                <a:cs typeface="Segoe UI"/>
              </a:defRPr>
            </a:lvl8pPr>
            <a:lvl9pPr algn="l">
              <a:defRPr sz="1875" b="0">
                <a:solidFill>
                  <a:srgbClr val="57666C"/>
                </a:solidFill>
                <a:latin typeface="Segoe UI"/>
                <a:ea typeface="Segoe UI"/>
                <a:cs typeface="Segoe UI"/>
              </a:defRPr>
            </a:lvl9pPr>
          </a:lstStyle>
          <a:p xmlns:a="http://schemas.openxmlformats.org/drawingml/2006/main">
            <a:pPr algn="l">
              <a:lnSpc>
                <a:spcPct val="108000"/>
              </a:lnSpc>
              <a:buNone/>
              <a:defRPr sz="1875" b="0">
                <a:solidFill>
                  <a:srgbClr val="57666C"/>
                </a:solidFill>
                <a:latin typeface="Segoe UI"/>
                <a:ea typeface="Segoe UI"/>
                <a:cs typeface="Segoe UI"/>
              </a:defRPr>
            </a:pPr>
            <a:r>
              <a:rPr sz="1875" b="0">
                <a:solidFill>
                  <a:srgbClr val="57666C"/>
                </a:solidFill>
                <a:latin typeface="Segoe UI"/>
                <a:ea typeface="Segoe UI"/>
                <a:cs typeface="Segoe UI"/>
              </a:rPr>
              <a:t>A replacement unit</a:t>
            </a:r>
          </a:p>
          <a:p xmlns:a="http://schemas.openxmlformats.org/drawingml/2006/main">
            <a:pPr algn="l">
              <a:lnSpc>
                <a:spcPct val="108000"/>
              </a:lnSpc>
              <a:buNone/>
              <a:defRPr sz="1875" b="0">
                <a:solidFill>
                  <a:srgbClr val="57666C"/>
                </a:solidFill>
                <a:latin typeface="Segoe UI"/>
                <a:ea typeface="Segoe UI"/>
                <a:cs typeface="Segoe UI"/>
              </a:defRPr>
            </a:pPr>
            <a:r>
              <a:rPr sz="1875" b="0">
                <a:solidFill>
                  <a:srgbClr val="57666C"/>
                </a:solidFill>
                <a:latin typeface="Segoe UI"/>
                <a:ea typeface="Segoe UI"/>
                <a:cs typeface="Segoe UI"/>
              </a:rPr>
              <a:t>at another location</a:t>
            </a:r>
          </a:p>
        </p:txBody>
      </p:sp>
      <p:sp>
        <p:nvSpPr>
          <p:cNvPr id="7" name="">
            <a:extLst xmlns:a="http://schemas.openxmlformats.org/drawingml/2006/main">
              <a:ext uri="{FF2B5EF4-FFF2-40B4-BE49-F238E27FC236}">
                <a16:creationId xmlns:a16="http://schemas.microsoft.com/office/drawing/2014/main" id="{DB366041-BF8E-43EE-A63A-51CF40B60747}"/>
              </a:ext>
            </a:extLst>
          </p:cNvPr>
          <p:cNvSpPr>
            <a:spLocks xmlns:a="http://schemas.openxmlformats.org/drawingml/2006/main" noGrp="1"/>
          </p:cNvSpPr>
          <p:nvPr/>
        </p:nvSpPr>
        <p:spPr>
          <a:xfrm xmlns:a="http://schemas.openxmlformats.org/drawingml/2006/main">
            <a:off x="3495675" y="2800350"/>
            <a:ext cx="2286000" cy="38100"/>
          </a:xfrm>
          <a:prstGeom xmlns:a="http://schemas.openxmlformats.org/drawingml/2006/main" prst="rect">
            <a:avLst/>
          </a:prstGeom>
          <a:solidFill xmlns:a="http://schemas.openxmlformats.org/drawingml/2006/main">
            <a:srgbClr val="2158D5"/>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B4E029B-E6FD-46A9-9CAB-C44869A751F2}"/>
              </a:ext>
            </a:extLst>
          </p:cNvPr>
          <p:cNvSpPr>
            <a:spLocks xmlns:a="http://schemas.openxmlformats.org/drawingml/2006/main" noGrp="1"/>
          </p:cNvSpPr>
          <p:nvPr/>
        </p:nvSpPr>
        <p:spPr>
          <a:xfrm xmlns:a="http://schemas.openxmlformats.org/drawingml/2006/main">
            <a:off x="3495675" y="3105150"/>
            <a:ext cx="23241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3262D"/>
                </a:solidFill>
                <a:latin typeface="Segoe UI"/>
                <a:ea typeface="Segoe UI"/>
                <a:cs typeface="Segoe UI"/>
              </a:defRPr>
            </a:defPPr>
            <a:lvl1pPr algn="l">
              <a:defRPr sz="2025" b="1">
                <a:solidFill>
                  <a:srgbClr val="13262D"/>
                </a:solidFill>
                <a:latin typeface="Segoe UI"/>
                <a:ea typeface="Segoe UI"/>
                <a:cs typeface="Segoe UI"/>
              </a:defRPr>
            </a:lvl1pPr>
            <a:lvl2pPr algn="l">
              <a:defRPr sz="2025" b="1">
                <a:solidFill>
                  <a:srgbClr val="13262D"/>
                </a:solidFill>
                <a:latin typeface="Segoe UI"/>
                <a:ea typeface="Segoe UI"/>
                <a:cs typeface="Segoe UI"/>
              </a:defRPr>
            </a:lvl2pPr>
            <a:lvl3pPr algn="l">
              <a:defRPr sz="2025" b="1">
                <a:solidFill>
                  <a:srgbClr val="13262D"/>
                </a:solidFill>
                <a:latin typeface="Segoe UI"/>
                <a:ea typeface="Segoe UI"/>
                <a:cs typeface="Segoe UI"/>
              </a:defRPr>
            </a:lvl3pPr>
            <a:lvl4pPr algn="l">
              <a:defRPr sz="2025" b="1">
                <a:solidFill>
                  <a:srgbClr val="13262D"/>
                </a:solidFill>
                <a:latin typeface="Segoe UI"/>
                <a:ea typeface="Segoe UI"/>
                <a:cs typeface="Segoe UI"/>
              </a:defRPr>
            </a:lvl4pPr>
            <a:lvl5pPr algn="l">
              <a:defRPr sz="2025" b="1">
                <a:solidFill>
                  <a:srgbClr val="13262D"/>
                </a:solidFill>
                <a:latin typeface="Segoe UI"/>
                <a:ea typeface="Segoe UI"/>
                <a:cs typeface="Segoe UI"/>
              </a:defRPr>
            </a:lvl5pPr>
            <a:lvl6pPr algn="l">
              <a:defRPr sz="2025" b="1">
                <a:solidFill>
                  <a:srgbClr val="13262D"/>
                </a:solidFill>
                <a:latin typeface="Segoe UI"/>
                <a:ea typeface="Segoe UI"/>
                <a:cs typeface="Segoe UI"/>
              </a:defRPr>
            </a:lvl6pPr>
            <a:lvl7pPr algn="l">
              <a:defRPr sz="2025" b="1">
                <a:solidFill>
                  <a:srgbClr val="13262D"/>
                </a:solidFill>
                <a:latin typeface="Segoe UI"/>
                <a:ea typeface="Segoe UI"/>
                <a:cs typeface="Segoe UI"/>
              </a:defRPr>
            </a:lvl7pPr>
            <a:lvl8pPr algn="l">
              <a:defRPr sz="2025" b="1">
                <a:solidFill>
                  <a:srgbClr val="13262D"/>
                </a:solidFill>
                <a:latin typeface="Segoe UI"/>
                <a:ea typeface="Segoe UI"/>
                <a:cs typeface="Segoe UI"/>
              </a:defRPr>
            </a:lvl8pPr>
            <a:lvl9pPr algn="l">
              <a:defRPr sz="2025" b="1">
                <a:solidFill>
                  <a:srgbClr val="13262D"/>
                </a:solidFill>
                <a:latin typeface="Segoe UI"/>
                <a:ea typeface="Segoe UI"/>
                <a:cs typeface="Segoe UI"/>
              </a:defRPr>
            </a:lvl9pPr>
          </a:lstStyle>
          <a:p xmlns:a="http://schemas.openxmlformats.org/drawingml/2006/main">
            <a:pPr algn="l">
              <a:lnSpc>
                <a:spcPct val="108000"/>
              </a:lnSpc>
              <a:buNone/>
              <a:defRPr sz="2025" b="1">
                <a:solidFill>
                  <a:srgbClr val="13262D"/>
                </a:solidFill>
                <a:latin typeface="Segoe UI"/>
                <a:ea typeface="Segoe UI"/>
                <a:cs typeface="Segoe UI"/>
              </a:defRPr>
            </a:pPr>
            <a:r>
              <a:rPr sz="2025" b="1">
                <a:solidFill>
                  <a:srgbClr val="13262D"/>
                </a:solidFill>
                <a:latin typeface="Segoe UI"/>
                <a:ea typeface="Segoe UI"/>
                <a:cs typeface="Segoe UI"/>
              </a:rPr>
              <a:t>Supplier update</a:t>
            </a:r>
          </a:p>
        </p:txBody>
      </p:sp>
      <p:sp>
        <p:nvSpPr>
          <p:cNvPr id="9" name="">
            <a:extLst xmlns:a="http://schemas.openxmlformats.org/drawingml/2006/main">
              <a:ext uri="{FF2B5EF4-FFF2-40B4-BE49-F238E27FC236}">
                <a16:creationId xmlns:a16="http://schemas.microsoft.com/office/drawing/2014/main" id="{CCCF415A-793F-4C31-8852-0B95A97B3547}"/>
              </a:ext>
            </a:extLst>
          </p:cNvPr>
          <p:cNvSpPr>
            <a:spLocks xmlns:a="http://schemas.openxmlformats.org/drawingml/2006/main" noGrp="1"/>
          </p:cNvSpPr>
          <p:nvPr/>
        </p:nvSpPr>
        <p:spPr>
          <a:xfrm xmlns:a="http://schemas.openxmlformats.org/drawingml/2006/main">
            <a:off x="3495675" y="3714750"/>
            <a:ext cx="23241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7666C"/>
                </a:solidFill>
                <a:latin typeface="Segoe UI"/>
                <a:ea typeface="Segoe UI"/>
                <a:cs typeface="Segoe UI"/>
              </a:defRPr>
            </a:defPPr>
            <a:lvl1pPr algn="l">
              <a:defRPr sz="1875" b="0">
                <a:solidFill>
                  <a:srgbClr val="57666C"/>
                </a:solidFill>
                <a:latin typeface="Segoe UI"/>
                <a:ea typeface="Segoe UI"/>
                <a:cs typeface="Segoe UI"/>
              </a:defRPr>
            </a:lvl1pPr>
            <a:lvl2pPr algn="l">
              <a:defRPr sz="1875" b="0">
                <a:solidFill>
                  <a:srgbClr val="57666C"/>
                </a:solidFill>
                <a:latin typeface="Segoe UI"/>
                <a:ea typeface="Segoe UI"/>
                <a:cs typeface="Segoe UI"/>
              </a:defRPr>
            </a:lvl2pPr>
            <a:lvl3pPr algn="l">
              <a:defRPr sz="1875" b="0">
                <a:solidFill>
                  <a:srgbClr val="57666C"/>
                </a:solidFill>
                <a:latin typeface="Segoe UI"/>
                <a:ea typeface="Segoe UI"/>
                <a:cs typeface="Segoe UI"/>
              </a:defRPr>
            </a:lvl3pPr>
            <a:lvl4pPr algn="l">
              <a:defRPr sz="1875" b="0">
                <a:solidFill>
                  <a:srgbClr val="57666C"/>
                </a:solidFill>
                <a:latin typeface="Segoe UI"/>
                <a:ea typeface="Segoe UI"/>
                <a:cs typeface="Segoe UI"/>
              </a:defRPr>
            </a:lvl4pPr>
            <a:lvl5pPr algn="l">
              <a:defRPr sz="1875" b="0">
                <a:solidFill>
                  <a:srgbClr val="57666C"/>
                </a:solidFill>
                <a:latin typeface="Segoe UI"/>
                <a:ea typeface="Segoe UI"/>
                <a:cs typeface="Segoe UI"/>
              </a:defRPr>
            </a:lvl5pPr>
            <a:lvl6pPr algn="l">
              <a:defRPr sz="1875" b="0">
                <a:solidFill>
                  <a:srgbClr val="57666C"/>
                </a:solidFill>
                <a:latin typeface="Segoe UI"/>
                <a:ea typeface="Segoe UI"/>
                <a:cs typeface="Segoe UI"/>
              </a:defRPr>
            </a:lvl6pPr>
            <a:lvl7pPr algn="l">
              <a:defRPr sz="1875" b="0">
                <a:solidFill>
                  <a:srgbClr val="57666C"/>
                </a:solidFill>
                <a:latin typeface="Segoe UI"/>
                <a:ea typeface="Segoe UI"/>
                <a:cs typeface="Segoe UI"/>
              </a:defRPr>
            </a:lvl7pPr>
            <a:lvl8pPr algn="l">
              <a:defRPr sz="1875" b="0">
                <a:solidFill>
                  <a:srgbClr val="57666C"/>
                </a:solidFill>
                <a:latin typeface="Segoe UI"/>
                <a:ea typeface="Segoe UI"/>
                <a:cs typeface="Segoe UI"/>
              </a:defRPr>
            </a:lvl8pPr>
            <a:lvl9pPr algn="l">
              <a:defRPr sz="1875" b="0">
                <a:solidFill>
                  <a:srgbClr val="57666C"/>
                </a:solidFill>
                <a:latin typeface="Segoe UI"/>
                <a:ea typeface="Segoe UI"/>
                <a:cs typeface="Segoe UI"/>
              </a:defRPr>
            </a:lvl9pPr>
          </a:lstStyle>
          <a:p xmlns:a="http://schemas.openxmlformats.org/drawingml/2006/main">
            <a:pPr algn="l">
              <a:lnSpc>
                <a:spcPct val="108000"/>
              </a:lnSpc>
              <a:buNone/>
              <a:defRPr sz="1875" b="0">
                <a:solidFill>
                  <a:srgbClr val="57666C"/>
                </a:solidFill>
                <a:latin typeface="Segoe UI"/>
                <a:ea typeface="Segoe UI"/>
                <a:cs typeface="Segoe UI"/>
              </a:defRPr>
            </a:pPr>
            <a:r>
              <a:rPr sz="1875" b="0">
                <a:solidFill>
                  <a:srgbClr val="57666C"/>
                </a:solidFill>
                <a:latin typeface="Segoe UI"/>
                <a:ea typeface="Segoe UI"/>
                <a:cs typeface="Segoe UI"/>
              </a:rPr>
              <a:t>A revised delivery</a:t>
            </a:r>
          </a:p>
          <a:p xmlns:a="http://schemas.openxmlformats.org/drawingml/2006/main">
            <a:pPr algn="l">
              <a:lnSpc>
                <a:spcPct val="108000"/>
              </a:lnSpc>
              <a:buNone/>
              <a:defRPr sz="1875" b="0">
                <a:solidFill>
                  <a:srgbClr val="57666C"/>
                </a:solidFill>
                <a:latin typeface="Segoe UI"/>
                <a:ea typeface="Segoe UI"/>
                <a:cs typeface="Segoe UI"/>
              </a:defRPr>
            </a:pPr>
            <a:r>
              <a:rPr sz="1875" b="0">
                <a:solidFill>
                  <a:srgbClr val="57666C"/>
                </a:solidFill>
                <a:latin typeface="Segoe UI"/>
                <a:ea typeface="Segoe UI"/>
                <a:cs typeface="Segoe UI"/>
              </a:rPr>
              <a:t>with no firm ETA</a:t>
            </a:r>
          </a:p>
        </p:txBody>
      </p:sp>
      <p:sp>
        <p:nvSpPr>
          <p:cNvPr id="10" name="">
            <a:extLst xmlns:a="http://schemas.openxmlformats.org/drawingml/2006/main">
              <a:ext uri="{FF2B5EF4-FFF2-40B4-BE49-F238E27FC236}">
                <a16:creationId xmlns:a16="http://schemas.microsoft.com/office/drawing/2014/main" id="{E1E70CF4-8317-4F6C-AA14-FC75773C2CB2}"/>
              </a:ext>
            </a:extLst>
          </p:cNvPr>
          <p:cNvSpPr>
            <a:spLocks xmlns:a="http://schemas.openxmlformats.org/drawingml/2006/main" noGrp="1"/>
          </p:cNvSpPr>
          <p:nvPr/>
        </p:nvSpPr>
        <p:spPr>
          <a:xfrm xmlns:a="http://schemas.openxmlformats.org/drawingml/2006/main">
            <a:off x="6381750" y="2800350"/>
            <a:ext cx="2286000" cy="38100"/>
          </a:xfrm>
          <a:prstGeom xmlns:a="http://schemas.openxmlformats.org/drawingml/2006/main" prst="rect">
            <a:avLst/>
          </a:prstGeom>
          <a:solidFill xmlns:a="http://schemas.openxmlformats.org/drawingml/2006/main">
            <a:srgbClr val="2158D5"/>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2E82878D-4E59-499F-B476-E03F8B9AC65D}"/>
              </a:ext>
            </a:extLst>
          </p:cNvPr>
          <p:cNvSpPr>
            <a:spLocks xmlns:a="http://schemas.openxmlformats.org/drawingml/2006/main" noGrp="1"/>
          </p:cNvSpPr>
          <p:nvPr/>
        </p:nvSpPr>
        <p:spPr>
          <a:xfrm xmlns:a="http://schemas.openxmlformats.org/drawingml/2006/main">
            <a:off x="6381750" y="3105150"/>
            <a:ext cx="23241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3262D"/>
                </a:solidFill>
                <a:latin typeface="Segoe UI"/>
                <a:ea typeface="Segoe UI"/>
                <a:cs typeface="Segoe UI"/>
              </a:defRPr>
            </a:defPPr>
            <a:lvl1pPr algn="l">
              <a:defRPr sz="2025" b="1">
                <a:solidFill>
                  <a:srgbClr val="13262D"/>
                </a:solidFill>
                <a:latin typeface="Segoe UI"/>
                <a:ea typeface="Segoe UI"/>
                <a:cs typeface="Segoe UI"/>
              </a:defRPr>
            </a:lvl1pPr>
            <a:lvl2pPr algn="l">
              <a:defRPr sz="2025" b="1">
                <a:solidFill>
                  <a:srgbClr val="13262D"/>
                </a:solidFill>
                <a:latin typeface="Segoe UI"/>
                <a:ea typeface="Segoe UI"/>
                <a:cs typeface="Segoe UI"/>
              </a:defRPr>
            </a:lvl2pPr>
            <a:lvl3pPr algn="l">
              <a:defRPr sz="2025" b="1">
                <a:solidFill>
                  <a:srgbClr val="13262D"/>
                </a:solidFill>
                <a:latin typeface="Segoe UI"/>
                <a:ea typeface="Segoe UI"/>
                <a:cs typeface="Segoe UI"/>
              </a:defRPr>
            </a:lvl3pPr>
            <a:lvl4pPr algn="l">
              <a:defRPr sz="2025" b="1">
                <a:solidFill>
                  <a:srgbClr val="13262D"/>
                </a:solidFill>
                <a:latin typeface="Segoe UI"/>
                <a:ea typeface="Segoe UI"/>
                <a:cs typeface="Segoe UI"/>
              </a:defRPr>
            </a:lvl4pPr>
            <a:lvl5pPr algn="l">
              <a:defRPr sz="2025" b="1">
                <a:solidFill>
                  <a:srgbClr val="13262D"/>
                </a:solidFill>
                <a:latin typeface="Segoe UI"/>
                <a:ea typeface="Segoe UI"/>
                <a:cs typeface="Segoe UI"/>
              </a:defRPr>
            </a:lvl5pPr>
            <a:lvl6pPr algn="l">
              <a:defRPr sz="2025" b="1">
                <a:solidFill>
                  <a:srgbClr val="13262D"/>
                </a:solidFill>
                <a:latin typeface="Segoe UI"/>
                <a:ea typeface="Segoe UI"/>
                <a:cs typeface="Segoe UI"/>
              </a:defRPr>
            </a:lvl6pPr>
            <a:lvl7pPr algn="l">
              <a:defRPr sz="2025" b="1">
                <a:solidFill>
                  <a:srgbClr val="13262D"/>
                </a:solidFill>
                <a:latin typeface="Segoe UI"/>
                <a:ea typeface="Segoe UI"/>
                <a:cs typeface="Segoe UI"/>
              </a:defRPr>
            </a:lvl7pPr>
            <a:lvl8pPr algn="l">
              <a:defRPr sz="2025" b="1">
                <a:solidFill>
                  <a:srgbClr val="13262D"/>
                </a:solidFill>
                <a:latin typeface="Segoe UI"/>
                <a:ea typeface="Segoe UI"/>
                <a:cs typeface="Segoe UI"/>
              </a:defRPr>
            </a:lvl8pPr>
            <a:lvl9pPr algn="l">
              <a:defRPr sz="2025" b="1">
                <a:solidFill>
                  <a:srgbClr val="13262D"/>
                </a:solidFill>
                <a:latin typeface="Segoe UI"/>
                <a:ea typeface="Segoe UI"/>
                <a:cs typeface="Segoe UI"/>
              </a:defRPr>
            </a:lvl9pPr>
          </a:lstStyle>
          <a:p xmlns:a="http://schemas.openxmlformats.org/drawingml/2006/main">
            <a:pPr algn="l">
              <a:lnSpc>
                <a:spcPct val="108000"/>
              </a:lnSpc>
              <a:buNone/>
              <a:defRPr sz="2025" b="1">
                <a:solidFill>
                  <a:srgbClr val="13262D"/>
                </a:solidFill>
                <a:latin typeface="Segoe UI"/>
                <a:ea typeface="Segoe UI"/>
                <a:cs typeface="Segoe UI"/>
              </a:defRPr>
            </a:pPr>
            <a:r>
              <a:rPr sz="2025" b="1">
                <a:solidFill>
                  <a:srgbClr val="13262D"/>
                </a:solidFill>
                <a:latin typeface="Segoe UI"/>
                <a:ea typeface="Segoe UI"/>
                <a:cs typeface="Segoe UI"/>
              </a:rPr>
              <a:t>Store schedule</a:t>
            </a:r>
          </a:p>
        </p:txBody>
      </p:sp>
      <p:sp>
        <p:nvSpPr>
          <p:cNvPr id="12" name="">
            <a:extLst xmlns:a="http://schemas.openxmlformats.org/drawingml/2006/main">
              <a:ext uri="{FF2B5EF4-FFF2-40B4-BE49-F238E27FC236}">
                <a16:creationId xmlns:a16="http://schemas.microsoft.com/office/drawing/2014/main" id="{0C813FDF-5704-436A-9081-3ED05EC76BF0}"/>
              </a:ext>
            </a:extLst>
          </p:cNvPr>
          <p:cNvSpPr>
            <a:spLocks xmlns:a="http://schemas.openxmlformats.org/drawingml/2006/main" noGrp="1"/>
          </p:cNvSpPr>
          <p:nvPr/>
        </p:nvSpPr>
        <p:spPr>
          <a:xfrm xmlns:a="http://schemas.openxmlformats.org/drawingml/2006/main">
            <a:off x="6381750" y="3714750"/>
            <a:ext cx="23241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7666C"/>
                </a:solidFill>
                <a:latin typeface="Segoe UI"/>
                <a:ea typeface="Segoe UI"/>
                <a:cs typeface="Segoe UI"/>
              </a:defRPr>
            </a:defPPr>
            <a:lvl1pPr algn="l">
              <a:defRPr sz="1875" b="0">
                <a:solidFill>
                  <a:srgbClr val="57666C"/>
                </a:solidFill>
                <a:latin typeface="Segoe UI"/>
                <a:ea typeface="Segoe UI"/>
                <a:cs typeface="Segoe UI"/>
              </a:defRPr>
            </a:lvl1pPr>
            <a:lvl2pPr algn="l">
              <a:defRPr sz="1875" b="0">
                <a:solidFill>
                  <a:srgbClr val="57666C"/>
                </a:solidFill>
                <a:latin typeface="Segoe UI"/>
                <a:ea typeface="Segoe UI"/>
                <a:cs typeface="Segoe UI"/>
              </a:defRPr>
            </a:lvl2pPr>
            <a:lvl3pPr algn="l">
              <a:defRPr sz="1875" b="0">
                <a:solidFill>
                  <a:srgbClr val="57666C"/>
                </a:solidFill>
                <a:latin typeface="Segoe UI"/>
                <a:ea typeface="Segoe UI"/>
                <a:cs typeface="Segoe UI"/>
              </a:defRPr>
            </a:lvl3pPr>
            <a:lvl4pPr algn="l">
              <a:defRPr sz="1875" b="0">
                <a:solidFill>
                  <a:srgbClr val="57666C"/>
                </a:solidFill>
                <a:latin typeface="Segoe UI"/>
                <a:ea typeface="Segoe UI"/>
                <a:cs typeface="Segoe UI"/>
              </a:defRPr>
            </a:lvl4pPr>
            <a:lvl5pPr algn="l">
              <a:defRPr sz="1875" b="0">
                <a:solidFill>
                  <a:srgbClr val="57666C"/>
                </a:solidFill>
                <a:latin typeface="Segoe UI"/>
                <a:ea typeface="Segoe UI"/>
                <a:cs typeface="Segoe UI"/>
              </a:defRPr>
            </a:lvl5pPr>
            <a:lvl6pPr algn="l">
              <a:defRPr sz="1875" b="0">
                <a:solidFill>
                  <a:srgbClr val="57666C"/>
                </a:solidFill>
                <a:latin typeface="Segoe UI"/>
                <a:ea typeface="Segoe UI"/>
                <a:cs typeface="Segoe UI"/>
              </a:defRPr>
            </a:lvl6pPr>
            <a:lvl7pPr algn="l">
              <a:defRPr sz="1875" b="0">
                <a:solidFill>
                  <a:srgbClr val="57666C"/>
                </a:solidFill>
                <a:latin typeface="Segoe UI"/>
                <a:ea typeface="Segoe UI"/>
                <a:cs typeface="Segoe UI"/>
              </a:defRPr>
            </a:lvl7pPr>
            <a:lvl8pPr algn="l">
              <a:defRPr sz="1875" b="0">
                <a:solidFill>
                  <a:srgbClr val="57666C"/>
                </a:solidFill>
                <a:latin typeface="Segoe UI"/>
                <a:ea typeface="Segoe UI"/>
                <a:cs typeface="Segoe UI"/>
              </a:defRPr>
            </a:lvl8pPr>
            <a:lvl9pPr algn="l">
              <a:defRPr sz="1875" b="0">
                <a:solidFill>
                  <a:srgbClr val="57666C"/>
                </a:solidFill>
                <a:latin typeface="Segoe UI"/>
                <a:ea typeface="Segoe UI"/>
                <a:cs typeface="Segoe UI"/>
              </a:defRPr>
            </a:lvl9pPr>
          </a:lstStyle>
          <a:p xmlns:a="http://schemas.openxmlformats.org/drawingml/2006/main">
            <a:pPr algn="l">
              <a:lnSpc>
                <a:spcPct val="108000"/>
              </a:lnSpc>
              <a:buNone/>
              <a:defRPr sz="1875" b="0">
                <a:solidFill>
                  <a:srgbClr val="57666C"/>
                </a:solidFill>
                <a:latin typeface="Segoe UI"/>
                <a:ea typeface="Segoe UI"/>
                <a:cs typeface="Segoe UI"/>
              </a:defRPr>
            </a:pPr>
            <a:r>
              <a:rPr sz="1875" b="0">
                <a:solidFill>
                  <a:srgbClr val="57666C"/>
                </a:solidFill>
                <a:latin typeface="Segoe UI"/>
                <a:ea typeface="Segoe UI"/>
                <a:cs typeface="Segoe UI"/>
              </a:rPr>
              <a:t>An installation crew</a:t>
            </a:r>
          </a:p>
          <a:p xmlns:a="http://schemas.openxmlformats.org/drawingml/2006/main">
            <a:pPr algn="l">
              <a:lnSpc>
                <a:spcPct val="108000"/>
              </a:lnSpc>
              <a:buNone/>
              <a:defRPr sz="1875" b="0">
                <a:solidFill>
                  <a:srgbClr val="57666C"/>
                </a:solidFill>
                <a:latin typeface="Segoe UI"/>
                <a:ea typeface="Segoe UI"/>
                <a:cs typeface="Segoe UI"/>
              </a:defRPr>
            </a:pPr>
            <a:r>
              <a:rPr sz="1875" b="0">
                <a:solidFill>
                  <a:srgbClr val="57666C"/>
                </a:solidFill>
                <a:latin typeface="Segoe UI"/>
                <a:ea typeface="Segoe UI"/>
                <a:cs typeface="Segoe UI"/>
              </a:rPr>
              <a:t>with a narrow window</a:t>
            </a:r>
          </a:p>
        </p:txBody>
      </p:sp>
      <p:sp>
        <p:nvSpPr>
          <p:cNvPr id="13" name="">
            <a:extLst xmlns:a="http://schemas.openxmlformats.org/drawingml/2006/main">
              <a:ext uri="{FF2B5EF4-FFF2-40B4-BE49-F238E27FC236}">
                <a16:creationId xmlns:a16="http://schemas.microsoft.com/office/drawing/2014/main" id="{B8807734-DB05-42CA-A7AE-9573CDDF885B}"/>
              </a:ext>
            </a:extLst>
          </p:cNvPr>
          <p:cNvSpPr>
            <a:spLocks xmlns:a="http://schemas.openxmlformats.org/drawingml/2006/main" noGrp="1"/>
          </p:cNvSpPr>
          <p:nvPr/>
        </p:nvSpPr>
        <p:spPr>
          <a:xfrm xmlns:a="http://schemas.openxmlformats.org/drawingml/2006/main">
            <a:off x="9267825" y="2800350"/>
            <a:ext cx="2286000" cy="38100"/>
          </a:xfrm>
          <a:prstGeom xmlns:a="http://schemas.openxmlformats.org/drawingml/2006/main" prst="rect">
            <a:avLst/>
          </a:prstGeom>
          <a:solidFill xmlns:a="http://schemas.openxmlformats.org/drawingml/2006/main">
            <a:srgbClr val="2158D5"/>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AAE6E88-0F48-4727-A64D-D5C8570EED61}"/>
              </a:ext>
            </a:extLst>
          </p:cNvPr>
          <p:cNvSpPr>
            <a:spLocks xmlns:a="http://schemas.openxmlformats.org/drawingml/2006/main" noGrp="1"/>
          </p:cNvSpPr>
          <p:nvPr/>
        </p:nvSpPr>
        <p:spPr>
          <a:xfrm xmlns:a="http://schemas.openxmlformats.org/drawingml/2006/main">
            <a:off x="9267825" y="3105150"/>
            <a:ext cx="23241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3262D"/>
                </a:solidFill>
                <a:latin typeface="Segoe UI"/>
                <a:ea typeface="Segoe UI"/>
                <a:cs typeface="Segoe UI"/>
              </a:defRPr>
            </a:defPPr>
            <a:lvl1pPr algn="l">
              <a:defRPr sz="2025" b="1">
                <a:solidFill>
                  <a:srgbClr val="13262D"/>
                </a:solidFill>
                <a:latin typeface="Segoe UI"/>
                <a:ea typeface="Segoe UI"/>
                <a:cs typeface="Segoe UI"/>
              </a:defRPr>
            </a:lvl1pPr>
            <a:lvl2pPr algn="l">
              <a:defRPr sz="2025" b="1">
                <a:solidFill>
                  <a:srgbClr val="13262D"/>
                </a:solidFill>
                <a:latin typeface="Segoe UI"/>
                <a:ea typeface="Segoe UI"/>
                <a:cs typeface="Segoe UI"/>
              </a:defRPr>
            </a:lvl2pPr>
            <a:lvl3pPr algn="l">
              <a:defRPr sz="2025" b="1">
                <a:solidFill>
                  <a:srgbClr val="13262D"/>
                </a:solidFill>
                <a:latin typeface="Segoe UI"/>
                <a:ea typeface="Segoe UI"/>
                <a:cs typeface="Segoe UI"/>
              </a:defRPr>
            </a:lvl3pPr>
            <a:lvl4pPr algn="l">
              <a:defRPr sz="2025" b="1">
                <a:solidFill>
                  <a:srgbClr val="13262D"/>
                </a:solidFill>
                <a:latin typeface="Segoe UI"/>
                <a:ea typeface="Segoe UI"/>
                <a:cs typeface="Segoe UI"/>
              </a:defRPr>
            </a:lvl4pPr>
            <a:lvl5pPr algn="l">
              <a:defRPr sz="2025" b="1">
                <a:solidFill>
                  <a:srgbClr val="13262D"/>
                </a:solidFill>
                <a:latin typeface="Segoe UI"/>
                <a:ea typeface="Segoe UI"/>
                <a:cs typeface="Segoe UI"/>
              </a:defRPr>
            </a:lvl5pPr>
            <a:lvl6pPr algn="l">
              <a:defRPr sz="2025" b="1">
                <a:solidFill>
                  <a:srgbClr val="13262D"/>
                </a:solidFill>
                <a:latin typeface="Segoe UI"/>
                <a:ea typeface="Segoe UI"/>
                <a:cs typeface="Segoe UI"/>
              </a:defRPr>
            </a:lvl6pPr>
            <a:lvl7pPr algn="l">
              <a:defRPr sz="2025" b="1">
                <a:solidFill>
                  <a:srgbClr val="13262D"/>
                </a:solidFill>
                <a:latin typeface="Segoe UI"/>
                <a:ea typeface="Segoe UI"/>
                <a:cs typeface="Segoe UI"/>
              </a:defRPr>
            </a:lvl7pPr>
            <a:lvl8pPr algn="l">
              <a:defRPr sz="2025" b="1">
                <a:solidFill>
                  <a:srgbClr val="13262D"/>
                </a:solidFill>
                <a:latin typeface="Segoe UI"/>
                <a:ea typeface="Segoe UI"/>
                <a:cs typeface="Segoe UI"/>
              </a:defRPr>
            </a:lvl8pPr>
            <a:lvl9pPr algn="l">
              <a:defRPr sz="2025" b="1">
                <a:solidFill>
                  <a:srgbClr val="13262D"/>
                </a:solidFill>
                <a:latin typeface="Segoe UI"/>
                <a:ea typeface="Segoe UI"/>
                <a:cs typeface="Segoe UI"/>
              </a:defRPr>
            </a:lvl9pPr>
          </a:lstStyle>
          <a:p xmlns:a="http://schemas.openxmlformats.org/drawingml/2006/main">
            <a:pPr algn="l">
              <a:lnSpc>
                <a:spcPct val="108000"/>
              </a:lnSpc>
              <a:buNone/>
              <a:defRPr sz="2025" b="1">
                <a:solidFill>
                  <a:srgbClr val="13262D"/>
                </a:solidFill>
                <a:latin typeface="Segoe UI"/>
                <a:ea typeface="Segoe UI"/>
                <a:cs typeface="Segoe UI"/>
              </a:defRPr>
            </a:pPr>
            <a:r>
              <a:rPr sz="2025" b="1">
                <a:solidFill>
                  <a:srgbClr val="13262D"/>
                </a:solidFill>
                <a:latin typeface="Segoe UI"/>
                <a:ea typeface="Segoe UI"/>
                <a:cs typeface="Segoe UI"/>
              </a:rPr>
              <a:t>Finance policy</a:t>
            </a:r>
          </a:p>
        </p:txBody>
      </p:sp>
      <p:sp>
        <p:nvSpPr>
          <p:cNvPr id="15" name="">
            <a:extLst xmlns:a="http://schemas.openxmlformats.org/drawingml/2006/main">
              <a:ext uri="{FF2B5EF4-FFF2-40B4-BE49-F238E27FC236}">
                <a16:creationId xmlns:a16="http://schemas.microsoft.com/office/drawing/2014/main" id="{29A43835-057B-4341-A4AF-EF40528DFFB0}"/>
              </a:ext>
            </a:extLst>
          </p:cNvPr>
          <p:cNvSpPr>
            <a:spLocks xmlns:a="http://schemas.openxmlformats.org/drawingml/2006/main" noGrp="1"/>
          </p:cNvSpPr>
          <p:nvPr/>
        </p:nvSpPr>
        <p:spPr>
          <a:xfrm xmlns:a="http://schemas.openxmlformats.org/drawingml/2006/main">
            <a:off x="9267825" y="3714750"/>
            <a:ext cx="23241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7666C"/>
                </a:solidFill>
                <a:latin typeface="Segoe UI"/>
                <a:ea typeface="Segoe UI"/>
                <a:cs typeface="Segoe UI"/>
              </a:defRPr>
            </a:defPPr>
            <a:lvl1pPr algn="l">
              <a:defRPr sz="1875" b="0">
                <a:solidFill>
                  <a:srgbClr val="57666C"/>
                </a:solidFill>
                <a:latin typeface="Segoe UI"/>
                <a:ea typeface="Segoe UI"/>
                <a:cs typeface="Segoe UI"/>
              </a:defRPr>
            </a:lvl1pPr>
            <a:lvl2pPr algn="l">
              <a:defRPr sz="1875" b="0">
                <a:solidFill>
                  <a:srgbClr val="57666C"/>
                </a:solidFill>
                <a:latin typeface="Segoe UI"/>
                <a:ea typeface="Segoe UI"/>
                <a:cs typeface="Segoe UI"/>
              </a:defRPr>
            </a:lvl2pPr>
            <a:lvl3pPr algn="l">
              <a:defRPr sz="1875" b="0">
                <a:solidFill>
                  <a:srgbClr val="57666C"/>
                </a:solidFill>
                <a:latin typeface="Segoe UI"/>
                <a:ea typeface="Segoe UI"/>
                <a:cs typeface="Segoe UI"/>
              </a:defRPr>
            </a:lvl3pPr>
            <a:lvl4pPr algn="l">
              <a:defRPr sz="1875" b="0">
                <a:solidFill>
                  <a:srgbClr val="57666C"/>
                </a:solidFill>
                <a:latin typeface="Segoe UI"/>
                <a:ea typeface="Segoe UI"/>
                <a:cs typeface="Segoe UI"/>
              </a:defRPr>
            </a:lvl4pPr>
            <a:lvl5pPr algn="l">
              <a:defRPr sz="1875" b="0">
                <a:solidFill>
                  <a:srgbClr val="57666C"/>
                </a:solidFill>
                <a:latin typeface="Segoe UI"/>
                <a:ea typeface="Segoe UI"/>
                <a:cs typeface="Segoe UI"/>
              </a:defRPr>
            </a:lvl5pPr>
            <a:lvl6pPr algn="l">
              <a:defRPr sz="1875" b="0">
                <a:solidFill>
                  <a:srgbClr val="57666C"/>
                </a:solidFill>
                <a:latin typeface="Segoe UI"/>
                <a:ea typeface="Segoe UI"/>
                <a:cs typeface="Segoe UI"/>
              </a:defRPr>
            </a:lvl6pPr>
            <a:lvl7pPr algn="l">
              <a:defRPr sz="1875" b="0">
                <a:solidFill>
                  <a:srgbClr val="57666C"/>
                </a:solidFill>
                <a:latin typeface="Segoe UI"/>
                <a:ea typeface="Segoe UI"/>
                <a:cs typeface="Segoe UI"/>
              </a:defRPr>
            </a:lvl7pPr>
            <a:lvl8pPr algn="l">
              <a:defRPr sz="1875" b="0">
                <a:solidFill>
                  <a:srgbClr val="57666C"/>
                </a:solidFill>
                <a:latin typeface="Segoe UI"/>
                <a:ea typeface="Segoe UI"/>
                <a:cs typeface="Segoe UI"/>
              </a:defRPr>
            </a:lvl8pPr>
            <a:lvl9pPr algn="l">
              <a:defRPr sz="1875" b="0">
                <a:solidFill>
                  <a:srgbClr val="57666C"/>
                </a:solidFill>
                <a:latin typeface="Segoe UI"/>
                <a:ea typeface="Segoe UI"/>
                <a:cs typeface="Segoe UI"/>
              </a:defRPr>
            </a:lvl9pPr>
          </a:lstStyle>
          <a:p xmlns:a="http://schemas.openxmlformats.org/drawingml/2006/main">
            <a:pPr algn="l">
              <a:lnSpc>
                <a:spcPct val="108000"/>
              </a:lnSpc>
              <a:buNone/>
              <a:defRPr sz="1875" b="0">
                <a:solidFill>
                  <a:srgbClr val="57666C"/>
                </a:solidFill>
                <a:latin typeface="Segoe UI"/>
                <a:ea typeface="Segoe UI"/>
                <a:cs typeface="Segoe UI"/>
              </a:defRPr>
            </a:pPr>
            <a:r>
              <a:rPr sz="1875" b="0">
                <a:solidFill>
                  <a:srgbClr val="57666C"/>
                </a:solidFill>
                <a:latin typeface="Segoe UI"/>
                <a:ea typeface="Segoe UI"/>
                <a:cs typeface="Segoe UI"/>
              </a:rPr>
              <a:t>A cost exception</a:t>
            </a:r>
          </a:p>
          <a:p xmlns:a="http://schemas.openxmlformats.org/drawingml/2006/main">
            <a:pPr algn="l">
              <a:lnSpc>
                <a:spcPct val="108000"/>
              </a:lnSpc>
              <a:buNone/>
              <a:defRPr sz="1875" b="0">
                <a:solidFill>
                  <a:srgbClr val="57666C"/>
                </a:solidFill>
                <a:latin typeface="Segoe UI"/>
                <a:ea typeface="Segoe UI"/>
                <a:cs typeface="Segoe UI"/>
              </a:defRPr>
            </a:pPr>
            <a:r>
              <a:rPr sz="1875" b="0">
                <a:solidFill>
                  <a:srgbClr val="57666C"/>
                </a:solidFill>
                <a:latin typeface="Segoe UI"/>
                <a:ea typeface="Segoe UI"/>
                <a:cs typeface="Segoe UI"/>
              </a:rPr>
              <a:t>that needs approval</a:t>
            </a:r>
          </a:p>
        </p:txBody>
      </p:sp>
      <p:sp>
        <p:nvSpPr>
          <p:cNvPr id="16" name="">
            <a:extLst xmlns:a="http://schemas.openxmlformats.org/drawingml/2006/main">
              <a:ext uri="{FF2B5EF4-FFF2-40B4-BE49-F238E27FC236}">
                <a16:creationId xmlns:a16="http://schemas.microsoft.com/office/drawing/2014/main" id="{BB885B49-2EA9-4602-A1C3-CFDDD3A71429}"/>
              </a:ext>
            </a:extLst>
          </p:cNvPr>
          <p:cNvSpPr>
            <a:spLocks xmlns:a="http://schemas.openxmlformats.org/drawingml/2006/main" noGrp="1"/>
          </p:cNvSpPr>
          <p:nvPr/>
        </p:nvSpPr>
        <p:spPr>
          <a:xfrm xmlns:a="http://schemas.openxmlformats.org/drawingml/2006/main">
            <a:off x="609600" y="5410200"/>
            <a:ext cx="1076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13262D"/>
                </a:solidFill>
                <a:latin typeface="Segoe UI"/>
                <a:ea typeface="Segoe UI"/>
                <a:cs typeface="Segoe UI"/>
              </a:defRPr>
            </a:defPPr>
            <a:lvl1pPr algn="l">
              <a:defRPr sz="2400" b="1">
                <a:solidFill>
                  <a:srgbClr val="13262D"/>
                </a:solidFill>
                <a:latin typeface="Segoe UI"/>
                <a:ea typeface="Segoe UI"/>
                <a:cs typeface="Segoe UI"/>
              </a:defRPr>
            </a:lvl1pPr>
            <a:lvl2pPr algn="l">
              <a:defRPr sz="2400" b="1">
                <a:solidFill>
                  <a:srgbClr val="13262D"/>
                </a:solidFill>
                <a:latin typeface="Segoe UI"/>
                <a:ea typeface="Segoe UI"/>
                <a:cs typeface="Segoe UI"/>
              </a:defRPr>
            </a:lvl2pPr>
            <a:lvl3pPr algn="l">
              <a:defRPr sz="2400" b="1">
                <a:solidFill>
                  <a:srgbClr val="13262D"/>
                </a:solidFill>
                <a:latin typeface="Segoe UI"/>
                <a:ea typeface="Segoe UI"/>
                <a:cs typeface="Segoe UI"/>
              </a:defRPr>
            </a:lvl3pPr>
            <a:lvl4pPr algn="l">
              <a:defRPr sz="2400" b="1">
                <a:solidFill>
                  <a:srgbClr val="13262D"/>
                </a:solidFill>
                <a:latin typeface="Segoe UI"/>
                <a:ea typeface="Segoe UI"/>
                <a:cs typeface="Segoe UI"/>
              </a:defRPr>
            </a:lvl4pPr>
            <a:lvl5pPr algn="l">
              <a:defRPr sz="2400" b="1">
                <a:solidFill>
                  <a:srgbClr val="13262D"/>
                </a:solidFill>
                <a:latin typeface="Segoe UI"/>
                <a:ea typeface="Segoe UI"/>
                <a:cs typeface="Segoe UI"/>
              </a:defRPr>
            </a:lvl5pPr>
            <a:lvl6pPr algn="l">
              <a:defRPr sz="2400" b="1">
                <a:solidFill>
                  <a:srgbClr val="13262D"/>
                </a:solidFill>
                <a:latin typeface="Segoe UI"/>
                <a:ea typeface="Segoe UI"/>
                <a:cs typeface="Segoe UI"/>
              </a:defRPr>
            </a:lvl6pPr>
            <a:lvl7pPr algn="l">
              <a:defRPr sz="2400" b="1">
                <a:solidFill>
                  <a:srgbClr val="13262D"/>
                </a:solidFill>
                <a:latin typeface="Segoe UI"/>
                <a:ea typeface="Segoe UI"/>
                <a:cs typeface="Segoe UI"/>
              </a:defRPr>
            </a:lvl7pPr>
            <a:lvl8pPr algn="l">
              <a:defRPr sz="2400" b="1">
                <a:solidFill>
                  <a:srgbClr val="13262D"/>
                </a:solidFill>
                <a:latin typeface="Segoe UI"/>
                <a:ea typeface="Segoe UI"/>
                <a:cs typeface="Segoe UI"/>
              </a:defRPr>
            </a:lvl8pPr>
            <a:lvl9pPr algn="l">
              <a:defRPr sz="2400" b="1">
                <a:solidFill>
                  <a:srgbClr val="13262D"/>
                </a:solidFill>
                <a:latin typeface="Segoe UI"/>
                <a:ea typeface="Segoe UI"/>
                <a:cs typeface="Segoe UI"/>
              </a:defRPr>
            </a:lvl9pPr>
          </a:lstStyle>
          <a:p xmlns:a="http://schemas.openxmlformats.org/drawingml/2006/main">
            <a:pPr algn="l">
              <a:lnSpc>
                <a:spcPct val="108000"/>
              </a:lnSpc>
              <a:buNone/>
              <a:defRPr sz="2400" b="1">
                <a:solidFill>
                  <a:srgbClr val="13262D"/>
                </a:solidFill>
                <a:latin typeface="Segoe UI"/>
                <a:ea typeface="Segoe UI"/>
                <a:cs typeface="Segoe UI"/>
              </a:defRPr>
            </a:pPr>
            <a:r>
              <a:rPr sz="2400" b="1">
                <a:solidFill>
                  <a:srgbClr val="13262D"/>
                </a:solidFill>
                <a:latin typeface="Segoe UI"/>
                <a:ea typeface="Segoe UI"/>
                <a:cs typeface="Segoe UI"/>
              </a:rPr>
              <a:t>Maya becomes the connection between every system.</a:t>
            </a:r>
          </a:p>
        </p:txBody>
      </p:sp>
    </p:spTree>
    <p:extLst>
      <p:ext uri="{BB962C8B-B14F-4D97-AF65-F5344CB8AC3E}">
        <p14:creationId xmlns:p14="http://schemas.microsoft.com/office/powerpoint/2010/main" val="1799576611"/>
      </p:ext>
    </p:extLst>
  </p:cSld>
</p:sld>
</file>

<file path=ppt/slides/slide4.xml><?xml version="1.0" encoding="utf-8"?>
<p:sld xmlns:p="http://schemas.openxmlformats.org/presentationml/2006/main">
  <p:cSld>
    <p:bg>
      <p:bgPr>
        <a:solidFill xmlns:a="http://schemas.openxmlformats.org/drawingml/2006/main">
          <a:srgbClr val="13262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2C1F797-4642-43E0-95AF-D12486A4F0E5}"/>
              </a:ext>
            </a:extLst>
          </p:cNvPr>
          <p:cNvSpPr>
            <a:spLocks xmlns:a="http://schemas.openxmlformats.org/drawingml/2006/main" noGrp="1"/>
          </p:cNvSpPr>
          <p:nvPr/>
        </p:nvSpPr>
        <p:spPr>
          <a:xfrm xmlns:a="http://schemas.openxmlformats.org/drawingml/2006/main">
            <a:off x="609600" y="6486525"/>
            <a:ext cx="762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B1C0C4"/>
                </a:solidFill>
                <a:latin typeface="Segoe UI"/>
                <a:ea typeface="Segoe UI"/>
                <a:cs typeface="Segoe UI"/>
              </a:defRPr>
            </a:defPPr>
            <a:lvl1pPr algn="l">
              <a:defRPr sz="900" b="0">
                <a:solidFill>
                  <a:srgbClr val="B1C0C4"/>
                </a:solidFill>
                <a:latin typeface="Segoe UI"/>
                <a:ea typeface="Segoe UI"/>
                <a:cs typeface="Segoe UI"/>
              </a:defRPr>
            </a:lvl1pPr>
            <a:lvl2pPr algn="l">
              <a:defRPr sz="900" b="0">
                <a:solidFill>
                  <a:srgbClr val="B1C0C4"/>
                </a:solidFill>
                <a:latin typeface="Segoe UI"/>
                <a:ea typeface="Segoe UI"/>
                <a:cs typeface="Segoe UI"/>
              </a:defRPr>
            </a:lvl2pPr>
            <a:lvl3pPr algn="l">
              <a:defRPr sz="900" b="0">
                <a:solidFill>
                  <a:srgbClr val="B1C0C4"/>
                </a:solidFill>
                <a:latin typeface="Segoe UI"/>
                <a:ea typeface="Segoe UI"/>
                <a:cs typeface="Segoe UI"/>
              </a:defRPr>
            </a:lvl3pPr>
            <a:lvl4pPr algn="l">
              <a:defRPr sz="900" b="0">
                <a:solidFill>
                  <a:srgbClr val="B1C0C4"/>
                </a:solidFill>
                <a:latin typeface="Segoe UI"/>
                <a:ea typeface="Segoe UI"/>
                <a:cs typeface="Segoe UI"/>
              </a:defRPr>
            </a:lvl4pPr>
            <a:lvl5pPr algn="l">
              <a:defRPr sz="900" b="0">
                <a:solidFill>
                  <a:srgbClr val="B1C0C4"/>
                </a:solidFill>
                <a:latin typeface="Segoe UI"/>
                <a:ea typeface="Segoe UI"/>
                <a:cs typeface="Segoe UI"/>
              </a:defRPr>
            </a:lvl5pPr>
            <a:lvl6pPr algn="l">
              <a:defRPr sz="900" b="0">
                <a:solidFill>
                  <a:srgbClr val="B1C0C4"/>
                </a:solidFill>
                <a:latin typeface="Segoe UI"/>
                <a:ea typeface="Segoe UI"/>
                <a:cs typeface="Segoe UI"/>
              </a:defRPr>
            </a:lvl6pPr>
            <a:lvl7pPr algn="l">
              <a:defRPr sz="900" b="0">
                <a:solidFill>
                  <a:srgbClr val="B1C0C4"/>
                </a:solidFill>
                <a:latin typeface="Segoe UI"/>
                <a:ea typeface="Segoe UI"/>
                <a:cs typeface="Segoe UI"/>
              </a:defRPr>
            </a:lvl7pPr>
            <a:lvl8pPr algn="l">
              <a:defRPr sz="900" b="0">
                <a:solidFill>
                  <a:srgbClr val="B1C0C4"/>
                </a:solidFill>
                <a:latin typeface="Segoe UI"/>
                <a:ea typeface="Segoe UI"/>
                <a:cs typeface="Segoe UI"/>
              </a:defRPr>
            </a:lvl8pPr>
            <a:lvl9pPr algn="l">
              <a:defRPr sz="900" b="0">
                <a:solidFill>
                  <a:srgbClr val="B1C0C4"/>
                </a:solidFill>
                <a:latin typeface="Segoe UI"/>
                <a:ea typeface="Segoe UI"/>
                <a:cs typeface="Segoe UI"/>
              </a:defRPr>
            </a:lvl9pPr>
          </a:lstStyle>
          <a:p xmlns:a="http://schemas.openxmlformats.org/drawingml/2006/main">
            <a:pPr algn="l">
              <a:lnSpc>
                <a:spcPct val="108000"/>
              </a:lnSpc>
              <a:buNone/>
              <a:defRPr sz="900" b="0">
                <a:solidFill>
                  <a:srgbClr val="B1C0C4"/>
                </a:solidFill>
                <a:latin typeface="Segoe UI"/>
                <a:ea typeface="Segoe UI"/>
                <a:cs typeface="Segoe UI"/>
              </a:defRPr>
            </a:pPr>
            <a:r>
              <a:rPr sz="900" b="0">
                <a:solidFill>
                  <a:srgbClr val="B1C0C4"/>
                </a:solidFill>
                <a:latin typeface="Segoe UI"/>
                <a:ea typeface="Segoe UI"/>
                <a:cs typeface="Segoe UI"/>
              </a:rPr>
              <a:t>Meghan Fasano  /  Customer narrative concept</a:t>
            </a:r>
          </a:p>
        </p:txBody>
      </p:sp>
      <p:sp>
        <p:nvSpPr>
          <p:cNvPr id="2" name="">
            <a:extLst xmlns:a="http://schemas.openxmlformats.org/drawingml/2006/main">
              <a:ext uri="{FF2B5EF4-FFF2-40B4-BE49-F238E27FC236}">
                <a16:creationId xmlns:a16="http://schemas.microsoft.com/office/drawing/2014/main" id="{0F66CD7E-87C7-4735-A024-696EBA69FDC2}"/>
              </a:ext>
            </a:extLst>
          </p:cNvPr>
          <p:cNvSpPr>
            <a:spLocks xmlns:a="http://schemas.openxmlformats.org/drawingml/2006/main" noGrp="1"/>
          </p:cNvSpPr>
          <p:nvPr/>
        </p:nvSpPr>
        <p:spPr>
          <a:xfrm xmlns:a="http://schemas.openxmlformats.org/drawingml/2006/main">
            <a:off x="11049000" y="6438900"/>
            <a:ext cx="533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B1C0C4"/>
                </a:solidFill>
                <a:latin typeface="Segoe UI"/>
                <a:ea typeface="Segoe UI"/>
                <a:cs typeface="Segoe UI"/>
              </a:defRPr>
            </a:defPPr>
            <a:lvl1pPr algn="r">
              <a:defRPr sz="1200" b="0">
                <a:solidFill>
                  <a:srgbClr val="B1C0C4"/>
                </a:solidFill>
                <a:latin typeface="Segoe UI"/>
                <a:ea typeface="Segoe UI"/>
                <a:cs typeface="Segoe UI"/>
              </a:defRPr>
            </a:lvl1pPr>
            <a:lvl2pPr algn="r">
              <a:defRPr sz="1200" b="0">
                <a:solidFill>
                  <a:srgbClr val="B1C0C4"/>
                </a:solidFill>
                <a:latin typeface="Segoe UI"/>
                <a:ea typeface="Segoe UI"/>
                <a:cs typeface="Segoe UI"/>
              </a:defRPr>
            </a:lvl2pPr>
            <a:lvl3pPr algn="r">
              <a:defRPr sz="1200" b="0">
                <a:solidFill>
                  <a:srgbClr val="B1C0C4"/>
                </a:solidFill>
                <a:latin typeface="Segoe UI"/>
                <a:ea typeface="Segoe UI"/>
                <a:cs typeface="Segoe UI"/>
              </a:defRPr>
            </a:lvl3pPr>
            <a:lvl4pPr algn="r">
              <a:defRPr sz="1200" b="0">
                <a:solidFill>
                  <a:srgbClr val="B1C0C4"/>
                </a:solidFill>
                <a:latin typeface="Segoe UI"/>
                <a:ea typeface="Segoe UI"/>
                <a:cs typeface="Segoe UI"/>
              </a:defRPr>
            </a:lvl4pPr>
            <a:lvl5pPr algn="r">
              <a:defRPr sz="1200" b="0">
                <a:solidFill>
                  <a:srgbClr val="B1C0C4"/>
                </a:solidFill>
                <a:latin typeface="Segoe UI"/>
                <a:ea typeface="Segoe UI"/>
                <a:cs typeface="Segoe UI"/>
              </a:defRPr>
            </a:lvl5pPr>
            <a:lvl6pPr algn="r">
              <a:defRPr sz="1200" b="0">
                <a:solidFill>
                  <a:srgbClr val="B1C0C4"/>
                </a:solidFill>
                <a:latin typeface="Segoe UI"/>
                <a:ea typeface="Segoe UI"/>
                <a:cs typeface="Segoe UI"/>
              </a:defRPr>
            </a:lvl6pPr>
            <a:lvl7pPr algn="r">
              <a:defRPr sz="1200" b="0">
                <a:solidFill>
                  <a:srgbClr val="B1C0C4"/>
                </a:solidFill>
                <a:latin typeface="Segoe UI"/>
                <a:ea typeface="Segoe UI"/>
                <a:cs typeface="Segoe UI"/>
              </a:defRPr>
            </a:lvl7pPr>
            <a:lvl8pPr algn="r">
              <a:defRPr sz="1200" b="0">
                <a:solidFill>
                  <a:srgbClr val="B1C0C4"/>
                </a:solidFill>
                <a:latin typeface="Segoe UI"/>
                <a:ea typeface="Segoe UI"/>
                <a:cs typeface="Segoe UI"/>
              </a:defRPr>
            </a:lvl8pPr>
            <a:lvl9pPr algn="r">
              <a:defRPr sz="1200" b="0">
                <a:solidFill>
                  <a:srgbClr val="B1C0C4"/>
                </a:solidFill>
                <a:latin typeface="Segoe UI"/>
                <a:ea typeface="Segoe UI"/>
                <a:cs typeface="Segoe UI"/>
              </a:defRPr>
            </a:lvl9pPr>
          </a:lstStyle>
          <a:p xmlns:a="http://schemas.openxmlformats.org/drawingml/2006/main">
            <a:pPr algn="r">
              <a:lnSpc>
                <a:spcPct val="108000"/>
              </a:lnSpc>
              <a:buNone/>
              <a:defRPr sz="1200" b="0">
                <a:solidFill>
                  <a:srgbClr val="B1C0C4"/>
                </a:solidFill>
                <a:latin typeface="Segoe UI"/>
                <a:ea typeface="Segoe UI"/>
                <a:cs typeface="Segoe UI"/>
              </a:defRPr>
            </a:pPr>
            <a:r>
              <a:rPr sz="1200" b="0">
                <a:solidFill>
                  <a:srgbClr val="B1C0C4"/>
                </a:solidFill>
                <a:latin typeface="Segoe UI"/>
                <a:ea typeface="Segoe UI"/>
                <a:cs typeface="Segoe UI"/>
              </a:rPr>
              <a:t>04</a:t>
            </a:r>
          </a:p>
        </p:txBody>
      </p:sp>
      <p:sp>
        <p:nvSpPr>
          <p:cNvPr id="3" name="">
            <a:extLst xmlns:a="http://schemas.openxmlformats.org/drawingml/2006/main">
              <a:ext uri="{FF2B5EF4-FFF2-40B4-BE49-F238E27FC236}">
                <a16:creationId xmlns:a16="http://schemas.microsoft.com/office/drawing/2014/main" id="{595B4FAC-23BB-4589-B2DB-1E4B3F768965}"/>
              </a:ext>
            </a:extLst>
          </p:cNvPr>
          <p:cNvSpPr>
            <a:spLocks xmlns:a="http://schemas.openxmlformats.org/drawingml/2006/main" noGrp="1"/>
          </p:cNvSpPr>
          <p:nvPr/>
        </p:nvSpPr>
        <p:spPr>
          <a:xfrm xmlns:a="http://schemas.openxmlformats.org/drawingml/2006/main">
            <a:off x="0" y="0"/>
            <a:ext cx="152400" cy="6858000"/>
          </a:xfrm>
          <a:prstGeom xmlns:a="http://schemas.openxmlformats.org/drawingml/2006/main" prst="rect">
            <a:avLst/>
          </a:prstGeom>
          <a:solidFill xmlns:a="http://schemas.openxmlformats.org/drawingml/2006/main">
            <a:srgbClr val="88D5CE"/>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61CC21D-7DC9-4B01-B408-7C562C960853}"/>
              </a:ext>
            </a:extLst>
          </p:cNvPr>
          <p:cNvSpPr>
            <a:spLocks xmlns:a="http://schemas.openxmlformats.org/drawingml/2006/main" noGrp="1"/>
          </p:cNvSpPr>
          <p:nvPr/>
        </p:nvSpPr>
        <p:spPr>
          <a:xfrm xmlns:a="http://schemas.openxmlformats.org/drawingml/2006/main">
            <a:off x="666750" y="1200150"/>
            <a:ext cx="10668000" cy="3143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5700" b="1">
                <a:solidFill>
                  <a:srgbClr val="FFFFFF"/>
                </a:solidFill>
                <a:latin typeface="Segoe UI"/>
                <a:ea typeface="Segoe UI"/>
                <a:cs typeface="Segoe UI"/>
              </a:defRPr>
            </a:defPPr>
            <a:lvl1pPr algn="l">
              <a:defRPr sz="5700" b="1">
                <a:solidFill>
                  <a:srgbClr val="FFFFFF"/>
                </a:solidFill>
                <a:latin typeface="Segoe UI"/>
                <a:ea typeface="Segoe UI"/>
                <a:cs typeface="Segoe UI"/>
              </a:defRPr>
            </a:lvl1pPr>
            <a:lvl2pPr algn="l">
              <a:defRPr sz="5700" b="1">
                <a:solidFill>
                  <a:srgbClr val="FFFFFF"/>
                </a:solidFill>
                <a:latin typeface="Segoe UI"/>
                <a:ea typeface="Segoe UI"/>
                <a:cs typeface="Segoe UI"/>
              </a:defRPr>
            </a:lvl2pPr>
            <a:lvl3pPr algn="l">
              <a:defRPr sz="5700" b="1">
                <a:solidFill>
                  <a:srgbClr val="FFFFFF"/>
                </a:solidFill>
                <a:latin typeface="Segoe UI"/>
                <a:ea typeface="Segoe UI"/>
                <a:cs typeface="Segoe UI"/>
              </a:defRPr>
            </a:lvl3pPr>
            <a:lvl4pPr algn="l">
              <a:defRPr sz="5700" b="1">
                <a:solidFill>
                  <a:srgbClr val="FFFFFF"/>
                </a:solidFill>
                <a:latin typeface="Segoe UI"/>
                <a:ea typeface="Segoe UI"/>
                <a:cs typeface="Segoe UI"/>
              </a:defRPr>
            </a:lvl4pPr>
            <a:lvl5pPr algn="l">
              <a:defRPr sz="5700" b="1">
                <a:solidFill>
                  <a:srgbClr val="FFFFFF"/>
                </a:solidFill>
                <a:latin typeface="Segoe UI"/>
                <a:ea typeface="Segoe UI"/>
                <a:cs typeface="Segoe UI"/>
              </a:defRPr>
            </a:lvl5pPr>
            <a:lvl6pPr algn="l">
              <a:defRPr sz="5700" b="1">
                <a:solidFill>
                  <a:srgbClr val="FFFFFF"/>
                </a:solidFill>
                <a:latin typeface="Segoe UI"/>
                <a:ea typeface="Segoe UI"/>
                <a:cs typeface="Segoe UI"/>
              </a:defRPr>
            </a:lvl6pPr>
            <a:lvl7pPr algn="l">
              <a:defRPr sz="5700" b="1">
                <a:solidFill>
                  <a:srgbClr val="FFFFFF"/>
                </a:solidFill>
                <a:latin typeface="Segoe UI"/>
                <a:ea typeface="Segoe UI"/>
                <a:cs typeface="Segoe UI"/>
              </a:defRPr>
            </a:lvl7pPr>
            <a:lvl8pPr algn="l">
              <a:defRPr sz="5700" b="1">
                <a:solidFill>
                  <a:srgbClr val="FFFFFF"/>
                </a:solidFill>
                <a:latin typeface="Segoe UI"/>
                <a:ea typeface="Segoe UI"/>
                <a:cs typeface="Segoe UI"/>
              </a:defRPr>
            </a:lvl8pPr>
            <a:lvl9pPr algn="l">
              <a:defRPr sz="5700" b="1">
                <a:solidFill>
                  <a:srgbClr val="FFFFFF"/>
                </a:solidFill>
                <a:latin typeface="Segoe UI"/>
                <a:ea typeface="Segoe UI"/>
                <a:cs typeface="Segoe UI"/>
              </a:defRPr>
            </a:lvl9pPr>
          </a:lstStyle>
          <a:p xmlns:a="http://schemas.openxmlformats.org/drawingml/2006/main">
            <a:pPr algn="l">
              <a:lnSpc>
                <a:spcPct val="108000"/>
              </a:lnSpc>
              <a:buNone/>
              <a:defRPr sz="5700" b="1">
                <a:solidFill>
                  <a:srgbClr val="FFFFFF"/>
                </a:solidFill>
                <a:latin typeface="Segoe UI"/>
                <a:ea typeface="Segoe UI"/>
                <a:cs typeface="Segoe UI"/>
              </a:defRPr>
            </a:pPr>
            <a:r>
              <a:rPr sz="5700" b="1">
                <a:solidFill>
                  <a:srgbClr val="FFFFFF"/>
                </a:solidFill>
                <a:latin typeface="Segoe UI"/>
                <a:ea typeface="Segoe UI"/>
                <a:cs typeface="Segoe UI"/>
              </a:rPr>
              <a:t>What if the next step</a:t>
            </a:r>
          </a:p>
          <a:p xmlns:a="http://schemas.openxmlformats.org/drawingml/2006/main">
            <a:pPr algn="l">
              <a:lnSpc>
                <a:spcPct val="108000"/>
              </a:lnSpc>
              <a:buNone/>
              <a:defRPr sz="5700" b="1">
                <a:solidFill>
                  <a:srgbClr val="FFFFFF"/>
                </a:solidFill>
                <a:latin typeface="Segoe UI"/>
                <a:ea typeface="Segoe UI"/>
                <a:cs typeface="Segoe UI"/>
              </a:defRPr>
            </a:pPr>
            <a:r>
              <a:rPr sz="5700" b="1">
                <a:solidFill>
                  <a:srgbClr val="FFFFFF"/>
                </a:solidFill>
                <a:latin typeface="Segoe UI"/>
                <a:ea typeface="Segoe UI"/>
                <a:cs typeface="Segoe UI"/>
              </a:rPr>
              <a:t>arrived with</a:t>
            </a:r>
          </a:p>
          <a:p xmlns:a="http://schemas.openxmlformats.org/drawingml/2006/main">
            <a:pPr algn="l">
              <a:lnSpc>
                <a:spcPct val="108000"/>
              </a:lnSpc>
              <a:buNone/>
              <a:defRPr sz="5700" b="1">
                <a:solidFill>
                  <a:srgbClr val="FFFFFF"/>
                </a:solidFill>
                <a:latin typeface="Segoe UI"/>
                <a:ea typeface="Segoe UI"/>
                <a:cs typeface="Segoe UI"/>
              </a:defRPr>
            </a:pPr>
            <a:r>
              <a:rPr sz="5700" b="1">
                <a:solidFill>
                  <a:srgbClr val="FFFFFF"/>
                </a:solidFill>
                <a:latin typeface="Segoe UI"/>
                <a:ea typeface="Segoe UI"/>
                <a:cs typeface="Segoe UI"/>
              </a:rPr>
              <a:t>the answer?</a:t>
            </a:r>
          </a:p>
        </p:txBody>
      </p:sp>
      <p:sp>
        <p:nvSpPr>
          <p:cNvPr id="5" name="">
            <a:extLst xmlns:a="http://schemas.openxmlformats.org/drawingml/2006/main">
              <a:ext uri="{FF2B5EF4-FFF2-40B4-BE49-F238E27FC236}">
                <a16:creationId xmlns:a16="http://schemas.microsoft.com/office/drawing/2014/main" id="{A1958313-9478-48D4-A768-1F91D8BCD571}"/>
              </a:ext>
            </a:extLst>
          </p:cNvPr>
          <p:cNvSpPr>
            <a:spLocks xmlns:a="http://schemas.openxmlformats.org/drawingml/2006/main" noGrp="1"/>
          </p:cNvSpPr>
          <p:nvPr/>
        </p:nvSpPr>
        <p:spPr>
          <a:xfrm xmlns:a="http://schemas.openxmlformats.org/drawingml/2006/main">
            <a:off x="704850" y="5172075"/>
            <a:ext cx="10382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0">
                <a:solidFill>
                  <a:srgbClr val="B5E7E0"/>
                </a:solidFill>
                <a:latin typeface="Segoe UI"/>
                <a:ea typeface="Segoe UI"/>
                <a:cs typeface="Segoe UI"/>
              </a:defRPr>
            </a:defPPr>
            <a:lvl1pPr algn="l">
              <a:defRPr sz="2175" b="0">
                <a:solidFill>
                  <a:srgbClr val="B5E7E0"/>
                </a:solidFill>
                <a:latin typeface="Segoe UI"/>
                <a:ea typeface="Segoe UI"/>
                <a:cs typeface="Segoe UI"/>
              </a:defRPr>
            </a:lvl1pPr>
            <a:lvl2pPr algn="l">
              <a:defRPr sz="2175" b="0">
                <a:solidFill>
                  <a:srgbClr val="B5E7E0"/>
                </a:solidFill>
                <a:latin typeface="Segoe UI"/>
                <a:ea typeface="Segoe UI"/>
                <a:cs typeface="Segoe UI"/>
              </a:defRPr>
            </a:lvl2pPr>
            <a:lvl3pPr algn="l">
              <a:defRPr sz="2175" b="0">
                <a:solidFill>
                  <a:srgbClr val="B5E7E0"/>
                </a:solidFill>
                <a:latin typeface="Segoe UI"/>
                <a:ea typeface="Segoe UI"/>
                <a:cs typeface="Segoe UI"/>
              </a:defRPr>
            </a:lvl3pPr>
            <a:lvl4pPr algn="l">
              <a:defRPr sz="2175" b="0">
                <a:solidFill>
                  <a:srgbClr val="B5E7E0"/>
                </a:solidFill>
                <a:latin typeface="Segoe UI"/>
                <a:ea typeface="Segoe UI"/>
                <a:cs typeface="Segoe UI"/>
              </a:defRPr>
            </a:lvl4pPr>
            <a:lvl5pPr algn="l">
              <a:defRPr sz="2175" b="0">
                <a:solidFill>
                  <a:srgbClr val="B5E7E0"/>
                </a:solidFill>
                <a:latin typeface="Segoe UI"/>
                <a:ea typeface="Segoe UI"/>
                <a:cs typeface="Segoe UI"/>
              </a:defRPr>
            </a:lvl5pPr>
            <a:lvl6pPr algn="l">
              <a:defRPr sz="2175" b="0">
                <a:solidFill>
                  <a:srgbClr val="B5E7E0"/>
                </a:solidFill>
                <a:latin typeface="Segoe UI"/>
                <a:ea typeface="Segoe UI"/>
                <a:cs typeface="Segoe UI"/>
              </a:defRPr>
            </a:lvl6pPr>
            <a:lvl7pPr algn="l">
              <a:defRPr sz="2175" b="0">
                <a:solidFill>
                  <a:srgbClr val="B5E7E0"/>
                </a:solidFill>
                <a:latin typeface="Segoe UI"/>
                <a:ea typeface="Segoe UI"/>
                <a:cs typeface="Segoe UI"/>
              </a:defRPr>
            </a:lvl7pPr>
            <a:lvl8pPr algn="l">
              <a:defRPr sz="2175" b="0">
                <a:solidFill>
                  <a:srgbClr val="B5E7E0"/>
                </a:solidFill>
                <a:latin typeface="Segoe UI"/>
                <a:ea typeface="Segoe UI"/>
                <a:cs typeface="Segoe UI"/>
              </a:defRPr>
            </a:lvl8pPr>
            <a:lvl9pPr algn="l">
              <a:defRPr sz="2175" b="0">
                <a:solidFill>
                  <a:srgbClr val="B5E7E0"/>
                </a:solidFill>
                <a:latin typeface="Segoe UI"/>
                <a:ea typeface="Segoe UI"/>
                <a:cs typeface="Segoe UI"/>
              </a:defRPr>
            </a:lvl9pPr>
          </a:lstStyle>
          <a:p xmlns:a="http://schemas.openxmlformats.org/drawingml/2006/main">
            <a:pPr algn="l">
              <a:lnSpc>
                <a:spcPct val="108000"/>
              </a:lnSpc>
              <a:buNone/>
              <a:defRPr sz="2175" b="0">
                <a:solidFill>
                  <a:srgbClr val="B5E7E0"/>
                </a:solidFill>
                <a:latin typeface="Segoe UI"/>
                <a:ea typeface="Segoe UI"/>
                <a:cs typeface="Segoe UI"/>
              </a:defRPr>
            </a:pPr>
            <a:r>
              <a:rPr sz="2175" b="0">
                <a:solidFill>
                  <a:srgbClr val="B5E7E0"/>
                </a:solidFill>
                <a:latin typeface="Segoe UI"/>
                <a:ea typeface="Segoe UI"/>
                <a:cs typeface="Segoe UI"/>
              </a:rPr>
              <a:t>A shared picture. A workable plan. A person accountable.</a:t>
            </a:r>
          </a:p>
        </p:txBody>
      </p:sp>
    </p:spTree>
    <p:extLst>
      <p:ext uri="{BB962C8B-B14F-4D97-AF65-F5344CB8AC3E}">
        <p14:creationId xmlns:p14="http://schemas.microsoft.com/office/powerpoint/2010/main" val="911897132"/>
      </p:ext>
    </p:extLst>
  </p:cSld>
</p:sld>
</file>

<file path=ppt/slides/slide5.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924867D-F5FB-4560-8B04-7567D562B4DB}"/>
              </a:ext>
            </a:extLst>
          </p:cNvPr>
          <p:cNvSpPr>
            <a:spLocks xmlns:a="http://schemas.openxmlformats.org/drawingml/2006/main" noGrp="1"/>
          </p:cNvSpPr>
          <p:nvPr/>
        </p:nvSpPr>
        <p:spPr>
          <a:xfrm xmlns:a="http://schemas.openxmlformats.org/drawingml/2006/main">
            <a:off x="609600" y="6486525"/>
            <a:ext cx="762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57666C"/>
                </a:solidFill>
                <a:latin typeface="Segoe UI"/>
                <a:ea typeface="Segoe UI"/>
                <a:cs typeface="Segoe UI"/>
              </a:defRPr>
            </a:defPPr>
            <a:lvl1pPr algn="l">
              <a:defRPr sz="900" b="0">
                <a:solidFill>
                  <a:srgbClr val="57666C"/>
                </a:solidFill>
                <a:latin typeface="Segoe UI"/>
                <a:ea typeface="Segoe UI"/>
                <a:cs typeface="Segoe UI"/>
              </a:defRPr>
            </a:lvl1pPr>
            <a:lvl2pPr algn="l">
              <a:defRPr sz="900" b="0">
                <a:solidFill>
                  <a:srgbClr val="57666C"/>
                </a:solidFill>
                <a:latin typeface="Segoe UI"/>
                <a:ea typeface="Segoe UI"/>
                <a:cs typeface="Segoe UI"/>
              </a:defRPr>
            </a:lvl2pPr>
            <a:lvl3pPr algn="l">
              <a:defRPr sz="900" b="0">
                <a:solidFill>
                  <a:srgbClr val="57666C"/>
                </a:solidFill>
                <a:latin typeface="Segoe UI"/>
                <a:ea typeface="Segoe UI"/>
                <a:cs typeface="Segoe UI"/>
              </a:defRPr>
            </a:lvl3pPr>
            <a:lvl4pPr algn="l">
              <a:defRPr sz="900" b="0">
                <a:solidFill>
                  <a:srgbClr val="57666C"/>
                </a:solidFill>
                <a:latin typeface="Segoe UI"/>
                <a:ea typeface="Segoe UI"/>
                <a:cs typeface="Segoe UI"/>
              </a:defRPr>
            </a:lvl4pPr>
            <a:lvl5pPr algn="l">
              <a:defRPr sz="900" b="0">
                <a:solidFill>
                  <a:srgbClr val="57666C"/>
                </a:solidFill>
                <a:latin typeface="Segoe UI"/>
                <a:ea typeface="Segoe UI"/>
                <a:cs typeface="Segoe UI"/>
              </a:defRPr>
            </a:lvl5pPr>
            <a:lvl6pPr algn="l">
              <a:defRPr sz="900" b="0">
                <a:solidFill>
                  <a:srgbClr val="57666C"/>
                </a:solidFill>
                <a:latin typeface="Segoe UI"/>
                <a:ea typeface="Segoe UI"/>
                <a:cs typeface="Segoe UI"/>
              </a:defRPr>
            </a:lvl6pPr>
            <a:lvl7pPr algn="l">
              <a:defRPr sz="900" b="0">
                <a:solidFill>
                  <a:srgbClr val="57666C"/>
                </a:solidFill>
                <a:latin typeface="Segoe UI"/>
                <a:ea typeface="Segoe UI"/>
                <a:cs typeface="Segoe UI"/>
              </a:defRPr>
            </a:lvl7pPr>
            <a:lvl8pPr algn="l">
              <a:defRPr sz="900" b="0">
                <a:solidFill>
                  <a:srgbClr val="57666C"/>
                </a:solidFill>
                <a:latin typeface="Segoe UI"/>
                <a:ea typeface="Segoe UI"/>
                <a:cs typeface="Segoe UI"/>
              </a:defRPr>
            </a:lvl8pPr>
            <a:lvl9pPr algn="l">
              <a:defRPr sz="900" b="0">
                <a:solidFill>
                  <a:srgbClr val="57666C"/>
                </a:solidFill>
                <a:latin typeface="Segoe UI"/>
                <a:ea typeface="Segoe UI"/>
                <a:cs typeface="Segoe UI"/>
              </a:defRPr>
            </a:lvl9pPr>
          </a:lstStyle>
          <a:p xmlns:a="http://schemas.openxmlformats.org/drawingml/2006/main">
            <a:pPr algn="l">
              <a:lnSpc>
                <a:spcPct val="108000"/>
              </a:lnSpc>
              <a:buNone/>
              <a:defRPr sz="900" b="0">
                <a:solidFill>
                  <a:srgbClr val="57666C"/>
                </a:solidFill>
                <a:latin typeface="Segoe UI"/>
                <a:ea typeface="Segoe UI"/>
                <a:cs typeface="Segoe UI"/>
              </a:defRPr>
            </a:pPr>
            <a:r>
              <a:rPr sz="900" b="0">
                <a:solidFill>
                  <a:srgbClr val="57666C"/>
                </a:solidFill>
                <a:latin typeface="Segoe UI"/>
                <a:ea typeface="Segoe UI"/>
                <a:cs typeface="Segoe UI"/>
              </a:rPr>
              <a:t>Meghan Fasano  /  Customer narrative concept</a:t>
            </a:r>
          </a:p>
        </p:txBody>
      </p:sp>
      <p:sp>
        <p:nvSpPr>
          <p:cNvPr id="2" name="">
            <a:extLst xmlns:a="http://schemas.openxmlformats.org/drawingml/2006/main">
              <a:ext uri="{FF2B5EF4-FFF2-40B4-BE49-F238E27FC236}">
                <a16:creationId xmlns:a16="http://schemas.microsoft.com/office/drawing/2014/main" id="{D20C9D41-7E5C-4AE7-BBE7-CCDF9B44CC77}"/>
              </a:ext>
            </a:extLst>
          </p:cNvPr>
          <p:cNvSpPr>
            <a:spLocks xmlns:a="http://schemas.openxmlformats.org/drawingml/2006/main" noGrp="1"/>
          </p:cNvSpPr>
          <p:nvPr/>
        </p:nvSpPr>
        <p:spPr>
          <a:xfrm xmlns:a="http://schemas.openxmlformats.org/drawingml/2006/main">
            <a:off x="11049000" y="6438900"/>
            <a:ext cx="533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57666C"/>
                </a:solidFill>
                <a:latin typeface="Segoe UI"/>
                <a:ea typeface="Segoe UI"/>
                <a:cs typeface="Segoe UI"/>
              </a:defRPr>
            </a:defPPr>
            <a:lvl1pPr algn="r">
              <a:defRPr sz="1200" b="0">
                <a:solidFill>
                  <a:srgbClr val="57666C"/>
                </a:solidFill>
                <a:latin typeface="Segoe UI"/>
                <a:ea typeface="Segoe UI"/>
                <a:cs typeface="Segoe UI"/>
              </a:defRPr>
            </a:lvl1pPr>
            <a:lvl2pPr algn="r">
              <a:defRPr sz="1200" b="0">
                <a:solidFill>
                  <a:srgbClr val="57666C"/>
                </a:solidFill>
                <a:latin typeface="Segoe UI"/>
                <a:ea typeface="Segoe UI"/>
                <a:cs typeface="Segoe UI"/>
              </a:defRPr>
            </a:lvl2pPr>
            <a:lvl3pPr algn="r">
              <a:defRPr sz="1200" b="0">
                <a:solidFill>
                  <a:srgbClr val="57666C"/>
                </a:solidFill>
                <a:latin typeface="Segoe UI"/>
                <a:ea typeface="Segoe UI"/>
                <a:cs typeface="Segoe UI"/>
              </a:defRPr>
            </a:lvl3pPr>
            <a:lvl4pPr algn="r">
              <a:defRPr sz="1200" b="0">
                <a:solidFill>
                  <a:srgbClr val="57666C"/>
                </a:solidFill>
                <a:latin typeface="Segoe UI"/>
                <a:ea typeface="Segoe UI"/>
                <a:cs typeface="Segoe UI"/>
              </a:defRPr>
            </a:lvl4pPr>
            <a:lvl5pPr algn="r">
              <a:defRPr sz="1200" b="0">
                <a:solidFill>
                  <a:srgbClr val="57666C"/>
                </a:solidFill>
                <a:latin typeface="Segoe UI"/>
                <a:ea typeface="Segoe UI"/>
                <a:cs typeface="Segoe UI"/>
              </a:defRPr>
            </a:lvl5pPr>
            <a:lvl6pPr algn="r">
              <a:defRPr sz="1200" b="0">
                <a:solidFill>
                  <a:srgbClr val="57666C"/>
                </a:solidFill>
                <a:latin typeface="Segoe UI"/>
                <a:ea typeface="Segoe UI"/>
                <a:cs typeface="Segoe UI"/>
              </a:defRPr>
            </a:lvl6pPr>
            <a:lvl7pPr algn="r">
              <a:defRPr sz="1200" b="0">
                <a:solidFill>
                  <a:srgbClr val="57666C"/>
                </a:solidFill>
                <a:latin typeface="Segoe UI"/>
                <a:ea typeface="Segoe UI"/>
                <a:cs typeface="Segoe UI"/>
              </a:defRPr>
            </a:lvl7pPr>
            <a:lvl8pPr algn="r">
              <a:defRPr sz="1200" b="0">
                <a:solidFill>
                  <a:srgbClr val="57666C"/>
                </a:solidFill>
                <a:latin typeface="Segoe UI"/>
                <a:ea typeface="Segoe UI"/>
                <a:cs typeface="Segoe UI"/>
              </a:defRPr>
            </a:lvl8pPr>
            <a:lvl9pPr algn="r">
              <a:defRPr sz="1200" b="0">
                <a:solidFill>
                  <a:srgbClr val="57666C"/>
                </a:solidFill>
                <a:latin typeface="Segoe UI"/>
                <a:ea typeface="Segoe UI"/>
                <a:cs typeface="Segoe UI"/>
              </a:defRPr>
            </a:lvl9pPr>
          </a:lstStyle>
          <a:p xmlns:a="http://schemas.openxmlformats.org/drawingml/2006/main">
            <a:pPr algn="r">
              <a:lnSpc>
                <a:spcPct val="108000"/>
              </a:lnSpc>
              <a:buNone/>
              <a:defRPr sz="1200" b="0">
                <a:solidFill>
                  <a:srgbClr val="57666C"/>
                </a:solidFill>
                <a:latin typeface="Segoe UI"/>
                <a:ea typeface="Segoe UI"/>
                <a:cs typeface="Segoe UI"/>
              </a:defRPr>
            </a:pPr>
            <a:r>
              <a:rPr sz="1200" b="0">
                <a:solidFill>
                  <a:srgbClr val="57666C"/>
                </a:solidFill>
                <a:latin typeface="Segoe UI"/>
                <a:ea typeface="Segoe UI"/>
                <a:cs typeface="Segoe UI"/>
              </a:rPr>
              <a:t>05</a:t>
            </a:r>
          </a:p>
        </p:txBody>
      </p:sp>
      <p:sp>
        <p:nvSpPr>
          <p:cNvPr id="3" name="">
            <a:extLst xmlns:a="http://schemas.openxmlformats.org/drawingml/2006/main">
              <a:ext uri="{FF2B5EF4-FFF2-40B4-BE49-F238E27FC236}">
                <a16:creationId xmlns:a16="http://schemas.microsoft.com/office/drawing/2014/main" id="{4E910076-9356-4F84-BF17-E780B7BD1204}"/>
              </a:ext>
            </a:extLst>
          </p:cNvPr>
          <p:cNvSpPr>
            <a:spLocks xmlns:a="http://schemas.openxmlformats.org/drawingml/2006/main" noGrp="1"/>
          </p:cNvSpPr>
          <p:nvPr/>
        </p:nvSpPr>
        <p:spPr>
          <a:xfrm xmlns:a="http://schemas.openxmlformats.org/drawingml/2006/main">
            <a:off x="609600" y="628650"/>
            <a:ext cx="10858500" cy="1314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4050" b="1">
                <a:solidFill>
                  <a:srgbClr val="13262D"/>
                </a:solidFill>
                <a:latin typeface="Segoe UI"/>
                <a:ea typeface="Segoe UI"/>
                <a:cs typeface="Segoe UI"/>
              </a:defRPr>
            </a:defPPr>
            <a:lvl1pPr algn="l">
              <a:defRPr sz="4050" b="1">
                <a:solidFill>
                  <a:srgbClr val="13262D"/>
                </a:solidFill>
                <a:latin typeface="Segoe UI"/>
                <a:ea typeface="Segoe UI"/>
                <a:cs typeface="Segoe UI"/>
              </a:defRPr>
            </a:lvl1pPr>
            <a:lvl2pPr algn="l">
              <a:defRPr sz="4050" b="1">
                <a:solidFill>
                  <a:srgbClr val="13262D"/>
                </a:solidFill>
                <a:latin typeface="Segoe UI"/>
                <a:ea typeface="Segoe UI"/>
                <a:cs typeface="Segoe UI"/>
              </a:defRPr>
            </a:lvl2pPr>
            <a:lvl3pPr algn="l">
              <a:defRPr sz="4050" b="1">
                <a:solidFill>
                  <a:srgbClr val="13262D"/>
                </a:solidFill>
                <a:latin typeface="Segoe UI"/>
                <a:ea typeface="Segoe UI"/>
                <a:cs typeface="Segoe UI"/>
              </a:defRPr>
            </a:lvl3pPr>
            <a:lvl4pPr algn="l">
              <a:defRPr sz="4050" b="1">
                <a:solidFill>
                  <a:srgbClr val="13262D"/>
                </a:solidFill>
                <a:latin typeface="Segoe UI"/>
                <a:ea typeface="Segoe UI"/>
                <a:cs typeface="Segoe UI"/>
              </a:defRPr>
            </a:lvl4pPr>
            <a:lvl5pPr algn="l">
              <a:defRPr sz="4050" b="1">
                <a:solidFill>
                  <a:srgbClr val="13262D"/>
                </a:solidFill>
                <a:latin typeface="Segoe UI"/>
                <a:ea typeface="Segoe UI"/>
                <a:cs typeface="Segoe UI"/>
              </a:defRPr>
            </a:lvl5pPr>
            <a:lvl6pPr algn="l">
              <a:defRPr sz="4050" b="1">
                <a:solidFill>
                  <a:srgbClr val="13262D"/>
                </a:solidFill>
                <a:latin typeface="Segoe UI"/>
                <a:ea typeface="Segoe UI"/>
                <a:cs typeface="Segoe UI"/>
              </a:defRPr>
            </a:lvl6pPr>
            <a:lvl7pPr algn="l">
              <a:defRPr sz="4050" b="1">
                <a:solidFill>
                  <a:srgbClr val="13262D"/>
                </a:solidFill>
                <a:latin typeface="Segoe UI"/>
                <a:ea typeface="Segoe UI"/>
                <a:cs typeface="Segoe UI"/>
              </a:defRPr>
            </a:lvl7pPr>
            <a:lvl8pPr algn="l">
              <a:defRPr sz="4050" b="1">
                <a:solidFill>
                  <a:srgbClr val="13262D"/>
                </a:solidFill>
                <a:latin typeface="Segoe UI"/>
                <a:ea typeface="Segoe UI"/>
                <a:cs typeface="Segoe UI"/>
              </a:defRPr>
            </a:lvl8pPr>
            <a:lvl9pPr algn="l">
              <a:defRPr sz="4050" b="1">
                <a:solidFill>
                  <a:srgbClr val="13262D"/>
                </a:solidFill>
                <a:latin typeface="Segoe UI"/>
                <a:ea typeface="Segoe UI"/>
                <a:cs typeface="Segoe UI"/>
              </a:defRPr>
            </a:lvl9pPr>
          </a:lstStyle>
          <a:p xmlns:a="http://schemas.openxmlformats.org/drawingml/2006/main">
            <a:pPr algn="l">
              <a:lnSpc>
                <a:spcPct val="108000"/>
              </a:lnSpc>
              <a:buNone/>
              <a:defRPr sz="4050" b="1">
                <a:solidFill>
                  <a:srgbClr val="13262D"/>
                </a:solidFill>
                <a:latin typeface="Segoe UI"/>
                <a:ea typeface="Segoe UI"/>
                <a:cs typeface="Segoe UI"/>
              </a:defRPr>
            </a:pPr>
            <a:r>
              <a:rPr sz="4050" b="1">
                <a:solidFill>
                  <a:srgbClr val="13262D"/>
                </a:solidFill>
                <a:latin typeface="Segoe UI"/>
                <a:ea typeface="Segoe UI"/>
                <a:cs typeface="Segoe UI"/>
              </a:rPr>
              <a:t>The Frontier opportunity</a:t>
            </a:r>
          </a:p>
          <a:p xmlns:a="http://schemas.openxmlformats.org/drawingml/2006/main">
            <a:pPr algn="l">
              <a:lnSpc>
                <a:spcPct val="108000"/>
              </a:lnSpc>
              <a:buNone/>
              <a:defRPr sz="4050" b="1">
                <a:solidFill>
                  <a:srgbClr val="13262D"/>
                </a:solidFill>
                <a:latin typeface="Segoe UI"/>
                <a:ea typeface="Segoe UI"/>
                <a:cs typeface="Segoe UI"/>
              </a:defRPr>
            </a:pPr>
            <a:r>
              <a:rPr sz="4050" b="1">
                <a:solidFill>
                  <a:srgbClr val="13262D"/>
                </a:solidFill>
                <a:latin typeface="Segoe UI"/>
                <a:ea typeface="Segoe UI"/>
                <a:cs typeface="Segoe UI"/>
              </a:rPr>
              <a:t>starts inside your business</a:t>
            </a:r>
          </a:p>
        </p:txBody>
      </p:sp>
      <p:sp>
        <p:nvSpPr>
          <p:cNvPr id="4" name="">
            <a:extLst xmlns:a="http://schemas.openxmlformats.org/drawingml/2006/main">
              <a:ext uri="{FF2B5EF4-FFF2-40B4-BE49-F238E27FC236}">
                <a16:creationId xmlns:a16="http://schemas.microsoft.com/office/drawing/2014/main" id="{2B985EC0-F663-4D7B-9769-E1FCDB820AF9}"/>
              </a:ext>
            </a:extLst>
          </p:cNvPr>
          <p:cNvSpPr>
            <a:spLocks xmlns:a="http://schemas.openxmlformats.org/drawingml/2006/main" noGrp="1"/>
          </p:cNvSpPr>
          <p:nvPr/>
        </p:nvSpPr>
        <p:spPr>
          <a:xfrm xmlns:a="http://schemas.openxmlformats.org/drawingml/2006/main">
            <a:off x="609600" y="2895600"/>
            <a:ext cx="5238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925" b="1">
                <a:solidFill>
                  <a:srgbClr val="2158D5"/>
                </a:solidFill>
                <a:latin typeface="Segoe UI"/>
                <a:ea typeface="Segoe UI"/>
                <a:cs typeface="Segoe UI"/>
              </a:defRPr>
            </a:defPPr>
            <a:lvl1pPr algn="l">
              <a:defRPr sz="2925" b="1">
                <a:solidFill>
                  <a:srgbClr val="2158D5"/>
                </a:solidFill>
                <a:latin typeface="Segoe UI"/>
                <a:ea typeface="Segoe UI"/>
                <a:cs typeface="Segoe UI"/>
              </a:defRPr>
            </a:lvl1pPr>
            <a:lvl2pPr algn="l">
              <a:defRPr sz="2925" b="1">
                <a:solidFill>
                  <a:srgbClr val="2158D5"/>
                </a:solidFill>
                <a:latin typeface="Segoe UI"/>
                <a:ea typeface="Segoe UI"/>
                <a:cs typeface="Segoe UI"/>
              </a:defRPr>
            </a:lvl2pPr>
            <a:lvl3pPr algn="l">
              <a:defRPr sz="2925" b="1">
                <a:solidFill>
                  <a:srgbClr val="2158D5"/>
                </a:solidFill>
                <a:latin typeface="Segoe UI"/>
                <a:ea typeface="Segoe UI"/>
                <a:cs typeface="Segoe UI"/>
              </a:defRPr>
            </a:lvl3pPr>
            <a:lvl4pPr algn="l">
              <a:defRPr sz="2925" b="1">
                <a:solidFill>
                  <a:srgbClr val="2158D5"/>
                </a:solidFill>
                <a:latin typeface="Segoe UI"/>
                <a:ea typeface="Segoe UI"/>
                <a:cs typeface="Segoe UI"/>
              </a:defRPr>
            </a:lvl4pPr>
            <a:lvl5pPr algn="l">
              <a:defRPr sz="2925" b="1">
                <a:solidFill>
                  <a:srgbClr val="2158D5"/>
                </a:solidFill>
                <a:latin typeface="Segoe UI"/>
                <a:ea typeface="Segoe UI"/>
                <a:cs typeface="Segoe UI"/>
              </a:defRPr>
            </a:lvl5pPr>
            <a:lvl6pPr algn="l">
              <a:defRPr sz="2925" b="1">
                <a:solidFill>
                  <a:srgbClr val="2158D5"/>
                </a:solidFill>
                <a:latin typeface="Segoe UI"/>
                <a:ea typeface="Segoe UI"/>
                <a:cs typeface="Segoe UI"/>
              </a:defRPr>
            </a:lvl6pPr>
            <a:lvl7pPr algn="l">
              <a:defRPr sz="2925" b="1">
                <a:solidFill>
                  <a:srgbClr val="2158D5"/>
                </a:solidFill>
                <a:latin typeface="Segoe UI"/>
                <a:ea typeface="Segoe UI"/>
                <a:cs typeface="Segoe UI"/>
              </a:defRPr>
            </a:lvl7pPr>
            <a:lvl8pPr algn="l">
              <a:defRPr sz="2925" b="1">
                <a:solidFill>
                  <a:srgbClr val="2158D5"/>
                </a:solidFill>
                <a:latin typeface="Segoe UI"/>
                <a:ea typeface="Segoe UI"/>
                <a:cs typeface="Segoe UI"/>
              </a:defRPr>
            </a:lvl8pPr>
            <a:lvl9pPr algn="l">
              <a:defRPr sz="2925" b="1">
                <a:solidFill>
                  <a:srgbClr val="2158D5"/>
                </a:solidFill>
                <a:latin typeface="Segoe UI"/>
                <a:ea typeface="Segoe UI"/>
                <a:cs typeface="Segoe UI"/>
              </a:defRPr>
            </a:lvl9pPr>
          </a:lstStyle>
          <a:p xmlns:a="http://schemas.openxmlformats.org/drawingml/2006/main">
            <a:pPr algn="l">
              <a:lnSpc>
                <a:spcPct val="108000"/>
              </a:lnSpc>
              <a:buNone/>
              <a:defRPr sz="2925" b="1">
                <a:solidFill>
                  <a:srgbClr val="2158D5"/>
                </a:solidFill>
                <a:latin typeface="Segoe UI"/>
                <a:ea typeface="Segoe UI"/>
                <a:cs typeface="Segoe UI"/>
              </a:defRPr>
            </a:pPr>
            <a:r>
              <a:rPr sz="2925" b="1">
                <a:solidFill>
                  <a:srgbClr val="2158D5"/>
                </a:solidFill>
                <a:latin typeface="Segoe UI"/>
                <a:ea typeface="Segoe UI"/>
                <a:cs typeface="Segoe UI"/>
              </a:rPr>
              <a:t>Your intelligence</a:t>
            </a:r>
          </a:p>
        </p:txBody>
      </p:sp>
      <p:sp>
        <p:nvSpPr>
          <p:cNvPr id="5" name="">
            <a:extLst xmlns:a="http://schemas.openxmlformats.org/drawingml/2006/main">
              <a:ext uri="{FF2B5EF4-FFF2-40B4-BE49-F238E27FC236}">
                <a16:creationId xmlns:a16="http://schemas.microsoft.com/office/drawing/2014/main" id="{862F6573-76CB-452E-BCA2-660398FF4112}"/>
              </a:ext>
            </a:extLst>
          </p:cNvPr>
          <p:cNvSpPr>
            <a:spLocks xmlns:a="http://schemas.openxmlformats.org/drawingml/2006/main" noGrp="1"/>
          </p:cNvSpPr>
          <p:nvPr/>
        </p:nvSpPr>
        <p:spPr>
          <a:xfrm xmlns:a="http://schemas.openxmlformats.org/drawingml/2006/main">
            <a:off x="609600" y="3600450"/>
            <a:ext cx="4953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0">
                <a:solidFill>
                  <a:srgbClr val="57666C"/>
                </a:solidFill>
                <a:latin typeface="Segoe UI"/>
                <a:ea typeface="Segoe UI"/>
                <a:cs typeface="Segoe UI"/>
              </a:defRPr>
            </a:defPPr>
            <a:lvl1pPr algn="l">
              <a:defRPr sz="2175" b="0">
                <a:solidFill>
                  <a:srgbClr val="57666C"/>
                </a:solidFill>
                <a:latin typeface="Segoe UI"/>
                <a:ea typeface="Segoe UI"/>
                <a:cs typeface="Segoe UI"/>
              </a:defRPr>
            </a:lvl1pPr>
            <a:lvl2pPr algn="l">
              <a:defRPr sz="2175" b="0">
                <a:solidFill>
                  <a:srgbClr val="57666C"/>
                </a:solidFill>
                <a:latin typeface="Segoe UI"/>
                <a:ea typeface="Segoe UI"/>
                <a:cs typeface="Segoe UI"/>
              </a:defRPr>
            </a:lvl2pPr>
            <a:lvl3pPr algn="l">
              <a:defRPr sz="2175" b="0">
                <a:solidFill>
                  <a:srgbClr val="57666C"/>
                </a:solidFill>
                <a:latin typeface="Segoe UI"/>
                <a:ea typeface="Segoe UI"/>
                <a:cs typeface="Segoe UI"/>
              </a:defRPr>
            </a:lvl3pPr>
            <a:lvl4pPr algn="l">
              <a:defRPr sz="2175" b="0">
                <a:solidFill>
                  <a:srgbClr val="57666C"/>
                </a:solidFill>
                <a:latin typeface="Segoe UI"/>
                <a:ea typeface="Segoe UI"/>
                <a:cs typeface="Segoe UI"/>
              </a:defRPr>
            </a:lvl4pPr>
            <a:lvl5pPr algn="l">
              <a:defRPr sz="2175" b="0">
                <a:solidFill>
                  <a:srgbClr val="57666C"/>
                </a:solidFill>
                <a:latin typeface="Segoe UI"/>
                <a:ea typeface="Segoe UI"/>
                <a:cs typeface="Segoe UI"/>
              </a:defRPr>
            </a:lvl5pPr>
            <a:lvl6pPr algn="l">
              <a:defRPr sz="2175" b="0">
                <a:solidFill>
                  <a:srgbClr val="57666C"/>
                </a:solidFill>
                <a:latin typeface="Segoe UI"/>
                <a:ea typeface="Segoe UI"/>
                <a:cs typeface="Segoe UI"/>
              </a:defRPr>
            </a:lvl6pPr>
            <a:lvl7pPr algn="l">
              <a:defRPr sz="2175" b="0">
                <a:solidFill>
                  <a:srgbClr val="57666C"/>
                </a:solidFill>
                <a:latin typeface="Segoe UI"/>
                <a:ea typeface="Segoe UI"/>
                <a:cs typeface="Segoe UI"/>
              </a:defRPr>
            </a:lvl7pPr>
            <a:lvl8pPr algn="l">
              <a:defRPr sz="2175" b="0">
                <a:solidFill>
                  <a:srgbClr val="57666C"/>
                </a:solidFill>
                <a:latin typeface="Segoe UI"/>
                <a:ea typeface="Segoe UI"/>
                <a:cs typeface="Segoe UI"/>
              </a:defRPr>
            </a:lvl8pPr>
            <a:lvl9pPr algn="l">
              <a:defRPr sz="2175" b="0">
                <a:solidFill>
                  <a:srgbClr val="57666C"/>
                </a:solidFill>
                <a:latin typeface="Segoe UI"/>
                <a:ea typeface="Segoe UI"/>
                <a:cs typeface="Segoe UI"/>
              </a:defRPr>
            </a:lvl9pPr>
          </a:lstStyle>
          <a:p xmlns:a="http://schemas.openxmlformats.org/drawingml/2006/main">
            <a:pPr algn="l">
              <a:lnSpc>
                <a:spcPct val="108000"/>
              </a:lnSpc>
              <a:buNone/>
              <a:defRPr sz="2175" b="0">
                <a:solidFill>
                  <a:srgbClr val="57666C"/>
                </a:solidFill>
                <a:latin typeface="Segoe UI"/>
                <a:ea typeface="Segoe UI"/>
                <a:cs typeface="Segoe UI"/>
              </a:defRPr>
            </a:pPr>
            <a:r>
              <a:rPr sz="2175" b="0">
                <a:solidFill>
                  <a:srgbClr val="57666C"/>
                </a:solidFill>
                <a:latin typeface="Segoe UI"/>
                <a:ea typeface="Segoe UI"/>
                <a:cs typeface="Segoe UI"/>
              </a:rPr>
              <a:t>The knowledge, data and experience</a:t>
            </a:r>
          </a:p>
          <a:p xmlns:a="http://schemas.openxmlformats.org/drawingml/2006/main">
            <a:pPr algn="l">
              <a:lnSpc>
                <a:spcPct val="108000"/>
              </a:lnSpc>
              <a:buNone/>
              <a:defRPr sz="2175" b="0">
                <a:solidFill>
                  <a:srgbClr val="57666C"/>
                </a:solidFill>
                <a:latin typeface="Segoe UI"/>
                <a:ea typeface="Segoe UI"/>
                <a:cs typeface="Segoe UI"/>
              </a:defRPr>
            </a:pPr>
            <a:r>
              <a:rPr sz="2175" b="0">
                <a:solidFill>
                  <a:srgbClr val="57666C"/>
                </a:solidFill>
                <a:latin typeface="Segoe UI"/>
                <a:ea typeface="Segoe UI"/>
                <a:cs typeface="Segoe UI"/>
              </a:rPr>
              <a:t>that make your business yours.</a:t>
            </a:r>
          </a:p>
        </p:txBody>
      </p:sp>
      <p:sp>
        <p:nvSpPr>
          <p:cNvPr id="6" name="">
            <a:extLst xmlns:a="http://schemas.openxmlformats.org/drawingml/2006/main">
              <a:ext uri="{FF2B5EF4-FFF2-40B4-BE49-F238E27FC236}">
                <a16:creationId xmlns:a16="http://schemas.microsoft.com/office/drawing/2014/main" id="{7C838E07-AF7D-4521-A14D-12173BD58643}"/>
              </a:ext>
            </a:extLst>
          </p:cNvPr>
          <p:cNvSpPr>
            <a:spLocks xmlns:a="http://schemas.openxmlformats.org/drawingml/2006/main" noGrp="1"/>
          </p:cNvSpPr>
          <p:nvPr/>
        </p:nvSpPr>
        <p:spPr>
          <a:xfrm xmlns:a="http://schemas.openxmlformats.org/drawingml/2006/main">
            <a:off x="6000750" y="2800350"/>
            <a:ext cx="9525" cy="2333625"/>
          </a:xfrm>
          <a:prstGeom xmlns:a="http://schemas.openxmlformats.org/drawingml/2006/main" prst="rect">
            <a:avLst/>
          </a:prstGeom>
          <a:solidFill xmlns:a="http://schemas.openxmlformats.org/drawingml/2006/main">
            <a:srgbClr val="D0D8D9"/>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C690753F-962C-45FD-81E2-16BC5A7126E6}"/>
              </a:ext>
            </a:extLst>
          </p:cNvPr>
          <p:cNvSpPr>
            <a:spLocks xmlns:a="http://schemas.openxmlformats.org/drawingml/2006/main" noGrp="1"/>
          </p:cNvSpPr>
          <p:nvPr/>
        </p:nvSpPr>
        <p:spPr>
          <a:xfrm xmlns:a="http://schemas.openxmlformats.org/drawingml/2006/main">
            <a:off x="6572250" y="2895600"/>
            <a:ext cx="4762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925" b="1">
                <a:solidFill>
                  <a:srgbClr val="2158D5"/>
                </a:solidFill>
                <a:latin typeface="Segoe UI"/>
                <a:ea typeface="Segoe UI"/>
                <a:cs typeface="Segoe UI"/>
              </a:defRPr>
            </a:defPPr>
            <a:lvl1pPr algn="l">
              <a:defRPr sz="2925" b="1">
                <a:solidFill>
                  <a:srgbClr val="2158D5"/>
                </a:solidFill>
                <a:latin typeface="Segoe UI"/>
                <a:ea typeface="Segoe UI"/>
                <a:cs typeface="Segoe UI"/>
              </a:defRPr>
            </a:lvl1pPr>
            <a:lvl2pPr algn="l">
              <a:defRPr sz="2925" b="1">
                <a:solidFill>
                  <a:srgbClr val="2158D5"/>
                </a:solidFill>
                <a:latin typeface="Segoe UI"/>
                <a:ea typeface="Segoe UI"/>
                <a:cs typeface="Segoe UI"/>
              </a:defRPr>
            </a:lvl2pPr>
            <a:lvl3pPr algn="l">
              <a:defRPr sz="2925" b="1">
                <a:solidFill>
                  <a:srgbClr val="2158D5"/>
                </a:solidFill>
                <a:latin typeface="Segoe UI"/>
                <a:ea typeface="Segoe UI"/>
                <a:cs typeface="Segoe UI"/>
              </a:defRPr>
            </a:lvl3pPr>
            <a:lvl4pPr algn="l">
              <a:defRPr sz="2925" b="1">
                <a:solidFill>
                  <a:srgbClr val="2158D5"/>
                </a:solidFill>
                <a:latin typeface="Segoe UI"/>
                <a:ea typeface="Segoe UI"/>
                <a:cs typeface="Segoe UI"/>
              </a:defRPr>
            </a:lvl4pPr>
            <a:lvl5pPr algn="l">
              <a:defRPr sz="2925" b="1">
                <a:solidFill>
                  <a:srgbClr val="2158D5"/>
                </a:solidFill>
                <a:latin typeface="Segoe UI"/>
                <a:ea typeface="Segoe UI"/>
                <a:cs typeface="Segoe UI"/>
              </a:defRPr>
            </a:lvl5pPr>
            <a:lvl6pPr algn="l">
              <a:defRPr sz="2925" b="1">
                <a:solidFill>
                  <a:srgbClr val="2158D5"/>
                </a:solidFill>
                <a:latin typeface="Segoe UI"/>
                <a:ea typeface="Segoe UI"/>
                <a:cs typeface="Segoe UI"/>
              </a:defRPr>
            </a:lvl6pPr>
            <a:lvl7pPr algn="l">
              <a:defRPr sz="2925" b="1">
                <a:solidFill>
                  <a:srgbClr val="2158D5"/>
                </a:solidFill>
                <a:latin typeface="Segoe UI"/>
                <a:ea typeface="Segoe UI"/>
                <a:cs typeface="Segoe UI"/>
              </a:defRPr>
            </a:lvl7pPr>
            <a:lvl8pPr algn="l">
              <a:defRPr sz="2925" b="1">
                <a:solidFill>
                  <a:srgbClr val="2158D5"/>
                </a:solidFill>
                <a:latin typeface="Segoe UI"/>
                <a:ea typeface="Segoe UI"/>
                <a:cs typeface="Segoe UI"/>
              </a:defRPr>
            </a:lvl8pPr>
            <a:lvl9pPr algn="l">
              <a:defRPr sz="2925" b="1">
                <a:solidFill>
                  <a:srgbClr val="2158D5"/>
                </a:solidFill>
                <a:latin typeface="Segoe UI"/>
                <a:ea typeface="Segoe UI"/>
                <a:cs typeface="Segoe UI"/>
              </a:defRPr>
            </a:lvl9pPr>
          </a:lstStyle>
          <a:p xmlns:a="http://schemas.openxmlformats.org/drawingml/2006/main">
            <a:pPr algn="l">
              <a:lnSpc>
                <a:spcPct val="108000"/>
              </a:lnSpc>
              <a:buNone/>
              <a:defRPr sz="2925" b="1">
                <a:solidFill>
                  <a:srgbClr val="2158D5"/>
                </a:solidFill>
                <a:latin typeface="Segoe UI"/>
                <a:ea typeface="Segoe UI"/>
                <a:cs typeface="Segoe UI"/>
              </a:defRPr>
            </a:pPr>
            <a:r>
              <a:rPr sz="2925" b="1">
                <a:solidFill>
                  <a:srgbClr val="2158D5"/>
                </a:solidFill>
                <a:latin typeface="Segoe UI"/>
                <a:ea typeface="Segoe UI"/>
                <a:cs typeface="Segoe UI"/>
              </a:rPr>
              <a:t>Your trust</a:t>
            </a:r>
          </a:p>
        </p:txBody>
      </p:sp>
      <p:sp>
        <p:nvSpPr>
          <p:cNvPr id="8" name="">
            <a:extLst xmlns:a="http://schemas.openxmlformats.org/drawingml/2006/main">
              <a:ext uri="{FF2B5EF4-FFF2-40B4-BE49-F238E27FC236}">
                <a16:creationId xmlns:a16="http://schemas.microsoft.com/office/drawing/2014/main" id="{D2729C88-2F69-4168-8A26-320A5F34F905}"/>
              </a:ext>
            </a:extLst>
          </p:cNvPr>
          <p:cNvSpPr>
            <a:spLocks xmlns:a="http://schemas.openxmlformats.org/drawingml/2006/main" noGrp="1"/>
          </p:cNvSpPr>
          <p:nvPr/>
        </p:nvSpPr>
        <p:spPr>
          <a:xfrm xmlns:a="http://schemas.openxmlformats.org/drawingml/2006/main">
            <a:off x="6572250" y="3600450"/>
            <a:ext cx="48577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0">
                <a:solidFill>
                  <a:srgbClr val="57666C"/>
                </a:solidFill>
                <a:latin typeface="Segoe UI"/>
                <a:ea typeface="Segoe UI"/>
                <a:cs typeface="Segoe UI"/>
              </a:defRPr>
            </a:defPPr>
            <a:lvl1pPr algn="l">
              <a:defRPr sz="2175" b="0">
                <a:solidFill>
                  <a:srgbClr val="57666C"/>
                </a:solidFill>
                <a:latin typeface="Segoe UI"/>
                <a:ea typeface="Segoe UI"/>
                <a:cs typeface="Segoe UI"/>
              </a:defRPr>
            </a:lvl1pPr>
            <a:lvl2pPr algn="l">
              <a:defRPr sz="2175" b="0">
                <a:solidFill>
                  <a:srgbClr val="57666C"/>
                </a:solidFill>
                <a:latin typeface="Segoe UI"/>
                <a:ea typeface="Segoe UI"/>
                <a:cs typeface="Segoe UI"/>
              </a:defRPr>
            </a:lvl2pPr>
            <a:lvl3pPr algn="l">
              <a:defRPr sz="2175" b="0">
                <a:solidFill>
                  <a:srgbClr val="57666C"/>
                </a:solidFill>
                <a:latin typeface="Segoe UI"/>
                <a:ea typeface="Segoe UI"/>
                <a:cs typeface="Segoe UI"/>
              </a:defRPr>
            </a:lvl3pPr>
            <a:lvl4pPr algn="l">
              <a:defRPr sz="2175" b="0">
                <a:solidFill>
                  <a:srgbClr val="57666C"/>
                </a:solidFill>
                <a:latin typeface="Segoe UI"/>
                <a:ea typeface="Segoe UI"/>
                <a:cs typeface="Segoe UI"/>
              </a:defRPr>
            </a:lvl4pPr>
            <a:lvl5pPr algn="l">
              <a:defRPr sz="2175" b="0">
                <a:solidFill>
                  <a:srgbClr val="57666C"/>
                </a:solidFill>
                <a:latin typeface="Segoe UI"/>
                <a:ea typeface="Segoe UI"/>
                <a:cs typeface="Segoe UI"/>
              </a:defRPr>
            </a:lvl5pPr>
            <a:lvl6pPr algn="l">
              <a:defRPr sz="2175" b="0">
                <a:solidFill>
                  <a:srgbClr val="57666C"/>
                </a:solidFill>
                <a:latin typeface="Segoe UI"/>
                <a:ea typeface="Segoe UI"/>
                <a:cs typeface="Segoe UI"/>
              </a:defRPr>
            </a:lvl6pPr>
            <a:lvl7pPr algn="l">
              <a:defRPr sz="2175" b="0">
                <a:solidFill>
                  <a:srgbClr val="57666C"/>
                </a:solidFill>
                <a:latin typeface="Segoe UI"/>
                <a:ea typeface="Segoe UI"/>
                <a:cs typeface="Segoe UI"/>
              </a:defRPr>
            </a:lvl7pPr>
            <a:lvl8pPr algn="l">
              <a:defRPr sz="2175" b="0">
                <a:solidFill>
                  <a:srgbClr val="57666C"/>
                </a:solidFill>
                <a:latin typeface="Segoe UI"/>
                <a:ea typeface="Segoe UI"/>
                <a:cs typeface="Segoe UI"/>
              </a:defRPr>
            </a:lvl8pPr>
            <a:lvl9pPr algn="l">
              <a:defRPr sz="2175" b="0">
                <a:solidFill>
                  <a:srgbClr val="57666C"/>
                </a:solidFill>
                <a:latin typeface="Segoe UI"/>
                <a:ea typeface="Segoe UI"/>
                <a:cs typeface="Segoe UI"/>
              </a:defRPr>
            </a:lvl9pPr>
          </a:lstStyle>
          <a:p xmlns:a="http://schemas.openxmlformats.org/drawingml/2006/main">
            <a:pPr algn="l">
              <a:lnSpc>
                <a:spcPct val="108000"/>
              </a:lnSpc>
              <a:buNone/>
              <a:defRPr sz="2175" b="0">
                <a:solidFill>
                  <a:srgbClr val="57666C"/>
                </a:solidFill>
                <a:latin typeface="Segoe UI"/>
                <a:ea typeface="Segoe UI"/>
                <a:cs typeface="Segoe UI"/>
              </a:defRPr>
            </a:pPr>
            <a:r>
              <a:rPr sz="2175" b="0">
                <a:solidFill>
                  <a:srgbClr val="57666C"/>
                </a:solidFill>
                <a:latin typeface="Segoe UI"/>
                <a:ea typeface="Segoe UI"/>
                <a:cs typeface="Segoe UI"/>
              </a:rPr>
              <a:t>Access, oversight and accountability</a:t>
            </a:r>
          </a:p>
          <a:p xmlns:a="http://schemas.openxmlformats.org/drawingml/2006/main">
            <a:pPr algn="l">
              <a:lnSpc>
                <a:spcPct val="108000"/>
              </a:lnSpc>
              <a:buNone/>
              <a:defRPr sz="2175" b="0">
                <a:solidFill>
                  <a:srgbClr val="57666C"/>
                </a:solidFill>
                <a:latin typeface="Segoe UI"/>
                <a:ea typeface="Segoe UI"/>
                <a:cs typeface="Segoe UI"/>
              </a:defRPr>
            </a:pPr>
            <a:r>
              <a:rPr sz="2175" b="0">
                <a:solidFill>
                  <a:srgbClr val="57666C"/>
                </a:solidFill>
                <a:latin typeface="Segoe UI"/>
                <a:ea typeface="Segoe UI"/>
                <a:cs typeface="Segoe UI"/>
              </a:rPr>
              <a:t>for using AI with confidence.</a:t>
            </a:r>
          </a:p>
        </p:txBody>
      </p:sp>
      <p:sp>
        <p:nvSpPr>
          <p:cNvPr id="9" name="">
            <a:extLst xmlns:a="http://schemas.openxmlformats.org/drawingml/2006/main">
              <a:ext uri="{FF2B5EF4-FFF2-40B4-BE49-F238E27FC236}">
                <a16:creationId xmlns:a16="http://schemas.microsoft.com/office/drawing/2014/main" id="{F0B1CED8-6467-4AAA-8C63-88FFD66BC0A4}"/>
              </a:ext>
            </a:extLst>
          </p:cNvPr>
          <p:cNvSpPr>
            <a:spLocks xmlns:a="http://schemas.openxmlformats.org/drawingml/2006/main" noGrp="1"/>
          </p:cNvSpPr>
          <p:nvPr/>
        </p:nvSpPr>
        <p:spPr>
          <a:xfrm xmlns:a="http://schemas.openxmlformats.org/drawingml/2006/main">
            <a:off x="609600" y="5505450"/>
            <a:ext cx="10858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13262D"/>
                </a:solidFill>
                <a:latin typeface="Segoe UI"/>
                <a:ea typeface="Segoe UI"/>
                <a:cs typeface="Segoe UI"/>
              </a:defRPr>
            </a:defPPr>
            <a:lvl1pPr algn="l">
              <a:defRPr sz="1950" b="0">
                <a:solidFill>
                  <a:srgbClr val="13262D"/>
                </a:solidFill>
                <a:latin typeface="Segoe UI"/>
                <a:ea typeface="Segoe UI"/>
                <a:cs typeface="Segoe UI"/>
              </a:defRPr>
            </a:lvl1pPr>
            <a:lvl2pPr algn="l">
              <a:defRPr sz="1950" b="0">
                <a:solidFill>
                  <a:srgbClr val="13262D"/>
                </a:solidFill>
                <a:latin typeface="Segoe UI"/>
                <a:ea typeface="Segoe UI"/>
                <a:cs typeface="Segoe UI"/>
              </a:defRPr>
            </a:lvl2pPr>
            <a:lvl3pPr algn="l">
              <a:defRPr sz="1950" b="0">
                <a:solidFill>
                  <a:srgbClr val="13262D"/>
                </a:solidFill>
                <a:latin typeface="Segoe UI"/>
                <a:ea typeface="Segoe UI"/>
                <a:cs typeface="Segoe UI"/>
              </a:defRPr>
            </a:lvl3pPr>
            <a:lvl4pPr algn="l">
              <a:defRPr sz="1950" b="0">
                <a:solidFill>
                  <a:srgbClr val="13262D"/>
                </a:solidFill>
                <a:latin typeface="Segoe UI"/>
                <a:ea typeface="Segoe UI"/>
                <a:cs typeface="Segoe UI"/>
              </a:defRPr>
            </a:lvl4pPr>
            <a:lvl5pPr algn="l">
              <a:defRPr sz="1950" b="0">
                <a:solidFill>
                  <a:srgbClr val="13262D"/>
                </a:solidFill>
                <a:latin typeface="Segoe UI"/>
                <a:ea typeface="Segoe UI"/>
                <a:cs typeface="Segoe UI"/>
              </a:defRPr>
            </a:lvl5pPr>
            <a:lvl6pPr algn="l">
              <a:defRPr sz="1950" b="0">
                <a:solidFill>
                  <a:srgbClr val="13262D"/>
                </a:solidFill>
                <a:latin typeface="Segoe UI"/>
                <a:ea typeface="Segoe UI"/>
                <a:cs typeface="Segoe UI"/>
              </a:defRPr>
            </a:lvl6pPr>
            <a:lvl7pPr algn="l">
              <a:defRPr sz="1950" b="0">
                <a:solidFill>
                  <a:srgbClr val="13262D"/>
                </a:solidFill>
                <a:latin typeface="Segoe UI"/>
                <a:ea typeface="Segoe UI"/>
                <a:cs typeface="Segoe UI"/>
              </a:defRPr>
            </a:lvl7pPr>
            <a:lvl8pPr algn="l">
              <a:defRPr sz="1950" b="0">
                <a:solidFill>
                  <a:srgbClr val="13262D"/>
                </a:solidFill>
                <a:latin typeface="Segoe UI"/>
                <a:ea typeface="Segoe UI"/>
                <a:cs typeface="Segoe UI"/>
              </a:defRPr>
            </a:lvl8pPr>
            <a:lvl9pPr algn="l">
              <a:defRPr sz="1950" b="0">
                <a:solidFill>
                  <a:srgbClr val="13262D"/>
                </a:solidFill>
                <a:latin typeface="Segoe UI"/>
                <a:ea typeface="Segoe UI"/>
                <a:cs typeface="Segoe UI"/>
              </a:defRPr>
            </a:lvl9pPr>
          </a:lstStyle>
          <a:p xmlns:a="http://schemas.openxmlformats.org/drawingml/2006/main">
            <a:pPr algn="l">
              <a:lnSpc>
                <a:spcPct val="108000"/>
              </a:lnSpc>
              <a:buNone/>
              <a:defRPr sz="1950" b="0">
                <a:solidFill>
                  <a:srgbClr val="13262D"/>
                </a:solidFill>
                <a:latin typeface="Segoe UI"/>
                <a:ea typeface="Segoe UI"/>
                <a:cs typeface="Segoe UI"/>
              </a:defRPr>
            </a:pPr>
            <a:r>
              <a:rPr sz="1950" b="0">
                <a:solidFill>
                  <a:srgbClr val="13262D"/>
                </a:solidFill>
                <a:latin typeface="Segoe UI"/>
                <a:ea typeface="Segoe UI"/>
                <a:cs typeface="Segoe UI"/>
              </a:rPr>
              <a:t>Microsoft expertise, working with your teams to build and improve the workflow.</a:t>
            </a:r>
          </a:p>
        </p:txBody>
      </p:sp>
    </p:spTree>
    <p:extLst>
      <p:ext uri="{BB962C8B-B14F-4D97-AF65-F5344CB8AC3E}">
        <p14:creationId xmlns:p14="http://schemas.microsoft.com/office/powerpoint/2010/main" val="2119885893"/>
      </p:ext>
    </p:extLst>
  </p:cSld>
</p:sld>
</file>

<file path=ppt/slides/slide6.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5ECA8C2C-C3E2-449C-82DF-F1A2017C5997}"/>
              </a:ext>
            </a:extLst>
          </p:cNvPr>
          <p:cNvSpPr>
            <a:spLocks xmlns:a="http://schemas.openxmlformats.org/drawingml/2006/main" noGrp="1"/>
          </p:cNvSpPr>
          <p:nvPr/>
        </p:nvSpPr>
        <p:spPr>
          <a:xfrm xmlns:a="http://schemas.openxmlformats.org/drawingml/2006/main">
            <a:off x="609600" y="6486525"/>
            <a:ext cx="762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57666C"/>
                </a:solidFill>
                <a:latin typeface="Segoe UI"/>
                <a:ea typeface="Segoe UI"/>
                <a:cs typeface="Segoe UI"/>
              </a:defRPr>
            </a:defPPr>
            <a:lvl1pPr algn="l">
              <a:defRPr sz="900" b="0">
                <a:solidFill>
                  <a:srgbClr val="57666C"/>
                </a:solidFill>
                <a:latin typeface="Segoe UI"/>
                <a:ea typeface="Segoe UI"/>
                <a:cs typeface="Segoe UI"/>
              </a:defRPr>
            </a:lvl1pPr>
            <a:lvl2pPr algn="l">
              <a:defRPr sz="900" b="0">
                <a:solidFill>
                  <a:srgbClr val="57666C"/>
                </a:solidFill>
                <a:latin typeface="Segoe UI"/>
                <a:ea typeface="Segoe UI"/>
                <a:cs typeface="Segoe UI"/>
              </a:defRPr>
            </a:lvl2pPr>
            <a:lvl3pPr algn="l">
              <a:defRPr sz="900" b="0">
                <a:solidFill>
                  <a:srgbClr val="57666C"/>
                </a:solidFill>
                <a:latin typeface="Segoe UI"/>
                <a:ea typeface="Segoe UI"/>
                <a:cs typeface="Segoe UI"/>
              </a:defRPr>
            </a:lvl3pPr>
            <a:lvl4pPr algn="l">
              <a:defRPr sz="900" b="0">
                <a:solidFill>
                  <a:srgbClr val="57666C"/>
                </a:solidFill>
                <a:latin typeface="Segoe UI"/>
                <a:ea typeface="Segoe UI"/>
                <a:cs typeface="Segoe UI"/>
              </a:defRPr>
            </a:lvl4pPr>
            <a:lvl5pPr algn="l">
              <a:defRPr sz="900" b="0">
                <a:solidFill>
                  <a:srgbClr val="57666C"/>
                </a:solidFill>
                <a:latin typeface="Segoe UI"/>
                <a:ea typeface="Segoe UI"/>
                <a:cs typeface="Segoe UI"/>
              </a:defRPr>
            </a:lvl5pPr>
            <a:lvl6pPr algn="l">
              <a:defRPr sz="900" b="0">
                <a:solidFill>
                  <a:srgbClr val="57666C"/>
                </a:solidFill>
                <a:latin typeface="Segoe UI"/>
                <a:ea typeface="Segoe UI"/>
                <a:cs typeface="Segoe UI"/>
              </a:defRPr>
            </a:lvl6pPr>
            <a:lvl7pPr algn="l">
              <a:defRPr sz="900" b="0">
                <a:solidFill>
                  <a:srgbClr val="57666C"/>
                </a:solidFill>
                <a:latin typeface="Segoe UI"/>
                <a:ea typeface="Segoe UI"/>
                <a:cs typeface="Segoe UI"/>
              </a:defRPr>
            </a:lvl7pPr>
            <a:lvl8pPr algn="l">
              <a:defRPr sz="900" b="0">
                <a:solidFill>
                  <a:srgbClr val="57666C"/>
                </a:solidFill>
                <a:latin typeface="Segoe UI"/>
                <a:ea typeface="Segoe UI"/>
                <a:cs typeface="Segoe UI"/>
              </a:defRPr>
            </a:lvl8pPr>
            <a:lvl9pPr algn="l">
              <a:defRPr sz="900" b="0">
                <a:solidFill>
                  <a:srgbClr val="57666C"/>
                </a:solidFill>
                <a:latin typeface="Segoe UI"/>
                <a:ea typeface="Segoe UI"/>
                <a:cs typeface="Segoe UI"/>
              </a:defRPr>
            </a:lvl9pPr>
          </a:lstStyle>
          <a:p xmlns:a="http://schemas.openxmlformats.org/drawingml/2006/main">
            <a:pPr algn="l">
              <a:lnSpc>
                <a:spcPct val="108000"/>
              </a:lnSpc>
              <a:buNone/>
              <a:defRPr sz="900" b="0">
                <a:solidFill>
                  <a:srgbClr val="57666C"/>
                </a:solidFill>
                <a:latin typeface="Segoe UI"/>
                <a:ea typeface="Segoe UI"/>
                <a:cs typeface="Segoe UI"/>
              </a:defRPr>
            </a:pPr>
            <a:r>
              <a:rPr sz="900" b="0">
                <a:solidFill>
                  <a:srgbClr val="57666C"/>
                </a:solidFill>
                <a:latin typeface="Segoe UI"/>
                <a:ea typeface="Segoe UI"/>
                <a:cs typeface="Segoe UI"/>
              </a:rPr>
              <a:t>Meghan Fasano  /  Customer narrative concept</a:t>
            </a:r>
          </a:p>
        </p:txBody>
      </p:sp>
      <p:sp>
        <p:nvSpPr>
          <p:cNvPr id="2" name="">
            <a:extLst xmlns:a="http://schemas.openxmlformats.org/drawingml/2006/main">
              <a:ext uri="{FF2B5EF4-FFF2-40B4-BE49-F238E27FC236}">
                <a16:creationId xmlns:a16="http://schemas.microsoft.com/office/drawing/2014/main" id="{FE02655B-65FF-487C-B092-9BE176D3E04D}"/>
              </a:ext>
            </a:extLst>
          </p:cNvPr>
          <p:cNvSpPr>
            <a:spLocks xmlns:a="http://schemas.openxmlformats.org/drawingml/2006/main" noGrp="1"/>
          </p:cNvSpPr>
          <p:nvPr/>
        </p:nvSpPr>
        <p:spPr>
          <a:xfrm xmlns:a="http://schemas.openxmlformats.org/drawingml/2006/main">
            <a:off x="11049000" y="6438900"/>
            <a:ext cx="533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57666C"/>
                </a:solidFill>
                <a:latin typeface="Segoe UI"/>
                <a:ea typeface="Segoe UI"/>
                <a:cs typeface="Segoe UI"/>
              </a:defRPr>
            </a:defPPr>
            <a:lvl1pPr algn="r">
              <a:defRPr sz="1200" b="0">
                <a:solidFill>
                  <a:srgbClr val="57666C"/>
                </a:solidFill>
                <a:latin typeface="Segoe UI"/>
                <a:ea typeface="Segoe UI"/>
                <a:cs typeface="Segoe UI"/>
              </a:defRPr>
            </a:lvl1pPr>
            <a:lvl2pPr algn="r">
              <a:defRPr sz="1200" b="0">
                <a:solidFill>
                  <a:srgbClr val="57666C"/>
                </a:solidFill>
                <a:latin typeface="Segoe UI"/>
                <a:ea typeface="Segoe UI"/>
                <a:cs typeface="Segoe UI"/>
              </a:defRPr>
            </a:lvl2pPr>
            <a:lvl3pPr algn="r">
              <a:defRPr sz="1200" b="0">
                <a:solidFill>
                  <a:srgbClr val="57666C"/>
                </a:solidFill>
                <a:latin typeface="Segoe UI"/>
                <a:ea typeface="Segoe UI"/>
                <a:cs typeface="Segoe UI"/>
              </a:defRPr>
            </a:lvl3pPr>
            <a:lvl4pPr algn="r">
              <a:defRPr sz="1200" b="0">
                <a:solidFill>
                  <a:srgbClr val="57666C"/>
                </a:solidFill>
                <a:latin typeface="Segoe UI"/>
                <a:ea typeface="Segoe UI"/>
                <a:cs typeface="Segoe UI"/>
              </a:defRPr>
            </a:lvl4pPr>
            <a:lvl5pPr algn="r">
              <a:defRPr sz="1200" b="0">
                <a:solidFill>
                  <a:srgbClr val="57666C"/>
                </a:solidFill>
                <a:latin typeface="Segoe UI"/>
                <a:ea typeface="Segoe UI"/>
                <a:cs typeface="Segoe UI"/>
              </a:defRPr>
            </a:lvl5pPr>
            <a:lvl6pPr algn="r">
              <a:defRPr sz="1200" b="0">
                <a:solidFill>
                  <a:srgbClr val="57666C"/>
                </a:solidFill>
                <a:latin typeface="Segoe UI"/>
                <a:ea typeface="Segoe UI"/>
                <a:cs typeface="Segoe UI"/>
              </a:defRPr>
            </a:lvl6pPr>
            <a:lvl7pPr algn="r">
              <a:defRPr sz="1200" b="0">
                <a:solidFill>
                  <a:srgbClr val="57666C"/>
                </a:solidFill>
                <a:latin typeface="Segoe UI"/>
                <a:ea typeface="Segoe UI"/>
                <a:cs typeface="Segoe UI"/>
              </a:defRPr>
            </a:lvl7pPr>
            <a:lvl8pPr algn="r">
              <a:defRPr sz="1200" b="0">
                <a:solidFill>
                  <a:srgbClr val="57666C"/>
                </a:solidFill>
                <a:latin typeface="Segoe UI"/>
                <a:ea typeface="Segoe UI"/>
                <a:cs typeface="Segoe UI"/>
              </a:defRPr>
            </a:lvl8pPr>
            <a:lvl9pPr algn="r">
              <a:defRPr sz="1200" b="0">
                <a:solidFill>
                  <a:srgbClr val="57666C"/>
                </a:solidFill>
                <a:latin typeface="Segoe UI"/>
                <a:ea typeface="Segoe UI"/>
                <a:cs typeface="Segoe UI"/>
              </a:defRPr>
            </a:lvl9pPr>
          </a:lstStyle>
          <a:p xmlns:a="http://schemas.openxmlformats.org/drawingml/2006/main">
            <a:pPr algn="r">
              <a:lnSpc>
                <a:spcPct val="108000"/>
              </a:lnSpc>
              <a:buNone/>
              <a:defRPr sz="1200" b="0">
                <a:solidFill>
                  <a:srgbClr val="57666C"/>
                </a:solidFill>
                <a:latin typeface="Segoe UI"/>
                <a:ea typeface="Segoe UI"/>
                <a:cs typeface="Segoe UI"/>
              </a:defRPr>
            </a:pPr>
            <a:r>
              <a:rPr sz="1200" b="0">
                <a:solidFill>
                  <a:srgbClr val="57666C"/>
                </a:solidFill>
                <a:latin typeface="Segoe UI"/>
                <a:ea typeface="Segoe UI"/>
                <a:cs typeface="Segoe UI"/>
              </a:rPr>
              <a:t>06</a:t>
            </a:r>
          </a:p>
        </p:txBody>
      </p:sp>
      <p:sp>
        <p:nvSpPr>
          <p:cNvPr id="3" name="">
            <a:extLst xmlns:a="http://schemas.openxmlformats.org/drawingml/2006/main">
              <a:ext uri="{FF2B5EF4-FFF2-40B4-BE49-F238E27FC236}">
                <a16:creationId xmlns:a16="http://schemas.microsoft.com/office/drawing/2014/main" id="{8F0DCA91-ADA1-45D4-88CD-D0FFC434A533}"/>
              </a:ext>
            </a:extLst>
          </p:cNvPr>
          <p:cNvSpPr>
            <a:spLocks xmlns:a="http://schemas.openxmlformats.org/drawingml/2006/main" noGrp="1"/>
          </p:cNvSpPr>
          <p:nvPr/>
        </p:nvSpPr>
        <p:spPr>
          <a:xfrm xmlns:a="http://schemas.openxmlformats.org/drawingml/2006/main">
            <a:off x="609600" y="628650"/>
            <a:ext cx="10858500" cy="1314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4050" b="1">
                <a:solidFill>
                  <a:srgbClr val="13262D"/>
                </a:solidFill>
                <a:latin typeface="Segoe UI"/>
                <a:ea typeface="Segoe UI"/>
                <a:cs typeface="Segoe UI"/>
              </a:defRPr>
            </a:defPPr>
            <a:lvl1pPr algn="l">
              <a:defRPr sz="4050" b="1">
                <a:solidFill>
                  <a:srgbClr val="13262D"/>
                </a:solidFill>
                <a:latin typeface="Segoe UI"/>
                <a:ea typeface="Segoe UI"/>
                <a:cs typeface="Segoe UI"/>
              </a:defRPr>
            </a:lvl1pPr>
            <a:lvl2pPr algn="l">
              <a:defRPr sz="4050" b="1">
                <a:solidFill>
                  <a:srgbClr val="13262D"/>
                </a:solidFill>
                <a:latin typeface="Segoe UI"/>
                <a:ea typeface="Segoe UI"/>
                <a:cs typeface="Segoe UI"/>
              </a:defRPr>
            </a:lvl2pPr>
            <a:lvl3pPr algn="l">
              <a:defRPr sz="4050" b="1">
                <a:solidFill>
                  <a:srgbClr val="13262D"/>
                </a:solidFill>
                <a:latin typeface="Segoe UI"/>
                <a:ea typeface="Segoe UI"/>
                <a:cs typeface="Segoe UI"/>
              </a:defRPr>
            </a:lvl3pPr>
            <a:lvl4pPr algn="l">
              <a:defRPr sz="4050" b="1">
                <a:solidFill>
                  <a:srgbClr val="13262D"/>
                </a:solidFill>
                <a:latin typeface="Segoe UI"/>
                <a:ea typeface="Segoe UI"/>
                <a:cs typeface="Segoe UI"/>
              </a:defRPr>
            </a:lvl4pPr>
            <a:lvl5pPr algn="l">
              <a:defRPr sz="4050" b="1">
                <a:solidFill>
                  <a:srgbClr val="13262D"/>
                </a:solidFill>
                <a:latin typeface="Segoe UI"/>
                <a:ea typeface="Segoe UI"/>
                <a:cs typeface="Segoe UI"/>
              </a:defRPr>
            </a:lvl5pPr>
            <a:lvl6pPr algn="l">
              <a:defRPr sz="4050" b="1">
                <a:solidFill>
                  <a:srgbClr val="13262D"/>
                </a:solidFill>
                <a:latin typeface="Segoe UI"/>
                <a:ea typeface="Segoe UI"/>
                <a:cs typeface="Segoe UI"/>
              </a:defRPr>
            </a:lvl6pPr>
            <a:lvl7pPr algn="l">
              <a:defRPr sz="4050" b="1">
                <a:solidFill>
                  <a:srgbClr val="13262D"/>
                </a:solidFill>
                <a:latin typeface="Segoe UI"/>
                <a:ea typeface="Segoe UI"/>
                <a:cs typeface="Segoe UI"/>
              </a:defRPr>
            </a:lvl7pPr>
            <a:lvl8pPr algn="l">
              <a:defRPr sz="4050" b="1">
                <a:solidFill>
                  <a:srgbClr val="13262D"/>
                </a:solidFill>
                <a:latin typeface="Segoe UI"/>
                <a:ea typeface="Segoe UI"/>
                <a:cs typeface="Segoe UI"/>
              </a:defRPr>
            </a:lvl8pPr>
            <a:lvl9pPr algn="l">
              <a:defRPr sz="4050" b="1">
                <a:solidFill>
                  <a:srgbClr val="13262D"/>
                </a:solidFill>
                <a:latin typeface="Segoe UI"/>
                <a:ea typeface="Segoe UI"/>
                <a:cs typeface="Segoe UI"/>
              </a:defRPr>
            </a:lvl9pPr>
          </a:lstStyle>
          <a:p xmlns:a="http://schemas.openxmlformats.org/drawingml/2006/main">
            <a:pPr algn="l">
              <a:lnSpc>
                <a:spcPct val="108000"/>
              </a:lnSpc>
              <a:buNone/>
              <a:defRPr sz="4050" b="1">
                <a:solidFill>
                  <a:srgbClr val="13262D"/>
                </a:solidFill>
                <a:latin typeface="Segoe UI"/>
                <a:ea typeface="Segoe UI"/>
                <a:cs typeface="Segoe UI"/>
              </a:defRPr>
            </a:pPr>
            <a:r>
              <a:rPr sz="4050" b="1">
                <a:solidFill>
                  <a:srgbClr val="13262D"/>
                </a:solidFill>
                <a:latin typeface="Segoe UI"/>
                <a:ea typeface="Segoe UI"/>
                <a:cs typeface="Segoe UI"/>
              </a:rPr>
              <a:t>Maya gets a shared picture,</a:t>
            </a:r>
          </a:p>
          <a:p xmlns:a="http://schemas.openxmlformats.org/drawingml/2006/main">
            <a:pPr algn="l">
              <a:lnSpc>
                <a:spcPct val="108000"/>
              </a:lnSpc>
              <a:buNone/>
              <a:defRPr sz="4050" b="1">
                <a:solidFill>
                  <a:srgbClr val="13262D"/>
                </a:solidFill>
                <a:latin typeface="Segoe UI"/>
                <a:ea typeface="Segoe UI"/>
                <a:cs typeface="Segoe UI"/>
              </a:defRPr>
            </a:pPr>
            <a:r>
              <a:rPr sz="4050" b="1">
                <a:solidFill>
                  <a:srgbClr val="13262D"/>
                </a:solidFill>
                <a:latin typeface="Segoe UI"/>
                <a:ea typeface="Segoe UI"/>
                <a:cs typeface="Segoe UI"/>
              </a:rPr>
              <a:t>with the gaps visible</a:t>
            </a:r>
          </a:p>
        </p:txBody>
      </p:sp>
      <p:sp>
        <p:nvSpPr>
          <p:cNvPr id="4" name="">
            <a:extLst xmlns:a="http://schemas.openxmlformats.org/drawingml/2006/main">
              <a:ext uri="{FF2B5EF4-FFF2-40B4-BE49-F238E27FC236}">
                <a16:creationId xmlns:a16="http://schemas.microsoft.com/office/drawing/2014/main" id="{879E7092-C74A-4DC0-9F31-C55E89B5F922}"/>
              </a:ext>
            </a:extLst>
          </p:cNvPr>
          <p:cNvSpPr>
            <a:spLocks xmlns:a="http://schemas.openxmlformats.org/drawingml/2006/main" noGrp="1"/>
          </p:cNvSpPr>
          <p:nvPr/>
        </p:nvSpPr>
        <p:spPr>
          <a:xfrm xmlns:a="http://schemas.openxmlformats.org/drawingml/2006/main">
            <a:off x="609600" y="2705100"/>
            <a:ext cx="10953750" cy="9525"/>
          </a:xfrm>
          <a:prstGeom xmlns:a="http://schemas.openxmlformats.org/drawingml/2006/main" prst="rect">
            <a:avLst/>
          </a:prstGeom>
          <a:solidFill xmlns:a="http://schemas.openxmlformats.org/drawingml/2006/main">
            <a:srgbClr val="D0D8D9"/>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32CF9BEC-A3E4-4D4F-9FE1-219A810BF2FB}"/>
              </a:ext>
            </a:extLst>
          </p:cNvPr>
          <p:cNvSpPr>
            <a:spLocks xmlns:a="http://schemas.openxmlformats.org/drawingml/2006/main" noGrp="1"/>
          </p:cNvSpPr>
          <p:nvPr/>
        </p:nvSpPr>
        <p:spPr>
          <a:xfrm xmlns:a="http://schemas.openxmlformats.org/drawingml/2006/main">
            <a:off x="609600" y="2847975"/>
            <a:ext cx="347662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1">
                <a:solidFill>
                  <a:srgbClr val="2158D5"/>
                </a:solidFill>
                <a:latin typeface="Segoe UI"/>
                <a:ea typeface="Segoe UI"/>
                <a:cs typeface="Segoe UI"/>
              </a:defRPr>
            </a:defPPr>
            <a:lvl1pPr algn="l">
              <a:defRPr sz="1800" b="1">
                <a:solidFill>
                  <a:srgbClr val="2158D5"/>
                </a:solidFill>
                <a:latin typeface="Segoe UI"/>
                <a:ea typeface="Segoe UI"/>
                <a:cs typeface="Segoe UI"/>
              </a:defRPr>
            </a:lvl1pPr>
            <a:lvl2pPr algn="l">
              <a:defRPr sz="1800" b="1">
                <a:solidFill>
                  <a:srgbClr val="2158D5"/>
                </a:solidFill>
                <a:latin typeface="Segoe UI"/>
                <a:ea typeface="Segoe UI"/>
                <a:cs typeface="Segoe UI"/>
              </a:defRPr>
            </a:lvl2pPr>
            <a:lvl3pPr algn="l">
              <a:defRPr sz="1800" b="1">
                <a:solidFill>
                  <a:srgbClr val="2158D5"/>
                </a:solidFill>
                <a:latin typeface="Segoe UI"/>
                <a:ea typeface="Segoe UI"/>
                <a:cs typeface="Segoe UI"/>
              </a:defRPr>
            </a:lvl3pPr>
            <a:lvl4pPr algn="l">
              <a:defRPr sz="1800" b="1">
                <a:solidFill>
                  <a:srgbClr val="2158D5"/>
                </a:solidFill>
                <a:latin typeface="Segoe UI"/>
                <a:ea typeface="Segoe UI"/>
                <a:cs typeface="Segoe UI"/>
              </a:defRPr>
            </a:lvl4pPr>
            <a:lvl5pPr algn="l">
              <a:defRPr sz="1800" b="1">
                <a:solidFill>
                  <a:srgbClr val="2158D5"/>
                </a:solidFill>
                <a:latin typeface="Segoe UI"/>
                <a:ea typeface="Segoe UI"/>
                <a:cs typeface="Segoe UI"/>
              </a:defRPr>
            </a:lvl5pPr>
            <a:lvl6pPr algn="l">
              <a:defRPr sz="1800" b="1">
                <a:solidFill>
                  <a:srgbClr val="2158D5"/>
                </a:solidFill>
                <a:latin typeface="Segoe UI"/>
                <a:ea typeface="Segoe UI"/>
                <a:cs typeface="Segoe UI"/>
              </a:defRPr>
            </a:lvl6pPr>
            <a:lvl7pPr algn="l">
              <a:defRPr sz="1800" b="1">
                <a:solidFill>
                  <a:srgbClr val="2158D5"/>
                </a:solidFill>
                <a:latin typeface="Segoe UI"/>
                <a:ea typeface="Segoe UI"/>
                <a:cs typeface="Segoe UI"/>
              </a:defRPr>
            </a:lvl7pPr>
            <a:lvl8pPr algn="l">
              <a:defRPr sz="1800" b="1">
                <a:solidFill>
                  <a:srgbClr val="2158D5"/>
                </a:solidFill>
                <a:latin typeface="Segoe UI"/>
                <a:ea typeface="Segoe UI"/>
                <a:cs typeface="Segoe UI"/>
              </a:defRPr>
            </a:lvl8pPr>
            <a:lvl9pPr algn="l">
              <a:defRPr sz="1800" b="1">
                <a:solidFill>
                  <a:srgbClr val="2158D5"/>
                </a:solidFill>
                <a:latin typeface="Segoe UI"/>
                <a:ea typeface="Segoe UI"/>
                <a:cs typeface="Segoe UI"/>
              </a:defRPr>
            </a:lvl9pPr>
          </a:lstStyle>
          <a:p xmlns:a="http://schemas.openxmlformats.org/drawingml/2006/main">
            <a:pPr algn="l">
              <a:lnSpc>
                <a:spcPct val="108000"/>
              </a:lnSpc>
              <a:buNone/>
              <a:defRPr sz="1800" b="1">
                <a:solidFill>
                  <a:srgbClr val="2158D5"/>
                </a:solidFill>
                <a:latin typeface="Segoe UI"/>
                <a:ea typeface="Segoe UI"/>
                <a:cs typeface="Segoe UI"/>
              </a:defRPr>
            </a:pPr>
            <a:r>
              <a:rPr sz="1800" b="1">
                <a:solidFill>
                  <a:srgbClr val="2158D5"/>
                </a:solidFill>
                <a:latin typeface="Segoe UI"/>
                <a:ea typeface="Segoe UI"/>
                <a:cs typeface="Segoe UI"/>
              </a:rPr>
              <a:t>What changed</a:t>
            </a:r>
          </a:p>
        </p:txBody>
      </p:sp>
      <p:sp>
        <p:nvSpPr>
          <p:cNvPr id="6" name="">
            <a:extLst xmlns:a="http://schemas.openxmlformats.org/drawingml/2006/main">
              <a:ext uri="{FF2B5EF4-FFF2-40B4-BE49-F238E27FC236}">
                <a16:creationId xmlns:a16="http://schemas.microsoft.com/office/drawing/2014/main" id="{CBAF0235-E1BB-49E8-BCCC-7724E8D1BBCE}"/>
              </a:ext>
            </a:extLst>
          </p:cNvPr>
          <p:cNvSpPr>
            <a:spLocks xmlns:a="http://schemas.openxmlformats.org/drawingml/2006/main" noGrp="1"/>
          </p:cNvSpPr>
          <p:nvPr/>
        </p:nvSpPr>
        <p:spPr>
          <a:xfrm xmlns:a="http://schemas.openxmlformats.org/drawingml/2006/main">
            <a:off x="4095750" y="2847975"/>
            <a:ext cx="7381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13262D"/>
                </a:solidFill>
                <a:latin typeface="Segoe UI"/>
                <a:ea typeface="Segoe UI"/>
                <a:cs typeface="Segoe UI"/>
              </a:defRPr>
            </a:defPPr>
            <a:lvl1pPr algn="l">
              <a:defRPr sz="2025" b="0">
                <a:solidFill>
                  <a:srgbClr val="13262D"/>
                </a:solidFill>
                <a:latin typeface="Segoe UI"/>
                <a:ea typeface="Segoe UI"/>
                <a:cs typeface="Segoe UI"/>
              </a:defRPr>
            </a:lvl1pPr>
            <a:lvl2pPr algn="l">
              <a:defRPr sz="2025" b="0">
                <a:solidFill>
                  <a:srgbClr val="13262D"/>
                </a:solidFill>
                <a:latin typeface="Segoe UI"/>
                <a:ea typeface="Segoe UI"/>
                <a:cs typeface="Segoe UI"/>
              </a:defRPr>
            </a:lvl2pPr>
            <a:lvl3pPr algn="l">
              <a:defRPr sz="2025" b="0">
                <a:solidFill>
                  <a:srgbClr val="13262D"/>
                </a:solidFill>
                <a:latin typeface="Segoe UI"/>
                <a:ea typeface="Segoe UI"/>
                <a:cs typeface="Segoe UI"/>
              </a:defRPr>
            </a:lvl3pPr>
            <a:lvl4pPr algn="l">
              <a:defRPr sz="2025" b="0">
                <a:solidFill>
                  <a:srgbClr val="13262D"/>
                </a:solidFill>
                <a:latin typeface="Segoe UI"/>
                <a:ea typeface="Segoe UI"/>
                <a:cs typeface="Segoe UI"/>
              </a:defRPr>
            </a:lvl4pPr>
            <a:lvl5pPr algn="l">
              <a:defRPr sz="2025" b="0">
                <a:solidFill>
                  <a:srgbClr val="13262D"/>
                </a:solidFill>
                <a:latin typeface="Segoe UI"/>
                <a:ea typeface="Segoe UI"/>
                <a:cs typeface="Segoe UI"/>
              </a:defRPr>
            </a:lvl5pPr>
            <a:lvl6pPr algn="l">
              <a:defRPr sz="2025" b="0">
                <a:solidFill>
                  <a:srgbClr val="13262D"/>
                </a:solidFill>
                <a:latin typeface="Segoe UI"/>
                <a:ea typeface="Segoe UI"/>
                <a:cs typeface="Segoe UI"/>
              </a:defRPr>
            </a:lvl6pPr>
            <a:lvl7pPr algn="l">
              <a:defRPr sz="2025" b="0">
                <a:solidFill>
                  <a:srgbClr val="13262D"/>
                </a:solidFill>
                <a:latin typeface="Segoe UI"/>
                <a:ea typeface="Segoe UI"/>
                <a:cs typeface="Segoe UI"/>
              </a:defRPr>
            </a:lvl7pPr>
            <a:lvl8pPr algn="l">
              <a:defRPr sz="2025" b="0">
                <a:solidFill>
                  <a:srgbClr val="13262D"/>
                </a:solidFill>
                <a:latin typeface="Segoe UI"/>
                <a:ea typeface="Segoe UI"/>
                <a:cs typeface="Segoe UI"/>
              </a:defRPr>
            </a:lvl8pPr>
            <a:lvl9pPr algn="l">
              <a:defRPr sz="2025" b="0">
                <a:solidFill>
                  <a:srgbClr val="13262D"/>
                </a:solidFill>
                <a:latin typeface="Segoe UI"/>
                <a:ea typeface="Segoe UI"/>
                <a:cs typeface="Segoe UI"/>
              </a:defRPr>
            </a:lvl9pPr>
          </a:lstStyle>
          <a:p xmlns:a="http://schemas.openxmlformats.org/drawingml/2006/main">
            <a:pPr algn="l">
              <a:lnSpc>
                <a:spcPct val="108000"/>
              </a:lnSpc>
              <a:buNone/>
              <a:defRPr sz="2025" b="0">
                <a:solidFill>
                  <a:srgbClr val="13262D"/>
                </a:solidFill>
                <a:latin typeface="Segoe UI"/>
                <a:ea typeface="Segoe UI"/>
                <a:cs typeface="Segoe UI"/>
              </a:defRPr>
            </a:pPr>
            <a:r>
              <a:rPr sz="2025" b="0">
                <a:solidFill>
                  <a:srgbClr val="13262D"/>
                </a:solidFill>
                <a:latin typeface="Segoe UI"/>
                <a:ea typeface="Segoe UI"/>
                <a:cs typeface="Segoe UI"/>
              </a:rPr>
              <a:t>The refrigeration delivery slipped.</a:t>
            </a:r>
          </a:p>
        </p:txBody>
      </p:sp>
      <p:sp>
        <p:nvSpPr>
          <p:cNvPr id="7" name="">
            <a:extLst xmlns:a="http://schemas.openxmlformats.org/drawingml/2006/main">
              <a:ext uri="{FF2B5EF4-FFF2-40B4-BE49-F238E27FC236}">
                <a16:creationId xmlns:a16="http://schemas.microsoft.com/office/drawing/2014/main" id="{96D0333A-3AED-4AE4-9972-CC5B75BD358D}"/>
              </a:ext>
            </a:extLst>
          </p:cNvPr>
          <p:cNvSpPr>
            <a:spLocks xmlns:a="http://schemas.openxmlformats.org/drawingml/2006/main" noGrp="1"/>
          </p:cNvSpPr>
          <p:nvPr/>
        </p:nvSpPr>
        <p:spPr>
          <a:xfrm xmlns:a="http://schemas.openxmlformats.org/drawingml/2006/main">
            <a:off x="609600" y="3609975"/>
            <a:ext cx="10953750" cy="9525"/>
          </a:xfrm>
          <a:prstGeom xmlns:a="http://schemas.openxmlformats.org/drawingml/2006/main" prst="rect">
            <a:avLst/>
          </a:prstGeom>
          <a:solidFill xmlns:a="http://schemas.openxmlformats.org/drawingml/2006/main">
            <a:srgbClr val="D0D8D9"/>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BE69DF5-38AB-4432-84C0-D107F7F0CF9E}"/>
              </a:ext>
            </a:extLst>
          </p:cNvPr>
          <p:cNvSpPr>
            <a:spLocks xmlns:a="http://schemas.openxmlformats.org/drawingml/2006/main" noGrp="1"/>
          </p:cNvSpPr>
          <p:nvPr/>
        </p:nvSpPr>
        <p:spPr>
          <a:xfrm xmlns:a="http://schemas.openxmlformats.org/drawingml/2006/main">
            <a:off x="609600" y="3752850"/>
            <a:ext cx="347662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1">
                <a:solidFill>
                  <a:srgbClr val="2158D5"/>
                </a:solidFill>
                <a:latin typeface="Segoe UI"/>
                <a:ea typeface="Segoe UI"/>
                <a:cs typeface="Segoe UI"/>
              </a:defRPr>
            </a:defPPr>
            <a:lvl1pPr algn="l">
              <a:defRPr sz="1800" b="1">
                <a:solidFill>
                  <a:srgbClr val="2158D5"/>
                </a:solidFill>
                <a:latin typeface="Segoe UI"/>
                <a:ea typeface="Segoe UI"/>
                <a:cs typeface="Segoe UI"/>
              </a:defRPr>
            </a:lvl1pPr>
            <a:lvl2pPr algn="l">
              <a:defRPr sz="1800" b="1">
                <a:solidFill>
                  <a:srgbClr val="2158D5"/>
                </a:solidFill>
                <a:latin typeface="Segoe UI"/>
                <a:ea typeface="Segoe UI"/>
                <a:cs typeface="Segoe UI"/>
              </a:defRPr>
            </a:lvl2pPr>
            <a:lvl3pPr algn="l">
              <a:defRPr sz="1800" b="1">
                <a:solidFill>
                  <a:srgbClr val="2158D5"/>
                </a:solidFill>
                <a:latin typeface="Segoe UI"/>
                <a:ea typeface="Segoe UI"/>
                <a:cs typeface="Segoe UI"/>
              </a:defRPr>
            </a:lvl3pPr>
            <a:lvl4pPr algn="l">
              <a:defRPr sz="1800" b="1">
                <a:solidFill>
                  <a:srgbClr val="2158D5"/>
                </a:solidFill>
                <a:latin typeface="Segoe UI"/>
                <a:ea typeface="Segoe UI"/>
                <a:cs typeface="Segoe UI"/>
              </a:defRPr>
            </a:lvl4pPr>
            <a:lvl5pPr algn="l">
              <a:defRPr sz="1800" b="1">
                <a:solidFill>
                  <a:srgbClr val="2158D5"/>
                </a:solidFill>
                <a:latin typeface="Segoe UI"/>
                <a:ea typeface="Segoe UI"/>
                <a:cs typeface="Segoe UI"/>
              </a:defRPr>
            </a:lvl5pPr>
            <a:lvl6pPr algn="l">
              <a:defRPr sz="1800" b="1">
                <a:solidFill>
                  <a:srgbClr val="2158D5"/>
                </a:solidFill>
                <a:latin typeface="Segoe UI"/>
                <a:ea typeface="Segoe UI"/>
                <a:cs typeface="Segoe UI"/>
              </a:defRPr>
            </a:lvl6pPr>
            <a:lvl7pPr algn="l">
              <a:defRPr sz="1800" b="1">
                <a:solidFill>
                  <a:srgbClr val="2158D5"/>
                </a:solidFill>
                <a:latin typeface="Segoe UI"/>
                <a:ea typeface="Segoe UI"/>
                <a:cs typeface="Segoe UI"/>
              </a:defRPr>
            </a:lvl7pPr>
            <a:lvl8pPr algn="l">
              <a:defRPr sz="1800" b="1">
                <a:solidFill>
                  <a:srgbClr val="2158D5"/>
                </a:solidFill>
                <a:latin typeface="Segoe UI"/>
                <a:ea typeface="Segoe UI"/>
                <a:cs typeface="Segoe UI"/>
              </a:defRPr>
            </a:lvl8pPr>
            <a:lvl9pPr algn="l">
              <a:defRPr sz="1800" b="1">
                <a:solidFill>
                  <a:srgbClr val="2158D5"/>
                </a:solidFill>
                <a:latin typeface="Segoe UI"/>
                <a:ea typeface="Segoe UI"/>
                <a:cs typeface="Segoe UI"/>
              </a:defRPr>
            </a:lvl9pPr>
          </a:lstStyle>
          <a:p xmlns:a="http://schemas.openxmlformats.org/drawingml/2006/main">
            <a:pPr algn="l">
              <a:lnSpc>
                <a:spcPct val="108000"/>
              </a:lnSpc>
              <a:buNone/>
              <a:defRPr sz="1800" b="1">
                <a:solidFill>
                  <a:srgbClr val="2158D5"/>
                </a:solidFill>
                <a:latin typeface="Segoe UI"/>
                <a:ea typeface="Segoe UI"/>
                <a:cs typeface="Segoe UI"/>
              </a:defRPr>
            </a:pPr>
            <a:r>
              <a:rPr sz="1800" b="1">
                <a:solidFill>
                  <a:srgbClr val="2158D5"/>
                </a:solidFill>
                <a:latin typeface="Segoe UI"/>
                <a:ea typeface="Segoe UI"/>
                <a:cs typeface="Segoe UI"/>
              </a:rPr>
              <a:t>What may help</a:t>
            </a:r>
          </a:p>
        </p:txBody>
      </p:sp>
      <p:sp>
        <p:nvSpPr>
          <p:cNvPr id="9" name="">
            <a:extLst xmlns:a="http://schemas.openxmlformats.org/drawingml/2006/main">
              <a:ext uri="{FF2B5EF4-FFF2-40B4-BE49-F238E27FC236}">
                <a16:creationId xmlns:a16="http://schemas.microsoft.com/office/drawing/2014/main" id="{1F4D55FD-98CD-4469-A42F-03C9700EAC5C}"/>
              </a:ext>
            </a:extLst>
          </p:cNvPr>
          <p:cNvSpPr>
            <a:spLocks xmlns:a="http://schemas.openxmlformats.org/drawingml/2006/main" noGrp="1"/>
          </p:cNvSpPr>
          <p:nvPr/>
        </p:nvSpPr>
        <p:spPr>
          <a:xfrm xmlns:a="http://schemas.openxmlformats.org/drawingml/2006/main">
            <a:off x="4095750" y="3752850"/>
            <a:ext cx="7381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13262D"/>
                </a:solidFill>
                <a:latin typeface="Segoe UI"/>
                <a:ea typeface="Segoe UI"/>
                <a:cs typeface="Segoe UI"/>
              </a:defRPr>
            </a:defPPr>
            <a:lvl1pPr algn="l">
              <a:defRPr sz="2025" b="0">
                <a:solidFill>
                  <a:srgbClr val="13262D"/>
                </a:solidFill>
                <a:latin typeface="Segoe UI"/>
                <a:ea typeface="Segoe UI"/>
                <a:cs typeface="Segoe UI"/>
              </a:defRPr>
            </a:lvl1pPr>
            <a:lvl2pPr algn="l">
              <a:defRPr sz="2025" b="0">
                <a:solidFill>
                  <a:srgbClr val="13262D"/>
                </a:solidFill>
                <a:latin typeface="Segoe UI"/>
                <a:ea typeface="Segoe UI"/>
                <a:cs typeface="Segoe UI"/>
              </a:defRPr>
            </a:lvl2pPr>
            <a:lvl3pPr algn="l">
              <a:defRPr sz="2025" b="0">
                <a:solidFill>
                  <a:srgbClr val="13262D"/>
                </a:solidFill>
                <a:latin typeface="Segoe UI"/>
                <a:ea typeface="Segoe UI"/>
                <a:cs typeface="Segoe UI"/>
              </a:defRPr>
            </a:lvl3pPr>
            <a:lvl4pPr algn="l">
              <a:defRPr sz="2025" b="0">
                <a:solidFill>
                  <a:srgbClr val="13262D"/>
                </a:solidFill>
                <a:latin typeface="Segoe UI"/>
                <a:ea typeface="Segoe UI"/>
                <a:cs typeface="Segoe UI"/>
              </a:defRPr>
            </a:lvl4pPr>
            <a:lvl5pPr algn="l">
              <a:defRPr sz="2025" b="0">
                <a:solidFill>
                  <a:srgbClr val="13262D"/>
                </a:solidFill>
                <a:latin typeface="Segoe UI"/>
                <a:ea typeface="Segoe UI"/>
                <a:cs typeface="Segoe UI"/>
              </a:defRPr>
            </a:lvl5pPr>
            <a:lvl6pPr algn="l">
              <a:defRPr sz="2025" b="0">
                <a:solidFill>
                  <a:srgbClr val="13262D"/>
                </a:solidFill>
                <a:latin typeface="Segoe UI"/>
                <a:ea typeface="Segoe UI"/>
                <a:cs typeface="Segoe UI"/>
              </a:defRPr>
            </a:lvl6pPr>
            <a:lvl7pPr algn="l">
              <a:defRPr sz="2025" b="0">
                <a:solidFill>
                  <a:srgbClr val="13262D"/>
                </a:solidFill>
                <a:latin typeface="Segoe UI"/>
                <a:ea typeface="Segoe UI"/>
                <a:cs typeface="Segoe UI"/>
              </a:defRPr>
            </a:lvl7pPr>
            <a:lvl8pPr algn="l">
              <a:defRPr sz="2025" b="0">
                <a:solidFill>
                  <a:srgbClr val="13262D"/>
                </a:solidFill>
                <a:latin typeface="Segoe UI"/>
                <a:ea typeface="Segoe UI"/>
                <a:cs typeface="Segoe UI"/>
              </a:defRPr>
            </a:lvl8pPr>
            <a:lvl9pPr algn="l">
              <a:defRPr sz="2025" b="0">
                <a:solidFill>
                  <a:srgbClr val="13262D"/>
                </a:solidFill>
                <a:latin typeface="Segoe UI"/>
                <a:ea typeface="Segoe UI"/>
                <a:cs typeface="Segoe UI"/>
              </a:defRPr>
            </a:lvl9pPr>
          </a:lstStyle>
          <a:p xmlns:a="http://schemas.openxmlformats.org/drawingml/2006/main">
            <a:pPr algn="l">
              <a:lnSpc>
                <a:spcPct val="108000"/>
              </a:lnSpc>
              <a:buNone/>
              <a:defRPr sz="2025" b="0">
                <a:solidFill>
                  <a:srgbClr val="13262D"/>
                </a:solidFill>
                <a:latin typeface="Segoe UI"/>
                <a:ea typeface="Segoe UI"/>
                <a:cs typeface="Segoe UI"/>
              </a:defRPr>
            </a:pPr>
            <a:r>
              <a:rPr sz="2025" b="0">
                <a:solidFill>
                  <a:srgbClr val="13262D"/>
                </a:solidFill>
                <a:latin typeface="Segoe UI"/>
                <a:ea typeface="Segoe UI"/>
                <a:cs typeface="Segoe UI"/>
              </a:rPr>
              <a:t>A suitable unit appears available nearby.</a:t>
            </a:r>
          </a:p>
        </p:txBody>
      </p:sp>
      <p:sp>
        <p:nvSpPr>
          <p:cNvPr id="10" name="">
            <a:extLst xmlns:a="http://schemas.openxmlformats.org/drawingml/2006/main">
              <a:ext uri="{FF2B5EF4-FFF2-40B4-BE49-F238E27FC236}">
                <a16:creationId xmlns:a16="http://schemas.microsoft.com/office/drawing/2014/main" id="{D455B44D-D05F-4B1D-8478-82055F239045}"/>
              </a:ext>
            </a:extLst>
          </p:cNvPr>
          <p:cNvSpPr>
            <a:spLocks xmlns:a="http://schemas.openxmlformats.org/drawingml/2006/main" noGrp="1"/>
          </p:cNvSpPr>
          <p:nvPr/>
        </p:nvSpPr>
        <p:spPr>
          <a:xfrm xmlns:a="http://schemas.openxmlformats.org/drawingml/2006/main">
            <a:off x="609600" y="4514850"/>
            <a:ext cx="10953750" cy="9525"/>
          </a:xfrm>
          <a:prstGeom xmlns:a="http://schemas.openxmlformats.org/drawingml/2006/main" prst="rect">
            <a:avLst/>
          </a:prstGeom>
          <a:solidFill xmlns:a="http://schemas.openxmlformats.org/drawingml/2006/main">
            <a:srgbClr val="D0D8D9"/>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FFDD4F1-5F4E-4A9B-B310-29BD6776C330}"/>
              </a:ext>
            </a:extLst>
          </p:cNvPr>
          <p:cNvSpPr>
            <a:spLocks xmlns:a="http://schemas.openxmlformats.org/drawingml/2006/main" noGrp="1"/>
          </p:cNvSpPr>
          <p:nvPr/>
        </p:nvSpPr>
        <p:spPr>
          <a:xfrm xmlns:a="http://schemas.openxmlformats.org/drawingml/2006/main">
            <a:off x="609600" y="4657725"/>
            <a:ext cx="347662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1">
                <a:solidFill>
                  <a:srgbClr val="2158D5"/>
                </a:solidFill>
                <a:latin typeface="Segoe UI"/>
                <a:ea typeface="Segoe UI"/>
                <a:cs typeface="Segoe UI"/>
              </a:defRPr>
            </a:defPPr>
            <a:lvl1pPr algn="l">
              <a:defRPr sz="1800" b="1">
                <a:solidFill>
                  <a:srgbClr val="2158D5"/>
                </a:solidFill>
                <a:latin typeface="Segoe UI"/>
                <a:ea typeface="Segoe UI"/>
                <a:cs typeface="Segoe UI"/>
              </a:defRPr>
            </a:lvl1pPr>
            <a:lvl2pPr algn="l">
              <a:defRPr sz="1800" b="1">
                <a:solidFill>
                  <a:srgbClr val="2158D5"/>
                </a:solidFill>
                <a:latin typeface="Segoe UI"/>
                <a:ea typeface="Segoe UI"/>
                <a:cs typeface="Segoe UI"/>
              </a:defRPr>
            </a:lvl2pPr>
            <a:lvl3pPr algn="l">
              <a:defRPr sz="1800" b="1">
                <a:solidFill>
                  <a:srgbClr val="2158D5"/>
                </a:solidFill>
                <a:latin typeface="Segoe UI"/>
                <a:ea typeface="Segoe UI"/>
                <a:cs typeface="Segoe UI"/>
              </a:defRPr>
            </a:lvl3pPr>
            <a:lvl4pPr algn="l">
              <a:defRPr sz="1800" b="1">
                <a:solidFill>
                  <a:srgbClr val="2158D5"/>
                </a:solidFill>
                <a:latin typeface="Segoe UI"/>
                <a:ea typeface="Segoe UI"/>
                <a:cs typeface="Segoe UI"/>
              </a:defRPr>
            </a:lvl4pPr>
            <a:lvl5pPr algn="l">
              <a:defRPr sz="1800" b="1">
                <a:solidFill>
                  <a:srgbClr val="2158D5"/>
                </a:solidFill>
                <a:latin typeface="Segoe UI"/>
                <a:ea typeface="Segoe UI"/>
                <a:cs typeface="Segoe UI"/>
              </a:defRPr>
            </a:lvl5pPr>
            <a:lvl6pPr algn="l">
              <a:defRPr sz="1800" b="1">
                <a:solidFill>
                  <a:srgbClr val="2158D5"/>
                </a:solidFill>
                <a:latin typeface="Segoe UI"/>
                <a:ea typeface="Segoe UI"/>
                <a:cs typeface="Segoe UI"/>
              </a:defRPr>
            </a:lvl6pPr>
            <a:lvl7pPr algn="l">
              <a:defRPr sz="1800" b="1">
                <a:solidFill>
                  <a:srgbClr val="2158D5"/>
                </a:solidFill>
                <a:latin typeface="Segoe UI"/>
                <a:ea typeface="Segoe UI"/>
                <a:cs typeface="Segoe UI"/>
              </a:defRPr>
            </a:lvl7pPr>
            <a:lvl8pPr algn="l">
              <a:defRPr sz="1800" b="1">
                <a:solidFill>
                  <a:srgbClr val="2158D5"/>
                </a:solidFill>
                <a:latin typeface="Segoe UI"/>
                <a:ea typeface="Segoe UI"/>
                <a:cs typeface="Segoe UI"/>
              </a:defRPr>
            </a:lvl8pPr>
            <a:lvl9pPr algn="l">
              <a:defRPr sz="1800" b="1">
                <a:solidFill>
                  <a:srgbClr val="2158D5"/>
                </a:solidFill>
                <a:latin typeface="Segoe UI"/>
                <a:ea typeface="Segoe UI"/>
                <a:cs typeface="Segoe UI"/>
              </a:defRPr>
            </a:lvl9pPr>
          </a:lstStyle>
          <a:p xmlns:a="http://schemas.openxmlformats.org/drawingml/2006/main">
            <a:pPr algn="l">
              <a:lnSpc>
                <a:spcPct val="108000"/>
              </a:lnSpc>
              <a:buNone/>
              <a:defRPr sz="1800" b="1">
                <a:solidFill>
                  <a:srgbClr val="2158D5"/>
                </a:solidFill>
                <a:latin typeface="Segoe UI"/>
                <a:ea typeface="Segoe UI"/>
                <a:cs typeface="Segoe UI"/>
              </a:defRPr>
            </a:pPr>
            <a:r>
              <a:rPr sz="1800" b="1">
                <a:solidFill>
                  <a:srgbClr val="2158D5"/>
                </a:solidFill>
                <a:latin typeface="Segoe UI"/>
                <a:ea typeface="Segoe UI"/>
                <a:cs typeface="Segoe UI"/>
              </a:rPr>
              <a:t>What still needs a person</a:t>
            </a:r>
          </a:p>
        </p:txBody>
      </p:sp>
      <p:sp>
        <p:nvSpPr>
          <p:cNvPr id="12" name="">
            <a:extLst xmlns:a="http://schemas.openxmlformats.org/drawingml/2006/main">
              <a:ext uri="{FF2B5EF4-FFF2-40B4-BE49-F238E27FC236}">
                <a16:creationId xmlns:a16="http://schemas.microsoft.com/office/drawing/2014/main" id="{29C7179C-123A-40B6-8C40-6C0D4BBA1F69}"/>
              </a:ext>
            </a:extLst>
          </p:cNvPr>
          <p:cNvSpPr>
            <a:spLocks xmlns:a="http://schemas.openxmlformats.org/drawingml/2006/main" noGrp="1"/>
          </p:cNvSpPr>
          <p:nvPr/>
        </p:nvSpPr>
        <p:spPr>
          <a:xfrm xmlns:a="http://schemas.openxmlformats.org/drawingml/2006/main">
            <a:off x="4095750" y="4657725"/>
            <a:ext cx="7381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13262D"/>
                </a:solidFill>
                <a:latin typeface="Segoe UI"/>
                <a:ea typeface="Segoe UI"/>
                <a:cs typeface="Segoe UI"/>
              </a:defRPr>
            </a:defPPr>
            <a:lvl1pPr algn="l">
              <a:defRPr sz="2025" b="0">
                <a:solidFill>
                  <a:srgbClr val="13262D"/>
                </a:solidFill>
                <a:latin typeface="Segoe UI"/>
                <a:ea typeface="Segoe UI"/>
                <a:cs typeface="Segoe UI"/>
              </a:defRPr>
            </a:lvl1pPr>
            <a:lvl2pPr algn="l">
              <a:defRPr sz="2025" b="0">
                <a:solidFill>
                  <a:srgbClr val="13262D"/>
                </a:solidFill>
                <a:latin typeface="Segoe UI"/>
                <a:ea typeface="Segoe UI"/>
                <a:cs typeface="Segoe UI"/>
              </a:defRPr>
            </a:lvl2pPr>
            <a:lvl3pPr algn="l">
              <a:defRPr sz="2025" b="0">
                <a:solidFill>
                  <a:srgbClr val="13262D"/>
                </a:solidFill>
                <a:latin typeface="Segoe UI"/>
                <a:ea typeface="Segoe UI"/>
                <a:cs typeface="Segoe UI"/>
              </a:defRPr>
            </a:lvl3pPr>
            <a:lvl4pPr algn="l">
              <a:defRPr sz="2025" b="0">
                <a:solidFill>
                  <a:srgbClr val="13262D"/>
                </a:solidFill>
                <a:latin typeface="Segoe UI"/>
                <a:ea typeface="Segoe UI"/>
                <a:cs typeface="Segoe UI"/>
              </a:defRPr>
            </a:lvl4pPr>
            <a:lvl5pPr algn="l">
              <a:defRPr sz="2025" b="0">
                <a:solidFill>
                  <a:srgbClr val="13262D"/>
                </a:solidFill>
                <a:latin typeface="Segoe UI"/>
                <a:ea typeface="Segoe UI"/>
                <a:cs typeface="Segoe UI"/>
              </a:defRPr>
            </a:lvl5pPr>
            <a:lvl6pPr algn="l">
              <a:defRPr sz="2025" b="0">
                <a:solidFill>
                  <a:srgbClr val="13262D"/>
                </a:solidFill>
                <a:latin typeface="Segoe UI"/>
                <a:ea typeface="Segoe UI"/>
                <a:cs typeface="Segoe UI"/>
              </a:defRPr>
            </a:lvl6pPr>
            <a:lvl7pPr algn="l">
              <a:defRPr sz="2025" b="0">
                <a:solidFill>
                  <a:srgbClr val="13262D"/>
                </a:solidFill>
                <a:latin typeface="Segoe UI"/>
                <a:ea typeface="Segoe UI"/>
                <a:cs typeface="Segoe UI"/>
              </a:defRPr>
            </a:lvl7pPr>
            <a:lvl8pPr algn="l">
              <a:defRPr sz="2025" b="0">
                <a:solidFill>
                  <a:srgbClr val="13262D"/>
                </a:solidFill>
                <a:latin typeface="Segoe UI"/>
                <a:ea typeface="Segoe UI"/>
                <a:cs typeface="Segoe UI"/>
              </a:defRPr>
            </a:lvl8pPr>
            <a:lvl9pPr algn="l">
              <a:defRPr sz="2025" b="0">
                <a:solidFill>
                  <a:srgbClr val="13262D"/>
                </a:solidFill>
                <a:latin typeface="Segoe UI"/>
                <a:ea typeface="Segoe UI"/>
                <a:cs typeface="Segoe UI"/>
              </a:defRPr>
            </a:lvl9pPr>
          </a:lstStyle>
          <a:p xmlns:a="http://schemas.openxmlformats.org/drawingml/2006/main">
            <a:pPr algn="l">
              <a:lnSpc>
                <a:spcPct val="108000"/>
              </a:lnSpc>
              <a:buNone/>
              <a:defRPr sz="2025" b="0">
                <a:solidFill>
                  <a:srgbClr val="13262D"/>
                </a:solidFill>
                <a:latin typeface="Segoe UI"/>
                <a:ea typeface="Segoe UI"/>
                <a:cs typeface="Segoe UI"/>
              </a:defRPr>
            </a:pPr>
            <a:r>
              <a:rPr sz="2025" b="0">
                <a:solidFill>
                  <a:srgbClr val="13262D"/>
                </a:solidFill>
                <a:latin typeface="Segoe UI"/>
                <a:ea typeface="Segoe UI"/>
                <a:cs typeface="Segoe UI"/>
              </a:rPr>
              <a:t>The carrier must confirm the new delivery window.</a:t>
            </a:r>
          </a:p>
        </p:txBody>
      </p:sp>
      <p:sp>
        <p:nvSpPr>
          <p:cNvPr id="13" name="">
            <a:extLst xmlns:a="http://schemas.openxmlformats.org/drawingml/2006/main">
              <a:ext uri="{FF2B5EF4-FFF2-40B4-BE49-F238E27FC236}">
                <a16:creationId xmlns:a16="http://schemas.microsoft.com/office/drawing/2014/main" id="{8E4375E3-B121-4DAB-A0AF-8EF4757D2F8D}"/>
              </a:ext>
            </a:extLst>
          </p:cNvPr>
          <p:cNvSpPr>
            <a:spLocks xmlns:a="http://schemas.openxmlformats.org/drawingml/2006/main" noGrp="1"/>
          </p:cNvSpPr>
          <p:nvPr/>
        </p:nvSpPr>
        <p:spPr>
          <a:xfrm xmlns:a="http://schemas.openxmlformats.org/drawingml/2006/main">
            <a:off x="609600" y="5734050"/>
            <a:ext cx="1047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0">
                <a:solidFill>
                  <a:srgbClr val="57666C"/>
                </a:solidFill>
                <a:latin typeface="Segoe UI"/>
                <a:ea typeface="Segoe UI"/>
                <a:cs typeface="Segoe UI"/>
              </a:defRPr>
            </a:defPPr>
            <a:lvl1pPr algn="l">
              <a:defRPr sz="1575" b="0">
                <a:solidFill>
                  <a:srgbClr val="57666C"/>
                </a:solidFill>
                <a:latin typeface="Segoe UI"/>
                <a:ea typeface="Segoe UI"/>
                <a:cs typeface="Segoe UI"/>
              </a:defRPr>
            </a:lvl1pPr>
            <a:lvl2pPr algn="l">
              <a:defRPr sz="1575" b="0">
                <a:solidFill>
                  <a:srgbClr val="57666C"/>
                </a:solidFill>
                <a:latin typeface="Segoe UI"/>
                <a:ea typeface="Segoe UI"/>
                <a:cs typeface="Segoe UI"/>
              </a:defRPr>
            </a:lvl2pPr>
            <a:lvl3pPr algn="l">
              <a:defRPr sz="1575" b="0">
                <a:solidFill>
                  <a:srgbClr val="57666C"/>
                </a:solidFill>
                <a:latin typeface="Segoe UI"/>
                <a:ea typeface="Segoe UI"/>
                <a:cs typeface="Segoe UI"/>
              </a:defRPr>
            </a:lvl3pPr>
            <a:lvl4pPr algn="l">
              <a:defRPr sz="1575" b="0">
                <a:solidFill>
                  <a:srgbClr val="57666C"/>
                </a:solidFill>
                <a:latin typeface="Segoe UI"/>
                <a:ea typeface="Segoe UI"/>
                <a:cs typeface="Segoe UI"/>
              </a:defRPr>
            </a:lvl4pPr>
            <a:lvl5pPr algn="l">
              <a:defRPr sz="1575" b="0">
                <a:solidFill>
                  <a:srgbClr val="57666C"/>
                </a:solidFill>
                <a:latin typeface="Segoe UI"/>
                <a:ea typeface="Segoe UI"/>
                <a:cs typeface="Segoe UI"/>
              </a:defRPr>
            </a:lvl5pPr>
            <a:lvl6pPr algn="l">
              <a:defRPr sz="1575" b="0">
                <a:solidFill>
                  <a:srgbClr val="57666C"/>
                </a:solidFill>
                <a:latin typeface="Segoe UI"/>
                <a:ea typeface="Segoe UI"/>
                <a:cs typeface="Segoe UI"/>
              </a:defRPr>
            </a:lvl6pPr>
            <a:lvl7pPr algn="l">
              <a:defRPr sz="1575" b="0">
                <a:solidFill>
                  <a:srgbClr val="57666C"/>
                </a:solidFill>
                <a:latin typeface="Segoe UI"/>
                <a:ea typeface="Segoe UI"/>
                <a:cs typeface="Segoe UI"/>
              </a:defRPr>
            </a:lvl7pPr>
            <a:lvl8pPr algn="l">
              <a:defRPr sz="1575" b="0">
                <a:solidFill>
                  <a:srgbClr val="57666C"/>
                </a:solidFill>
                <a:latin typeface="Segoe UI"/>
                <a:ea typeface="Segoe UI"/>
                <a:cs typeface="Segoe UI"/>
              </a:defRPr>
            </a:lvl8pPr>
            <a:lvl9pPr algn="l">
              <a:defRPr sz="1575" b="0">
                <a:solidFill>
                  <a:srgbClr val="57666C"/>
                </a:solidFill>
                <a:latin typeface="Segoe UI"/>
                <a:ea typeface="Segoe UI"/>
                <a:cs typeface="Segoe UI"/>
              </a:defRPr>
            </a:lvl9pPr>
          </a:lstStyle>
          <a:p xmlns:a="http://schemas.openxmlformats.org/drawingml/2006/main">
            <a:pPr algn="l">
              <a:lnSpc>
                <a:spcPct val="108000"/>
              </a:lnSpc>
              <a:buNone/>
              <a:defRPr sz="1575" b="0">
                <a:solidFill>
                  <a:srgbClr val="57666C"/>
                </a:solidFill>
                <a:latin typeface="Segoe UI"/>
                <a:ea typeface="Segoe UI"/>
                <a:cs typeface="Segoe UI"/>
              </a:defRPr>
            </a:pPr>
            <a:r>
              <a:rPr sz="1575" b="0">
                <a:solidFill>
                  <a:srgbClr val="57666C"/>
                </a:solidFill>
                <a:latin typeface="Segoe UI"/>
                <a:ea typeface="Segoe UI"/>
                <a:cs typeface="Segoe UI"/>
              </a:rPr>
              <a:t>Connected sources and timestamps support review.</a:t>
            </a:r>
          </a:p>
        </p:txBody>
      </p:sp>
    </p:spTree>
    <p:extLst>
      <p:ext uri="{BB962C8B-B14F-4D97-AF65-F5344CB8AC3E}">
        <p14:creationId xmlns:p14="http://schemas.microsoft.com/office/powerpoint/2010/main" val="658730206"/>
      </p:ext>
    </p:extLst>
  </p:cSld>
</p:sld>
</file>

<file path=ppt/slides/slide7.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C4CBC41-A986-4DA4-AEB0-766E7C19BD79}"/>
              </a:ext>
            </a:extLst>
          </p:cNvPr>
          <p:cNvSpPr>
            <a:spLocks xmlns:a="http://schemas.openxmlformats.org/drawingml/2006/main" noGrp="1"/>
          </p:cNvSpPr>
          <p:nvPr/>
        </p:nvSpPr>
        <p:spPr>
          <a:xfrm xmlns:a="http://schemas.openxmlformats.org/drawingml/2006/main">
            <a:off x="609600" y="6486525"/>
            <a:ext cx="762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57666C"/>
                </a:solidFill>
                <a:latin typeface="Segoe UI"/>
                <a:ea typeface="Segoe UI"/>
                <a:cs typeface="Segoe UI"/>
              </a:defRPr>
            </a:defPPr>
            <a:lvl1pPr algn="l">
              <a:defRPr sz="900" b="0">
                <a:solidFill>
                  <a:srgbClr val="57666C"/>
                </a:solidFill>
                <a:latin typeface="Segoe UI"/>
                <a:ea typeface="Segoe UI"/>
                <a:cs typeface="Segoe UI"/>
              </a:defRPr>
            </a:lvl1pPr>
            <a:lvl2pPr algn="l">
              <a:defRPr sz="900" b="0">
                <a:solidFill>
                  <a:srgbClr val="57666C"/>
                </a:solidFill>
                <a:latin typeface="Segoe UI"/>
                <a:ea typeface="Segoe UI"/>
                <a:cs typeface="Segoe UI"/>
              </a:defRPr>
            </a:lvl2pPr>
            <a:lvl3pPr algn="l">
              <a:defRPr sz="900" b="0">
                <a:solidFill>
                  <a:srgbClr val="57666C"/>
                </a:solidFill>
                <a:latin typeface="Segoe UI"/>
                <a:ea typeface="Segoe UI"/>
                <a:cs typeface="Segoe UI"/>
              </a:defRPr>
            </a:lvl3pPr>
            <a:lvl4pPr algn="l">
              <a:defRPr sz="900" b="0">
                <a:solidFill>
                  <a:srgbClr val="57666C"/>
                </a:solidFill>
                <a:latin typeface="Segoe UI"/>
                <a:ea typeface="Segoe UI"/>
                <a:cs typeface="Segoe UI"/>
              </a:defRPr>
            </a:lvl4pPr>
            <a:lvl5pPr algn="l">
              <a:defRPr sz="900" b="0">
                <a:solidFill>
                  <a:srgbClr val="57666C"/>
                </a:solidFill>
                <a:latin typeface="Segoe UI"/>
                <a:ea typeface="Segoe UI"/>
                <a:cs typeface="Segoe UI"/>
              </a:defRPr>
            </a:lvl5pPr>
            <a:lvl6pPr algn="l">
              <a:defRPr sz="900" b="0">
                <a:solidFill>
                  <a:srgbClr val="57666C"/>
                </a:solidFill>
                <a:latin typeface="Segoe UI"/>
                <a:ea typeface="Segoe UI"/>
                <a:cs typeface="Segoe UI"/>
              </a:defRPr>
            </a:lvl6pPr>
            <a:lvl7pPr algn="l">
              <a:defRPr sz="900" b="0">
                <a:solidFill>
                  <a:srgbClr val="57666C"/>
                </a:solidFill>
                <a:latin typeface="Segoe UI"/>
                <a:ea typeface="Segoe UI"/>
                <a:cs typeface="Segoe UI"/>
              </a:defRPr>
            </a:lvl7pPr>
            <a:lvl8pPr algn="l">
              <a:defRPr sz="900" b="0">
                <a:solidFill>
                  <a:srgbClr val="57666C"/>
                </a:solidFill>
                <a:latin typeface="Segoe UI"/>
                <a:ea typeface="Segoe UI"/>
                <a:cs typeface="Segoe UI"/>
              </a:defRPr>
            </a:lvl8pPr>
            <a:lvl9pPr algn="l">
              <a:defRPr sz="900" b="0">
                <a:solidFill>
                  <a:srgbClr val="57666C"/>
                </a:solidFill>
                <a:latin typeface="Segoe UI"/>
                <a:ea typeface="Segoe UI"/>
                <a:cs typeface="Segoe UI"/>
              </a:defRPr>
            </a:lvl9pPr>
          </a:lstStyle>
          <a:p xmlns:a="http://schemas.openxmlformats.org/drawingml/2006/main">
            <a:pPr algn="l">
              <a:lnSpc>
                <a:spcPct val="108000"/>
              </a:lnSpc>
              <a:buNone/>
              <a:defRPr sz="900" b="0">
                <a:solidFill>
                  <a:srgbClr val="57666C"/>
                </a:solidFill>
                <a:latin typeface="Segoe UI"/>
                <a:ea typeface="Segoe UI"/>
                <a:cs typeface="Segoe UI"/>
              </a:defRPr>
            </a:pPr>
            <a:r>
              <a:rPr sz="900" b="0">
                <a:solidFill>
                  <a:srgbClr val="57666C"/>
                </a:solidFill>
                <a:latin typeface="Segoe UI"/>
                <a:ea typeface="Segoe UI"/>
                <a:cs typeface="Segoe UI"/>
              </a:rPr>
              <a:t>Meghan Fasano  /  Customer narrative concept</a:t>
            </a:r>
          </a:p>
        </p:txBody>
      </p:sp>
      <p:sp>
        <p:nvSpPr>
          <p:cNvPr id="2" name="">
            <a:extLst xmlns:a="http://schemas.openxmlformats.org/drawingml/2006/main">
              <a:ext uri="{FF2B5EF4-FFF2-40B4-BE49-F238E27FC236}">
                <a16:creationId xmlns:a16="http://schemas.microsoft.com/office/drawing/2014/main" id="{93C254F2-BF5C-43E3-AD74-9FDD7125CDA8}"/>
              </a:ext>
            </a:extLst>
          </p:cNvPr>
          <p:cNvSpPr>
            <a:spLocks xmlns:a="http://schemas.openxmlformats.org/drawingml/2006/main" noGrp="1"/>
          </p:cNvSpPr>
          <p:nvPr/>
        </p:nvSpPr>
        <p:spPr>
          <a:xfrm xmlns:a="http://schemas.openxmlformats.org/drawingml/2006/main">
            <a:off x="11049000" y="6438900"/>
            <a:ext cx="533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57666C"/>
                </a:solidFill>
                <a:latin typeface="Segoe UI"/>
                <a:ea typeface="Segoe UI"/>
                <a:cs typeface="Segoe UI"/>
              </a:defRPr>
            </a:defPPr>
            <a:lvl1pPr algn="r">
              <a:defRPr sz="1200" b="0">
                <a:solidFill>
                  <a:srgbClr val="57666C"/>
                </a:solidFill>
                <a:latin typeface="Segoe UI"/>
                <a:ea typeface="Segoe UI"/>
                <a:cs typeface="Segoe UI"/>
              </a:defRPr>
            </a:lvl1pPr>
            <a:lvl2pPr algn="r">
              <a:defRPr sz="1200" b="0">
                <a:solidFill>
                  <a:srgbClr val="57666C"/>
                </a:solidFill>
                <a:latin typeface="Segoe UI"/>
                <a:ea typeface="Segoe UI"/>
                <a:cs typeface="Segoe UI"/>
              </a:defRPr>
            </a:lvl2pPr>
            <a:lvl3pPr algn="r">
              <a:defRPr sz="1200" b="0">
                <a:solidFill>
                  <a:srgbClr val="57666C"/>
                </a:solidFill>
                <a:latin typeface="Segoe UI"/>
                <a:ea typeface="Segoe UI"/>
                <a:cs typeface="Segoe UI"/>
              </a:defRPr>
            </a:lvl3pPr>
            <a:lvl4pPr algn="r">
              <a:defRPr sz="1200" b="0">
                <a:solidFill>
                  <a:srgbClr val="57666C"/>
                </a:solidFill>
                <a:latin typeface="Segoe UI"/>
                <a:ea typeface="Segoe UI"/>
                <a:cs typeface="Segoe UI"/>
              </a:defRPr>
            </a:lvl4pPr>
            <a:lvl5pPr algn="r">
              <a:defRPr sz="1200" b="0">
                <a:solidFill>
                  <a:srgbClr val="57666C"/>
                </a:solidFill>
                <a:latin typeface="Segoe UI"/>
                <a:ea typeface="Segoe UI"/>
                <a:cs typeface="Segoe UI"/>
              </a:defRPr>
            </a:lvl5pPr>
            <a:lvl6pPr algn="r">
              <a:defRPr sz="1200" b="0">
                <a:solidFill>
                  <a:srgbClr val="57666C"/>
                </a:solidFill>
                <a:latin typeface="Segoe UI"/>
                <a:ea typeface="Segoe UI"/>
                <a:cs typeface="Segoe UI"/>
              </a:defRPr>
            </a:lvl6pPr>
            <a:lvl7pPr algn="r">
              <a:defRPr sz="1200" b="0">
                <a:solidFill>
                  <a:srgbClr val="57666C"/>
                </a:solidFill>
                <a:latin typeface="Segoe UI"/>
                <a:ea typeface="Segoe UI"/>
                <a:cs typeface="Segoe UI"/>
              </a:defRPr>
            </a:lvl7pPr>
            <a:lvl8pPr algn="r">
              <a:defRPr sz="1200" b="0">
                <a:solidFill>
                  <a:srgbClr val="57666C"/>
                </a:solidFill>
                <a:latin typeface="Segoe UI"/>
                <a:ea typeface="Segoe UI"/>
                <a:cs typeface="Segoe UI"/>
              </a:defRPr>
            </a:lvl8pPr>
            <a:lvl9pPr algn="r">
              <a:defRPr sz="1200" b="0">
                <a:solidFill>
                  <a:srgbClr val="57666C"/>
                </a:solidFill>
                <a:latin typeface="Segoe UI"/>
                <a:ea typeface="Segoe UI"/>
                <a:cs typeface="Segoe UI"/>
              </a:defRPr>
            </a:lvl9pPr>
          </a:lstStyle>
          <a:p xmlns:a="http://schemas.openxmlformats.org/drawingml/2006/main">
            <a:pPr algn="r">
              <a:lnSpc>
                <a:spcPct val="108000"/>
              </a:lnSpc>
              <a:buNone/>
              <a:defRPr sz="1200" b="0">
                <a:solidFill>
                  <a:srgbClr val="57666C"/>
                </a:solidFill>
                <a:latin typeface="Segoe UI"/>
                <a:ea typeface="Segoe UI"/>
                <a:cs typeface="Segoe UI"/>
              </a:defRPr>
            </a:pPr>
            <a:r>
              <a:rPr sz="1200" b="0">
                <a:solidFill>
                  <a:srgbClr val="57666C"/>
                </a:solidFill>
                <a:latin typeface="Segoe UI"/>
                <a:ea typeface="Segoe UI"/>
                <a:cs typeface="Segoe UI"/>
              </a:rPr>
              <a:t>07</a:t>
            </a:r>
          </a:p>
        </p:txBody>
      </p:sp>
      <p:sp>
        <p:nvSpPr>
          <p:cNvPr id="3" name="">
            <a:extLst xmlns:a="http://schemas.openxmlformats.org/drawingml/2006/main">
              <a:ext uri="{FF2B5EF4-FFF2-40B4-BE49-F238E27FC236}">
                <a16:creationId xmlns:a16="http://schemas.microsoft.com/office/drawing/2014/main" id="{1693F85C-075B-4EFB-A1B5-0DE2A83514FA}"/>
              </a:ext>
            </a:extLst>
          </p:cNvPr>
          <p:cNvSpPr>
            <a:spLocks xmlns:a="http://schemas.openxmlformats.org/drawingml/2006/main" noGrp="1"/>
          </p:cNvSpPr>
          <p:nvPr/>
        </p:nvSpPr>
        <p:spPr>
          <a:xfrm xmlns:a="http://schemas.openxmlformats.org/drawingml/2006/main">
            <a:off x="609600" y="628650"/>
            <a:ext cx="10858500" cy="1314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4050" b="1">
                <a:solidFill>
                  <a:srgbClr val="13262D"/>
                </a:solidFill>
                <a:latin typeface="Segoe UI"/>
                <a:ea typeface="Segoe UI"/>
                <a:cs typeface="Segoe UI"/>
              </a:defRPr>
            </a:defPPr>
            <a:lvl1pPr algn="l">
              <a:defRPr sz="4050" b="1">
                <a:solidFill>
                  <a:srgbClr val="13262D"/>
                </a:solidFill>
                <a:latin typeface="Segoe UI"/>
                <a:ea typeface="Segoe UI"/>
                <a:cs typeface="Segoe UI"/>
              </a:defRPr>
            </a:lvl1pPr>
            <a:lvl2pPr algn="l">
              <a:defRPr sz="4050" b="1">
                <a:solidFill>
                  <a:srgbClr val="13262D"/>
                </a:solidFill>
                <a:latin typeface="Segoe UI"/>
                <a:ea typeface="Segoe UI"/>
                <a:cs typeface="Segoe UI"/>
              </a:defRPr>
            </a:lvl2pPr>
            <a:lvl3pPr algn="l">
              <a:defRPr sz="4050" b="1">
                <a:solidFill>
                  <a:srgbClr val="13262D"/>
                </a:solidFill>
                <a:latin typeface="Segoe UI"/>
                <a:ea typeface="Segoe UI"/>
                <a:cs typeface="Segoe UI"/>
              </a:defRPr>
            </a:lvl3pPr>
            <a:lvl4pPr algn="l">
              <a:defRPr sz="4050" b="1">
                <a:solidFill>
                  <a:srgbClr val="13262D"/>
                </a:solidFill>
                <a:latin typeface="Segoe UI"/>
                <a:ea typeface="Segoe UI"/>
                <a:cs typeface="Segoe UI"/>
              </a:defRPr>
            </a:lvl4pPr>
            <a:lvl5pPr algn="l">
              <a:defRPr sz="4050" b="1">
                <a:solidFill>
                  <a:srgbClr val="13262D"/>
                </a:solidFill>
                <a:latin typeface="Segoe UI"/>
                <a:ea typeface="Segoe UI"/>
                <a:cs typeface="Segoe UI"/>
              </a:defRPr>
            </a:lvl5pPr>
            <a:lvl6pPr algn="l">
              <a:defRPr sz="4050" b="1">
                <a:solidFill>
                  <a:srgbClr val="13262D"/>
                </a:solidFill>
                <a:latin typeface="Segoe UI"/>
                <a:ea typeface="Segoe UI"/>
                <a:cs typeface="Segoe UI"/>
              </a:defRPr>
            </a:lvl6pPr>
            <a:lvl7pPr algn="l">
              <a:defRPr sz="4050" b="1">
                <a:solidFill>
                  <a:srgbClr val="13262D"/>
                </a:solidFill>
                <a:latin typeface="Segoe UI"/>
                <a:ea typeface="Segoe UI"/>
                <a:cs typeface="Segoe UI"/>
              </a:defRPr>
            </a:lvl7pPr>
            <a:lvl8pPr algn="l">
              <a:defRPr sz="4050" b="1">
                <a:solidFill>
                  <a:srgbClr val="13262D"/>
                </a:solidFill>
                <a:latin typeface="Segoe UI"/>
                <a:ea typeface="Segoe UI"/>
                <a:cs typeface="Segoe UI"/>
              </a:defRPr>
            </a:lvl8pPr>
            <a:lvl9pPr algn="l">
              <a:defRPr sz="4050" b="1">
                <a:solidFill>
                  <a:srgbClr val="13262D"/>
                </a:solidFill>
                <a:latin typeface="Segoe UI"/>
                <a:ea typeface="Segoe UI"/>
                <a:cs typeface="Segoe UI"/>
              </a:defRPr>
            </a:lvl9pPr>
          </a:lstStyle>
          <a:p xmlns:a="http://schemas.openxmlformats.org/drawingml/2006/main">
            <a:pPr algn="l">
              <a:lnSpc>
                <a:spcPct val="108000"/>
              </a:lnSpc>
              <a:buNone/>
              <a:defRPr sz="4050" b="1">
                <a:solidFill>
                  <a:srgbClr val="13262D"/>
                </a:solidFill>
                <a:latin typeface="Segoe UI"/>
                <a:ea typeface="Segoe UI"/>
                <a:cs typeface="Segoe UI"/>
              </a:defRPr>
            </a:pPr>
            <a:r>
              <a:rPr sz="4050" b="1">
                <a:solidFill>
                  <a:srgbClr val="13262D"/>
                </a:solidFill>
                <a:latin typeface="Segoe UI"/>
                <a:ea typeface="Segoe UI"/>
                <a:cs typeface="Segoe UI"/>
              </a:rPr>
              <a:t>The next step becomes</a:t>
            </a:r>
          </a:p>
          <a:p xmlns:a="http://schemas.openxmlformats.org/drawingml/2006/main">
            <a:pPr algn="l">
              <a:lnSpc>
                <a:spcPct val="108000"/>
              </a:lnSpc>
              <a:buNone/>
              <a:defRPr sz="4050" b="1">
                <a:solidFill>
                  <a:srgbClr val="13262D"/>
                </a:solidFill>
                <a:latin typeface="Segoe UI"/>
                <a:ea typeface="Segoe UI"/>
                <a:cs typeface="Segoe UI"/>
              </a:defRPr>
            </a:pPr>
            <a:r>
              <a:rPr sz="4050" b="1">
                <a:solidFill>
                  <a:srgbClr val="13262D"/>
                </a:solidFill>
                <a:latin typeface="Segoe UI"/>
                <a:ea typeface="Segoe UI"/>
                <a:cs typeface="Segoe UI"/>
              </a:rPr>
              <a:t>a recovery plan</a:t>
            </a:r>
          </a:p>
        </p:txBody>
      </p:sp>
      <p:sp>
        <p:nvSpPr>
          <p:cNvPr id="4" name="">
            <a:extLst xmlns:a="http://schemas.openxmlformats.org/drawingml/2006/main">
              <a:ext uri="{FF2B5EF4-FFF2-40B4-BE49-F238E27FC236}">
                <a16:creationId xmlns:a16="http://schemas.microsoft.com/office/drawing/2014/main" id="{8917FB4E-9CD4-4956-BAC5-80805BA0A74F}"/>
              </a:ext>
            </a:extLst>
          </p:cNvPr>
          <p:cNvSpPr>
            <a:spLocks xmlns:a="http://schemas.openxmlformats.org/drawingml/2006/main" noGrp="1"/>
          </p:cNvSpPr>
          <p:nvPr/>
        </p:nvSpPr>
        <p:spPr>
          <a:xfrm xmlns:a="http://schemas.openxmlformats.org/drawingml/2006/main">
            <a:off x="609600" y="2867025"/>
            <a:ext cx="561975" cy="561975"/>
          </a:xfrm>
          <a:prstGeom xmlns:a="http://schemas.openxmlformats.org/drawingml/2006/main" prst="ellipse">
            <a:avLst/>
          </a:prstGeom>
          <a:solidFill xmlns:a="http://schemas.openxmlformats.org/drawingml/2006/main">
            <a:srgbClr val="2158D5"/>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C741EE87-3374-45AC-8CC8-531C4550CE36}"/>
              </a:ext>
            </a:extLst>
          </p:cNvPr>
          <p:cNvSpPr>
            <a:spLocks xmlns:a="http://schemas.openxmlformats.org/drawingml/2006/main" noGrp="1"/>
          </p:cNvSpPr>
          <p:nvPr/>
        </p:nvSpPr>
        <p:spPr>
          <a:xfrm xmlns:a="http://schemas.openxmlformats.org/drawingml/2006/main">
            <a:off x="609600" y="2962275"/>
            <a:ext cx="5619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75" b="1">
                <a:solidFill>
                  <a:srgbClr val="FFFFFF"/>
                </a:solidFill>
                <a:latin typeface="Segoe UI"/>
                <a:ea typeface="Segoe UI"/>
                <a:cs typeface="Segoe UI"/>
              </a:defRPr>
            </a:defPPr>
            <a:lvl1pPr algn="ctr">
              <a:defRPr sz="1875" b="1">
                <a:solidFill>
                  <a:srgbClr val="FFFFFF"/>
                </a:solidFill>
                <a:latin typeface="Segoe UI"/>
                <a:ea typeface="Segoe UI"/>
                <a:cs typeface="Segoe UI"/>
              </a:defRPr>
            </a:lvl1pPr>
            <a:lvl2pPr algn="ctr">
              <a:defRPr sz="1875" b="1">
                <a:solidFill>
                  <a:srgbClr val="FFFFFF"/>
                </a:solidFill>
                <a:latin typeface="Segoe UI"/>
                <a:ea typeface="Segoe UI"/>
                <a:cs typeface="Segoe UI"/>
              </a:defRPr>
            </a:lvl2pPr>
            <a:lvl3pPr algn="ctr">
              <a:defRPr sz="1875" b="1">
                <a:solidFill>
                  <a:srgbClr val="FFFFFF"/>
                </a:solidFill>
                <a:latin typeface="Segoe UI"/>
                <a:ea typeface="Segoe UI"/>
                <a:cs typeface="Segoe UI"/>
              </a:defRPr>
            </a:lvl3pPr>
            <a:lvl4pPr algn="ctr">
              <a:defRPr sz="1875" b="1">
                <a:solidFill>
                  <a:srgbClr val="FFFFFF"/>
                </a:solidFill>
                <a:latin typeface="Segoe UI"/>
                <a:ea typeface="Segoe UI"/>
                <a:cs typeface="Segoe UI"/>
              </a:defRPr>
            </a:lvl4pPr>
            <a:lvl5pPr algn="ctr">
              <a:defRPr sz="1875" b="1">
                <a:solidFill>
                  <a:srgbClr val="FFFFFF"/>
                </a:solidFill>
                <a:latin typeface="Segoe UI"/>
                <a:ea typeface="Segoe UI"/>
                <a:cs typeface="Segoe UI"/>
              </a:defRPr>
            </a:lvl5pPr>
            <a:lvl6pPr algn="ctr">
              <a:defRPr sz="1875" b="1">
                <a:solidFill>
                  <a:srgbClr val="FFFFFF"/>
                </a:solidFill>
                <a:latin typeface="Segoe UI"/>
                <a:ea typeface="Segoe UI"/>
                <a:cs typeface="Segoe UI"/>
              </a:defRPr>
            </a:lvl6pPr>
            <a:lvl7pPr algn="ctr">
              <a:defRPr sz="1875" b="1">
                <a:solidFill>
                  <a:srgbClr val="FFFFFF"/>
                </a:solidFill>
                <a:latin typeface="Segoe UI"/>
                <a:ea typeface="Segoe UI"/>
                <a:cs typeface="Segoe UI"/>
              </a:defRPr>
            </a:lvl7pPr>
            <a:lvl8pPr algn="ctr">
              <a:defRPr sz="1875" b="1">
                <a:solidFill>
                  <a:srgbClr val="FFFFFF"/>
                </a:solidFill>
                <a:latin typeface="Segoe UI"/>
                <a:ea typeface="Segoe UI"/>
                <a:cs typeface="Segoe UI"/>
              </a:defRPr>
            </a:lvl8pPr>
            <a:lvl9pPr algn="ctr">
              <a:defRPr sz="1875" b="1">
                <a:solidFill>
                  <a:srgbClr val="FFFFFF"/>
                </a:solidFill>
                <a:latin typeface="Segoe UI"/>
                <a:ea typeface="Segoe UI"/>
                <a:cs typeface="Segoe UI"/>
              </a:defRPr>
            </a:lvl9pPr>
          </a:lstStyle>
          <a:p xmlns:a="http://schemas.openxmlformats.org/drawingml/2006/main">
            <a:pPr algn="ctr">
              <a:lnSpc>
                <a:spcPct val="108000"/>
              </a:lnSpc>
              <a:buNone/>
              <a:defRPr sz="1875" b="1">
                <a:solidFill>
                  <a:srgbClr val="FFFFFF"/>
                </a:solidFill>
                <a:latin typeface="Segoe UI"/>
                <a:ea typeface="Segoe UI"/>
                <a:cs typeface="Segoe UI"/>
              </a:defRPr>
            </a:pPr>
            <a:r>
              <a:rPr sz="1875" b="1">
                <a:solidFill>
                  <a:srgbClr val="FFFFFF"/>
                </a:solidFill>
                <a:latin typeface="Segoe UI"/>
                <a:ea typeface="Segoe UI"/>
                <a:cs typeface="Segoe UI"/>
              </a:rPr>
              <a:t>01</a:t>
            </a:r>
          </a:p>
        </p:txBody>
      </p:sp>
      <p:sp>
        <p:nvSpPr>
          <p:cNvPr id="6" name="">
            <a:extLst xmlns:a="http://schemas.openxmlformats.org/drawingml/2006/main">
              <a:ext uri="{FF2B5EF4-FFF2-40B4-BE49-F238E27FC236}">
                <a16:creationId xmlns:a16="http://schemas.microsoft.com/office/drawing/2014/main" id="{D78506C9-E815-41B1-876C-E6D9A45C979E}"/>
              </a:ext>
            </a:extLst>
          </p:cNvPr>
          <p:cNvSpPr>
            <a:spLocks xmlns:a="http://schemas.openxmlformats.org/drawingml/2006/main" noGrp="1"/>
          </p:cNvSpPr>
          <p:nvPr/>
        </p:nvSpPr>
        <p:spPr>
          <a:xfrm xmlns:a="http://schemas.openxmlformats.org/drawingml/2006/main">
            <a:off x="609600" y="3790950"/>
            <a:ext cx="33051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13262D"/>
                </a:solidFill>
                <a:latin typeface="Segoe UI"/>
                <a:ea typeface="Segoe UI"/>
                <a:cs typeface="Segoe UI"/>
              </a:defRPr>
            </a:defPPr>
            <a:lvl1pPr algn="l">
              <a:defRPr sz="2400" b="1">
                <a:solidFill>
                  <a:srgbClr val="13262D"/>
                </a:solidFill>
                <a:latin typeface="Segoe UI"/>
                <a:ea typeface="Segoe UI"/>
                <a:cs typeface="Segoe UI"/>
              </a:defRPr>
            </a:lvl1pPr>
            <a:lvl2pPr algn="l">
              <a:defRPr sz="2400" b="1">
                <a:solidFill>
                  <a:srgbClr val="13262D"/>
                </a:solidFill>
                <a:latin typeface="Segoe UI"/>
                <a:ea typeface="Segoe UI"/>
                <a:cs typeface="Segoe UI"/>
              </a:defRPr>
            </a:lvl2pPr>
            <a:lvl3pPr algn="l">
              <a:defRPr sz="2400" b="1">
                <a:solidFill>
                  <a:srgbClr val="13262D"/>
                </a:solidFill>
                <a:latin typeface="Segoe UI"/>
                <a:ea typeface="Segoe UI"/>
                <a:cs typeface="Segoe UI"/>
              </a:defRPr>
            </a:lvl3pPr>
            <a:lvl4pPr algn="l">
              <a:defRPr sz="2400" b="1">
                <a:solidFill>
                  <a:srgbClr val="13262D"/>
                </a:solidFill>
                <a:latin typeface="Segoe UI"/>
                <a:ea typeface="Segoe UI"/>
                <a:cs typeface="Segoe UI"/>
              </a:defRPr>
            </a:lvl4pPr>
            <a:lvl5pPr algn="l">
              <a:defRPr sz="2400" b="1">
                <a:solidFill>
                  <a:srgbClr val="13262D"/>
                </a:solidFill>
                <a:latin typeface="Segoe UI"/>
                <a:ea typeface="Segoe UI"/>
                <a:cs typeface="Segoe UI"/>
              </a:defRPr>
            </a:lvl5pPr>
            <a:lvl6pPr algn="l">
              <a:defRPr sz="2400" b="1">
                <a:solidFill>
                  <a:srgbClr val="13262D"/>
                </a:solidFill>
                <a:latin typeface="Segoe UI"/>
                <a:ea typeface="Segoe UI"/>
                <a:cs typeface="Segoe UI"/>
              </a:defRPr>
            </a:lvl6pPr>
            <a:lvl7pPr algn="l">
              <a:defRPr sz="2400" b="1">
                <a:solidFill>
                  <a:srgbClr val="13262D"/>
                </a:solidFill>
                <a:latin typeface="Segoe UI"/>
                <a:ea typeface="Segoe UI"/>
                <a:cs typeface="Segoe UI"/>
              </a:defRPr>
            </a:lvl7pPr>
            <a:lvl8pPr algn="l">
              <a:defRPr sz="2400" b="1">
                <a:solidFill>
                  <a:srgbClr val="13262D"/>
                </a:solidFill>
                <a:latin typeface="Segoe UI"/>
                <a:ea typeface="Segoe UI"/>
                <a:cs typeface="Segoe UI"/>
              </a:defRPr>
            </a:lvl8pPr>
            <a:lvl9pPr algn="l">
              <a:defRPr sz="2400" b="1">
                <a:solidFill>
                  <a:srgbClr val="13262D"/>
                </a:solidFill>
                <a:latin typeface="Segoe UI"/>
                <a:ea typeface="Segoe UI"/>
                <a:cs typeface="Segoe UI"/>
              </a:defRPr>
            </a:lvl9pPr>
          </a:lstStyle>
          <a:p xmlns:a="http://schemas.openxmlformats.org/drawingml/2006/main">
            <a:pPr algn="l">
              <a:lnSpc>
                <a:spcPct val="108000"/>
              </a:lnSpc>
              <a:buNone/>
              <a:defRPr sz="2400" b="1">
                <a:solidFill>
                  <a:srgbClr val="13262D"/>
                </a:solidFill>
                <a:latin typeface="Segoe UI"/>
                <a:ea typeface="Segoe UI"/>
                <a:cs typeface="Segoe UI"/>
              </a:defRPr>
            </a:pPr>
            <a:r>
              <a:rPr sz="2400" b="1">
                <a:solidFill>
                  <a:srgbClr val="13262D"/>
                </a:solidFill>
                <a:latin typeface="Segoe UI"/>
                <a:ea typeface="Segoe UI"/>
                <a:cs typeface="Segoe UI"/>
              </a:rPr>
              <a:t>Check the alternative</a:t>
            </a:r>
          </a:p>
        </p:txBody>
      </p:sp>
      <p:sp>
        <p:nvSpPr>
          <p:cNvPr id="7" name="">
            <a:extLst xmlns:a="http://schemas.openxmlformats.org/drawingml/2006/main">
              <a:ext uri="{FF2B5EF4-FFF2-40B4-BE49-F238E27FC236}">
                <a16:creationId xmlns:a16="http://schemas.microsoft.com/office/drawing/2014/main" id="{4FEBDD47-E3B4-4AE4-95FB-D8908BD51258}"/>
              </a:ext>
            </a:extLst>
          </p:cNvPr>
          <p:cNvSpPr>
            <a:spLocks xmlns:a="http://schemas.openxmlformats.org/drawingml/2006/main" noGrp="1"/>
          </p:cNvSpPr>
          <p:nvPr/>
        </p:nvSpPr>
        <p:spPr>
          <a:xfrm xmlns:a="http://schemas.openxmlformats.org/drawingml/2006/main">
            <a:off x="609600" y="4848225"/>
            <a:ext cx="3257550" cy="981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57666C"/>
                </a:solidFill>
                <a:latin typeface="Segoe UI"/>
                <a:ea typeface="Segoe UI"/>
                <a:cs typeface="Segoe UI"/>
              </a:defRPr>
            </a:defPPr>
            <a:lvl1pPr algn="l">
              <a:defRPr sz="1950" b="0">
                <a:solidFill>
                  <a:srgbClr val="57666C"/>
                </a:solidFill>
                <a:latin typeface="Segoe UI"/>
                <a:ea typeface="Segoe UI"/>
                <a:cs typeface="Segoe UI"/>
              </a:defRPr>
            </a:lvl1pPr>
            <a:lvl2pPr algn="l">
              <a:defRPr sz="1950" b="0">
                <a:solidFill>
                  <a:srgbClr val="57666C"/>
                </a:solidFill>
                <a:latin typeface="Segoe UI"/>
                <a:ea typeface="Segoe UI"/>
                <a:cs typeface="Segoe UI"/>
              </a:defRPr>
            </a:lvl2pPr>
            <a:lvl3pPr algn="l">
              <a:defRPr sz="1950" b="0">
                <a:solidFill>
                  <a:srgbClr val="57666C"/>
                </a:solidFill>
                <a:latin typeface="Segoe UI"/>
                <a:ea typeface="Segoe UI"/>
                <a:cs typeface="Segoe UI"/>
              </a:defRPr>
            </a:lvl3pPr>
            <a:lvl4pPr algn="l">
              <a:defRPr sz="1950" b="0">
                <a:solidFill>
                  <a:srgbClr val="57666C"/>
                </a:solidFill>
                <a:latin typeface="Segoe UI"/>
                <a:ea typeface="Segoe UI"/>
                <a:cs typeface="Segoe UI"/>
              </a:defRPr>
            </a:lvl4pPr>
            <a:lvl5pPr algn="l">
              <a:defRPr sz="1950" b="0">
                <a:solidFill>
                  <a:srgbClr val="57666C"/>
                </a:solidFill>
                <a:latin typeface="Segoe UI"/>
                <a:ea typeface="Segoe UI"/>
                <a:cs typeface="Segoe UI"/>
              </a:defRPr>
            </a:lvl5pPr>
            <a:lvl6pPr algn="l">
              <a:defRPr sz="1950" b="0">
                <a:solidFill>
                  <a:srgbClr val="57666C"/>
                </a:solidFill>
                <a:latin typeface="Segoe UI"/>
                <a:ea typeface="Segoe UI"/>
                <a:cs typeface="Segoe UI"/>
              </a:defRPr>
            </a:lvl6pPr>
            <a:lvl7pPr algn="l">
              <a:defRPr sz="1950" b="0">
                <a:solidFill>
                  <a:srgbClr val="57666C"/>
                </a:solidFill>
                <a:latin typeface="Segoe UI"/>
                <a:ea typeface="Segoe UI"/>
                <a:cs typeface="Segoe UI"/>
              </a:defRPr>
            </a:lvl7pPr>
            <a:lvl8pPr algn="l">
              <a:defRPr sz="1950" b="0">
                <a:solidFill>
                  <a:srgbClr val="57666C"/>
                </a:solidFill>
                <a:latin typeface="Segoe UI"/>
                <a:ea typeface="Segoe UI"/>
                <a:cs typeface="Segoe UI"/>
              </a:defRPr>
            </a:lvl8pPr>
            <a:lvl9pPr algn="l">
              <a:defRPr sz="1950" b="0">
                <a:solidFill>
                  <a:srgbClr val="57666C"/>
                </a:solidFill>
                <a:latin typeface="Segoe UI"/>
                <a:ea typeface="Segoe UI"/>
                <a:cs typeface="Segoe UI"/>
              </a:defRPr>
            </a:lvl9pPr>
          </a:lstStyle>
          <a:p xmlns:a="http://schemas.openxmlformats.org/drawingml/2006/main">
            <a:pPr algn="l">
              <a:lnSpc>
                <a:spcPct val="108000"/>
              </a:lnSpc>
              <a:buNone/>
              <a:defRPr sz="1950" b="0">
                <a:solidFill>
                  <a:srgbClr val="57666C"/>
                </a:solidFill>
                <a:latin typeface="Segoe UI"/>
                <a:ea typeface="Segoe UI"/>
                <a:cs typeface="Segoe UI"/>
              </a:defRPr>
            </a:pPr>
            <a:r>
              <a:rPr sz="1950" b="0">
                <a:solidFill>
                  <a:srgbClr val="57666C"/>
                </a:solidFill>
                <a:latin typeface="Segoe UI"/>
                <a:ea typeface="Segoe UI"/>
                <a:cs typeface="Segoe UI"/>
              </a:rPr>
              <a:t>Verify fit, stock and delivery constraints.</a:t>
            </a:r>
          </a:p>
        </p:txBody>
      </p:sp>
      <p:sp>
        <p:nvSpPr>
          <p:cNvPr id="8" name="">
            <a:extLst xmlns:a="http://schemas.openxmlformats.org/drawingml/2006/main">
              <a:ext uri="{FF2B5EF4-FFF2-40B4-BE49-F238E27FC236}">
                <a16:creationId xmlns:a16="http://schemas.microsoft.com/office/drawing/2014/main" id="{110180CF-2158-4A59-AD8D-9A45595D5965}"/>
              </a:ext>
            </a:extLst>
          </p:cNvPr>
          <p:cNvSpPr>
            <a:spLocks xmlns:a="http://schemas.openxmlformats.org/drawingml/2006/main" noGrp="1"/>
          </p:cNvSpPr>
          <p:nvPr/>
        </p:nvSpPr>
        <p:spPr>
          <a:xfrm xmlns:a="http://schemas.openxmlformats.org/drawingml/2006/main">
            <a:off x="4371975" y="2867025"/>
            <a:ext cx="561975" cy="561975"/>
          </a:xfrm>
          <a:prstGeom xmlns:a="http://schemas.openxmlformats.org/drawingml/2006/main" prst="ellipse">
            <a:avLst/>
          </a:prstGeom>
          <a:solidFill xmlns:a="http://schemas.openxmlformats.org/drawingml/2006/main">
            <a:srgbClr val="2158D5"/>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B59C7673-54D7-4828-98D9-94F5211724C6}"/>
              </a:ext>
            </a:extLst>
          </p:cNvPr>
          <p:cNvSpPr>
            <a:spLocks xmlns:a="http://schemas.openxmlformats.org/drawingml/2006/main" noGrp="1"/>
          </p:cNvSpPr>
          <p:nvPr/>
        </p:nvSpPr>
        <p:spPr>
          <a:xfrm xmlns:a="http://schemas.openxmlformats.org/drawingml/2006/main">
            <a:off x="4371975" y="2962275"/>
            <a:ext cx="5619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75" b="1">
                <a:solidFill>
                  <a:srgbClr val="FFFFFF"/>
                </a:solidFill>
                <a:latin typeface="Segoe UI"/>
                <a:ea typeface="Segoe UI"/>
                <a:cs typeface="Segoe UI"/>
              </a:defRPr>
            </a:defPPr>
            <a:lvl1pPr algn="ctr">
              <a:defRPr sz="1875" b="1">
                <a:solidFill>
                  <a:srgbClr val="FFFFFF"/>
                </a:solidFill>
                <a:latin typeface="Segoe UI"/>
                <a:ea typeface="Segoe UI"/>
                <a:cs typeface="Segoe UI"/>
              </a:defRPr>
            </a:lvl1pPr>
            <a:lvl2pPr algn="ctr">
              <a:defRPr sz="1875" b="1">
                <a:solidFill>
                  <a:srgbClr val="FFFFFF"/>
                </a:solidFill>
                <a:latin typeface="Segoe UI"/>
                <a:ea typeface="Segoe UI"/>
                <a:cs typeface="Segoe UI"/>
              </a:defRPr>
            </a:lvl2pPr>
            <a:lvl3pPr algn="ctr">
              <a:defRPr sz="1875" b="1">
                <a:solidFill>
                  <a:srgbClr val="FFFFFF"/>
                </a:solidFill>
                <a:latin typeface="Segoe UI"/>
                <a:ea typeface="Segoe UI"/>
                <a:cs typeface="Segoe UI"/>
              </a:defRPr>
            </a:lvl3pPr>
            <a:lvl4pPr algn="ctr">
              <a:defRPr sz="1875" b="1">
                <a:solidFill>
                  <a:srgbClr val="FFFFFF"/>
                </a:solidFill>
                <a:latin typeface="Segoe UI"/>
                <a:ea typeface="Segoe UI"/>
                <a:cs typeface="Segoe UI"/>
              </a:defRPr>
            </a:lvl4pPr>
            <a:lvl5pPr algn="ctr">
              <a:defRPr sz="1875" b="1">
                <a:solidFill>
                  <a:srgbClr val="FFFFFF"/>
                </a:solidFill>
                <a:latin typeface="Segoe UI"/>
                <a:ea typeface="Segoe UI"/>
                <a:cs typeface="Segoe UI"/>
              </a:defRPr>
            </a:lvl5pPr>
            <a:lvl6pPr algn="ctr">
              <a:defRPr sz="1875" b="1">
                <a:solidFill>
                  <a:srgbClr val="FFFFFF"/>
                </a:solidFill>
                <a:latin typeface="Segoe UI"/>
                <a:ea typeface="Segoe UI"/>
                <a:cs typeface="Segoe UI"/>
              </a:defRPr>
            </a:lvl6pPr>
            <a:lvl7pPr algn="ctr">
              <a:defRPr sz="1875" b="1">
                <a:solidFill>
                  <a:srgbClr val="FFFFFF"/>
                </a:solidFill>
                <a:latin typeface="Segoe UI"/>
                <a:ea typeface="Segoe UI"/>
                <a:cs typeface="Segoe UI"/>
              </a:defRPr>
            </a:lvl7pPr>
            <a:lvl8pPr algn="ctr">
              <a:defRPr sz="1875" b="1">
                <a:solidFill>
                  <a:srgbClr val="FFFFFF"/>
                </a:solidFill>
                <a:latin typeface="Segoe UI"/>
                <a:ea typeface="Segoe UI"/>
                <a:cs typeface="Segoe UI"/>
              </a:defRPr>
            </a:lvl8pPr>
            <a:lvl9pPr algn="ctr">
              <a:defRPr sz="1875" b="1">
                <a:solidFill>
                  <a:srgbClr val="FFFFFF"/>
                </a:solidFill>
                <a:latin typeface="Segoe UI"/>
                <a:ea typeface="Segoe UI"/>
                <a:cs typeface="Segoe UI"/>
              </a:defRPr>
            </a:lvl9pPr>
          </a:lstStyle>
          <a:p xmlns:a="http://schemas.openxmlformats.org/drawingml/2006/main">
            <a:pPr algn="ctr">
              <a:lnSpc>
                <a:spcPct val="108000"/>
              </a:lnSpc>
              <a:buNone/>
              <a:defRPr sz="1875" b="1">
                <a:solidFill>
                  <a:srgbClr val="FFFFFF"/>
                </a:solidFill>
                <a:latin typeface="Segoe UI"/>
                <a:ea typeface="Segoe UI"/>
                <a:cs typeface="Segoe UI"/>
              </a:defRPr>
            </a:pPr>
            <a:r>
              <a:rPr sz="1875" b="1">
                <a:solidFill>
                  <a:srgbClr val="FFFFFF"/>
                </a:solidFill>
                <a:latin typeface="Segoe UI"/>
                <a:ea typeface="Segoe UI"/>
                <a:cs typeface="Segoe UI"/>
              </a:rPr>
              <a:t>02</a:t>
            </a:r>
          </a:p>
        </p:txBody>
      </p:sp>
      <p:sp>
        <p:nvSpPr>
          <p:cNvPr id="10" name="">
            <a:extLst xmlns:a="http://schemas.openxmlformats.org/drawingml/2006/main">
              <a:ext uri="{FF2B5EF4-FFF2-40B4-BE49-F238E27FC236}">
                <a16:creationId xmlns:a16="http://schemas.microsoft.com/office/drawing/2014/main" id="{E5CA0A86-9828-4F3F-BF3E-B8A2D729E0ED}"/>
              </a:ext>
            </a:extLst>
          </p:cNvPr>
          <p:cNvSpPr>
            <a:spLocks xmlns:a="http://schemas.openxmlformats.org/drawingml/2006/main" noGrp="1"/>
          </p:cNvSpPr>
          <p:nvPr/>
        </p:nvSpPr>
        <p:spPr>
          <a:xfrm xmlns:a="http://schemas.openxmlformats.org/drawingml/2006/main">
            <a:off x="4371975" y="3790950"/>
            <a:ext cx="33051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13262D"/>
                </a:solidFill>
                <a:latin typeface="Segoe UI"/>
                <a:ea typeface="Segoe UI"/>
                <a:cs typeface="Segoe UI"/>
              </a:defRPr>
            </a:defPPr>
            <a:lvl1pPr algn="l">
              <a:defRPr sz="2400" b="1">
                <a:solidFill>
                  <a:srgbClr val="13262D"/>
                </a:solidFill>
                <a:latin typeface="Segoe UI"/>
                <a:ea typeface="Segoe UI"/>
                <a:cs typeface="Segoe UI"/>
              </a:defRPr>
            </a:lvl1pPr>
            <a:lvl2pPr algn="l">
              <a:defRPr sz="2400" b="1">
                <a:solidFill>
                  <a:srgbClr val="13262D"/>
                </a:solidFill>
                <a:latin typeface="Segoe UI"/>
                <a:ea typeface="Segoe UI"/>
                <a:cs typeface="Segoe UI"/>
              </a:defRPr>
            </a:lvl2pPr>
            <a:lvl3pPr algn="l">
              <a:defRPr sz="2400" b="1">
                <a:solidFill>
                  <a:srgbClr val="13262D"/>
                </a:solidFill>
                <a:latin typeface="Segoe UI"/>
                <a:ea typeface="Segoe UI"/>
                <a:cs typeface="Segoe UI"/>
              </a:defRPr>
            </a:lvl3pPr>
            <a:lvl4pPr algn="l">
              <a:defRPr sz="2400" b="1">
                <a:solidFill>
                  <a:srgbClr val="13262D"/>
                </a:solidFill>
                <a:latin typeface="Segoe UI"/>
                <a:ea typeface="Segoe UI"/>
                <a:cs typeface="Segoe UI"/>
              </a:defRPr>
            </a:lvl4pPr>
            <a:lvl5pPr algn="l">
              <a:defRPr sz="2400" b="1">
                <a:solidFill>
                  <a:srgbClr val="13262D"/>
                </a:solidFill>
                <a:latin typeface="Segoe UI"/>
                <a:ea typeface="Segoe UI"/>
                <a:cs typeface="Segoe UI"/>
              </a:defRPr>
            </a:lvl5pPr>
            <a:lvl6pPr algn="l">
              <a:defRPr sz="2400" b="1">
                <a:solidFill>
                  <a:srgbClr val="13262D"/>
                </a:solidFill>
                <a:latin typeface="Segoe UI"/>
                <a:ea typeface="Segoe UI"/>
                <a:cs typeface="Segoe UI"/>
              </a:defRPr>
            </a:lvl6pPr>
            <a:lvl7pPr algn="l">
              <a:defRPr sz="2400" b="1">
                <a:solidFill>
                  <a:srgbClr val="13262D"/>
                </a:solidFill>
                <a:latin typeface="Segoe UI"/>
                <a:ea typeface="Segoe UI"/>
                <a:cs typeface="Segoe UI"/>
              </a:defRPr>
            </a:lvl7pPr>
            <a:lvl8pPr algn="l">
              <a:defRPr sz="2400" b="1">
                <a:solidFill>
                  <a:srgbClr val="13262D"/>
                </a:solidFill>
                <a:latin typeface="Segoe UI"/>
                <a:ea typeface="Segoe UI"/>
                <a:cs typeface="Segoe UI"/>
              </a:defRPr>
            </a:lvl8pPr>
            <a:lvl9pPr algn="l">
              <a:defRPr sz="2400" b="1">
                <a:solidFill>
                  <a:srgbClr val="13262D"/>
                </a:solidFill>
                <a:latin typeface="Segoe UI"/>
                <a:ea typeface="Segoe UI"/>
                <a:cs typeface="Segoe UI"/>
              </a:defRPr>
            </a:lvl9pPr>
          </a:lstStyle>
          <a:p xmlns:a="http://schemas.openxmlformats.org/drawingml/2006/main">
            <a:pPr algn="l">
              <a:lnSpc>
                <a:spcPct val="108000"/>
              </a:lnSpc>
              <a:buNone/>
              <a:defRPr sz="2400" b="1">
                <a:solidFill>
                  <a:srgbClr val="13262D"/>
                </a:solidFill>
                <a:latin typeface="Segoe UI"/>
                <a:ea typeface="Segoe UI"/>
                <a:cs typeface="Segoe UI"/>
              </a:defRPr>
            </a:pPr>
            <a:r>
              <a:rPr sz="2400" b="1">
                <a:solidFill>
                  <a:srgbClr val="13262D"/>
                </a:solidFill>
                <a:latin typeface="Segoe UI"/>
                <a:ea typeface="Segoe UI"/>
                <a:cs typeface="Segoe UI"/>
              </a:rPr>
              <a:t>Prepare the decision</a:t>
            </a:r>
          </a:p>
        </p:txBody>
      </p:sp>
      <p:sp>
        <p:nvSpPr>
          <p:cNvPr id="11" name="">
            <a:extLst xmlns:a="http://schemas.openxmlformats.org/drawingml/2006/main">
              <a:ext uri="{FF2B5EF4-FFF2-40B4-BE49-F238E27FC236}">
                <a16:creationId xmlns:a16="http://schemas.microsoft.com/office/drawing/2014/main" id="{B9B67DDB-FDA2-4232-91BC-0ACBC4440BDC}"/>
              </a:ext>
            </a:extLst>
          </p:cNvPr>
          <p:cNvSpPr>
            <a:spLocks xmlns:a="http://schemas.openxmlformats.org/drawingml/2006/main" noGrp="1"/>
          </p:cNvSpPr>
          <p:nvPr/>
        </p:nvSpPr>
        <p:spPr>
          <a:xfrm xmlns:a="http://schemas.openxmlformats.org/drawingml/2006/main">
            <a:off x="4371975" y="4848225"/>
            <a:ext cx="3257550" cy="981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57666C"/>
                </a:solidFill>
                <a:latin typeface="Segoe UI"/>
                <a:ea typeface="Segoe UI"/>
                <a:cs typeface="Segoe UI"/>
              </a:defRPr>
            </a:defPPr>
            <a:lvl1pPr algn="l">
              <a:defRPr sz="1950" b="0">
                <a:solidFill>
                  <a:srgbClr val="57666C"/>
                </a:solidFill>
                <a:latin typeface="Segoe UI"/>
                <a:ea typeface="Segoe UI"/>
                <a:cs typeface="Segoe UI"/>
              </a:defRPr>
            </a:lvl1pPr>
            <a:lvl2pPr algn="l">
              <a:defRPr sz="1950" b="0">
                <a:solidFill>
                  <a:srgbClr val="57666C"/>
                </a:solidFill>
                <a:latin typeface="Segoe UI"/>
                <a:ea typeface="Segoe UI"/>
                <a:cs typeface="Segoe UI"/>
              </a:defRPr>
            </a:lvl2pPr>
            <a:lvl3pPr algn="l">
              <a:defRPr sz="1950" b="0">
                <a:solidFill>
                  <a:srgbClr val="57666C"/>
                </a:solidFill>
                <a:latin typeface="Segoe UI"/>
                <a:ea typeface="Segoe UI"/>
                <a:cs typeface="Segoe UI"/>
              </a:defRPr>
            </a:lvl3pPr>
            <a:lvl4pPr algn="l">
              <a:defRPr sz="1950" b="0">
                <a:solidFill>
                  <a:srgbClr val="57666C"/>
                </a:solidFill>
                <a:latin typeface="Segoe UI"/>
                <a:ea typeface="Segoe UI"/>
                <a:cs typeface="Segoe UI"/>
              </a:defRPr>
            </a:lvl4pPr>
            <a:lvl5pPr algn="l">
              <a:defRPr sz="1950" b="0">
                <a:solidFill>
                  <a:srgbClr val="57666C"/>
                </a:solidFill>
                <a:latin typeface="Segoe UI"/>
                <a:ea typeface="Segoe UI"/>
                <a:cs typeface="Segoe UI"/>
              </a:defRPr>
            </a:lvl5pPr>
            <a:lvl6pPr algn="l">
              <a:defRPr sz="1950" b="0">
                <a:solidFill>
                  <a:srgbClr val="57666C"/>
                </a:solidFill>
                <a:latin typeface="Segoe UI"/>
                <a:ea typeface="Segoe UI"/>
                <a:cs typeface="Segoe UI"/>
              </a:defRPr>
            </a:lvl6pPr>
            <a:lvl7pPr algn="l">
              <a:defRPr sz="1950" b="0">
                <a:solidFill>
                  <a:srgbClr val="57666C"/>
                </a:solidFill>
                <a:latin typeface="Segoe UI"/>
                <a:ea typeface="Segoe UI"/>
                <a:cs typeface="Segoe UI"/>
              </a:defRPr>
            </a:lvl7pPr>
            <a:lvl8pPr algn="l">
              <a:defRPr sz="1950" b="0">
                <a:solidFill>
                  <a:srgbClr val="57666C"/>
                </a:solidFill>
                <a:latin typeface="Segoe UI"/>
                <a:ea typeface="Segoe UI"/>
                <a:cs typeface="Segoe UI"/>
              </a:defRPr>
            </a:lvl8pPr>
            <a:lvl9pPr algn="l">
              <a:defRPr sz="1950" b="0">
                <a:solidFill>
                  <a:srgbClr val="57666C"/>
                </a:solidFill>
                <a:latin typeface="Segoe UI"/>
                <a:ea typeface="Segoe UI"/>
                <a:cs typeface="Segoe UI"/>
              </a:defRPr>
            </a:lvl9pPr>
          </a:lstStyle>
          <a:p xmlns:a="http://schemas.openxmlformats.org/drawingml/2006/main">
            <a:pPr algn="l">
              <a:lnSpc>
                <a:spcPct val="108000"/>
              </a:lnSpc>
              <a:buNone/>
              <a:defRPr sz="1950" b="0">
                <a:solidFill>
                  <a:srgbClr val="57666C"/>
                </a:solidFill>
                <a:latin typeface="Segoe UI"/>
                <a:ea typeface="Segoe UI"/>
                <a:cs typeface="Segoe UI"/>
              </a:defRPr>
            </a:pPr>
            <a:r>
              <a:rPr sz="1950" b="0">
                <a:solidFill>
                  <a:srgbClr val="57666C"/>
                </a:solidFill>
                <a:latin typeface="Segoe UI"/>
                <a:ea typeface="Segoe UI"/>
                <a:cs typeface="Segoe UI"/>
              </a:rPr>
              <a:t>Show options, costs and missing evidence.</a:t>
            </a:r>
          </a:p>
        </p:txBody>
      </p:sp>
      <p:sp>
        <p:nvSpPr>
          <p:cNvPr id="12" name="">
            <a:extLst xmlns:a="http://schemas.openxmlformats.org/drawingml/2006/main">
              <a:ext uri="{FF2B5EF4-FFF2-40B4-BE49-F238E27FC236}">
                <a16:creationId xmlns:a16="http://schemas.microsoft.com/office/drawing/2014/main" id="{D5CB8BDE-0BAF-4B8D-9F81-37307D358D53}"/>
              </a:ext>
            </a:extLst>
          </p:cNvPr>
          <p:cNvSpPr>
            <a:spLocks xmlns:a="http://schemas.openxmlformats.org/drawingml/2006/main" noGrp="1"/>
          </p:cNvSpPr>
          <p:nvPr/>
        </p:nvSpPr>
        <p:spPr>
          <a:xfrm xmlns:a="http://schemas.openxmlformats.org/drawingml/2006/main">
            <a:off x="8134350" y="2867025"/>
            <a:ext cx="561975" cy="561975"/>
          </a:xfrm>
          <a:prstGeom xmlns:a="http://schemas.openxmlformats.org/drawingml/2006/main" prst="ellipse">
            <a:avLst/>
          </a:prstGeom>
          <a:solidFill xmlns:a="http://schemas.openxmlformats.org/drawingml/2006/main">
            <a:srgbClr val="2158D5"/>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3CBAD9A3-ACB7-4694-8534-DDA4ABFE6552}"/>
              </a:ext>
            </a:extLst>
          </p:cNvPr>
          <p:cNvSpPr>
            <a:spLocks xmlns:a="http://schemas.openxmlformats.org/drawingml/2006/main" noGrp="1"/>
          </p:cNvSpPr>
          <p:nvPr/>
        </p:nvSpPr>
        <p:spPr>
          <a:xfrm xmlns:a="http://schemas.openxmlformats.org/drawingml/2006/main">
            <a:off x="8134350" y="2962275"/>
            <a:ext cx="5619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75" b="1">
                <a:solidFill>
                  <a:srgbClr val="FFFFFF"/>
                </a:solidFill>
                <a:latin typeface="Segoe UI"/>
                <a:ea typeface="Segoe UI"/>
                <a:cs typeface="Segoe UI"/>
              </a:defRPr>
            </a:defPPr>
            <a:lvl1pPr algn="ctr">
              <a:defRPr sz="1875" b="1">
                <a:solidFill>
                  <a:srgbClr val="FFFFFF"/>
                </a:solidFill>
                <a:latin typeface="Segoe UI"/>
                <a:ea typeface="Segoe UI"/>
                <a:cs typeface="Segoe UI"/>
              </a:defRPr>
            </a:lvl1pPr>
            <a:lvl2pPr algn="ctr">
              <a:defRPr sz="1875" b="1">
                <a:solidFill>
                  <a:srgbClr val="FFFFFF"/>
                </a:solidFill>
                <a:latin typeface="Segoe UI"/>
                <a:ea typeface="Segoe UI"/>
                <a:cs typeface="Segoe UI"/>
              </a:defRPr>
            </a:lvl2pPr>
            <a:lvl3pPr algn="ctr">
              <a:defRPr sz="1875" b="1">
                <a:solidFill>
                  <a:srgbClr val="FFFFFF"/>
                </a:solidFill>
                <a:latin typeface="Segoe UI"/>
                <a:ea typeface="Segoe UI"/>
                <a:cs typeface="Segoe UI"/>
              </a:defRPr>
            </a:lvl3pPr>
            <a:lvl4pPr algn="ctr">
              <a:defRPr sz="1875" b="1">
                <a:solidFill>
                  <a:srgbClr val="FFFFFF"/>
                </a:solidFill>
                <a:latin typeface="Segoe UI"/>
                <a:ea typeface="Segoe UI"/>
                <a:cs typeface="Segoe UI"/>
              </a:defRPr>
            </a:lvl4pPr>
            <a:lvl5pPr algn="ctr">
              <a:defRPr sz="1875" b="1">
                <a:solidFill>
                  <a:srgbClr val="FFFFFF"/>
                </a:solidFill>
                <a:latin typeface="Segoe UI"/>
                <a:ea typeface="Segoe UI"/>
                <a:cs typeface="Segoe UI"/>
              </a:defRPr>
            </a:lvl5pPr>
            <a:lvl6pPr algn="ctr">
              <a:defRPr sz="1875" b="1">
                <a:solidFill>
                  <a:srgbClr val="FFFFFF"/>
                </a:solidFill>
                <a:latin typeface="Segoe UI"/>
                <a:ea typeface="Segoe UI"/>
                <a:cs typeface="Segoe UI"/>
              </a:defRPr>
            </a:lvl6pPr>
            <a:lvl7pPr algn="ctr">
              <a:defRPr sz="1875" b="1">
                <a:solidFill>
                  <a:srgbClr val="FFFFFF"/>
                </a:solidFill>
                <a:latin typeface="Segoe UI"/>
                <a:ea typeface="Segoe UI"/>
                <a:cs typeface="Segoe UI"/>
              </a:defRPr>
            </a:lvl7pPr>
            <a:lvl8pPr algn="ctr">
              <a:defRPr sz="1875" b="1">
                <a:solidFill>
                  <a:srgbClr val="FFFFFF"/>
                </a:solidFill>
                <a:latin typeface="Segoe UI"/>
                <a:ea typeface="Segoe UI"/>
                <a:cs typeface="Segoe UI"/>
              </a:defRPr>
            </a:lvl8pPr>
            <a:lvl9pPr algn="ctr">
              <a:defRPr sz="1875" b="1">
                <a:solidFill>
                  <a:srgbClr val="FFFFFF"/>
                </a:solidFill>
                <a:latin typeface="Segoe UI"/>
                <a:ea typeface="Segoe UI"/>
                <a:cs typeface="Segoe UI"/>
              </a:defRPr>
            </a:lvl9pPr>
          </a:lstStyle>
          <a:p xmlns:a="http://schemas.openxmlformats.org/drawingml/2006/main">
            <a:pPr algn="ctr">
              <a:lnSpc>
                <a:spcPct val="108000"/>
              </a:lnSpc>
              <a:buNone/>
              <a:defRPr sz="1875" b="1">
                <a:solidFill>
                  <a:srgbClr val="FFFFFF"/>
                </a:solidFill>
                <a:latin typeface="Segoe UI"/>
                <a:ea typeface="Segoe UI"/>
                <a:cs typeface="Segoe UI"/>
              </a:defRPr>
            </a:pPr>
            <a:r>
              <a:rPr sz="1875" b="1">
                <a:solidFill>
                  <a:srgbClr val="FFFFFF"/>
                </a:solidFill>
                <a:latin typeface="Segoe UI"/>
                <a:ea typeface="Segoe UI"/>
                <a:cs typeface="Segoe UI"/>
              </a:rPr>
              <a:t>03</a:t>
            </a:r>
          </a:p>
        </p:txBody>
      </p:sp>
      <p:sp>
        <p:nvSpPr>
          <p:cNvPr id="14" name="">
            <a:extLst xmlns:a="http://schemas.openxmlformats.org/drawingml/2006/main">
              <a:ext uri="{FF2B5EF4-FFF2-40B4-BE49-F238E27FC236}">
                <a16:creationId xmlns:a16="http://schemas.microsoft.com/office/drawing/2014/main" id="{B2FF64F3-3872-4911-B6EB-0518A557D5E9}"/>
              </a:ext>
            </a:extLst>
          </p:cNvPr>
          <p:cNvSpPr>
            <a:spLocks xmlns:a="http://schemas.openxmlformats.org/drawingml/2006/main" noGrp="1"/>
          </p:cNvSpPr>
          <p:nvPr/>
        </p:nvSpPr>
        <p:spPr>
          <a:xfrm xmlns:a="http://schemas.openxmlformats.org/drawingml/2006/main">
            <a:off x="8134350" y="3790950"/>
            <a:ext cx="33051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13262D"/>
                </a:solidFill>
                <a:latin typeface="Segoe UI"/>
                <a:ea typeface="Segoe UI"/>
                <a:cs typeface="Segoe UI"/>
              </a:defRPr>
            </a:defPPr>
            <a:lvl1pPr algn="l">
              <a:defRPr sz="2400" b="1">
                <a:solidFill>
                  <a:srgbClr val="13262D"/>
                </a:solidFill>
                <a:latin typeface="Segoe UI"/>
                <a:ea typeface="Segoe UI"/>
                <a:cs typeface="Segoe UI"/>
              </a:defRPr>
            </a:lvl1pPr>
            <a:lvl2pPr algn="l">
              <a:defRPr sz="2400" b="1">
                <a:solidFill>
                  <a:srgbClr val="13262D"/>
                </a:solidFill>
                <a:latin typeface="Segoe UI"/>
                <a:ea typeface="Segoe UI"/>
                <a:cs typeface="Segoe UI"/>
              </a:defRPr>
            </a:lvl2pPr>
            <a:lvl3pPr algn="l">
              <a:defRPr sz="2400" b="1">
                <a:solidFill>
                  <a:srgbClr val="13262D"/>
                </a:solidFill>
                <a:latin typeface="Segoe UI"/>
                <a:ea typeface="Segoe UI"/>
                <a:cs typeface="Segoe UI"/>
              </a:defRPr>
            </a:lvl3pPr>
            <a:lvl4pPr algn="l">
              <a:defRPr sz="2400" b="1">
                <a:solidFill>
                  <a:srgbClr val="13262D"/>
                </a:solidFill>
                <a:latin typeface="Segoe UI"/>
                <a:ea typeface="Segoe UI"/>
                <a:cs typeface="Segoe UI"/>
              </a:defRPr>
            </a:lvl4pPr>
            <a:lvl5pPr algn="l">
              <a:defRPr sz="2400" b="1">
                <a:solidFill>
                  <a:srgbClr val="13262D"/>
                </a:solidFill>
                <a:latin typeface="Segoe UI"/>
                <a:ea typeface="Segoe UI"/>
                <a:cs typeface="Segoe UI"/>
              </a:defRPr>
            </a:lvl5pPr>
            <a:lvl6pPr algn="l">
              <a:defRPr sz="2400" b="1">
                <a:solidFill>
                  <a:srgbClr val="13262D"/>
                </a:solidFill>
                <a:latin typeface="Segoe UI"/>
                <a:ea typeface="Segoe UI"/>
                <a:cs typeface="Segoe UI"/>
              </a:defRPr>
            </a:lvl6pPr>
            <a:lvl7pPr algn="l">
              <a:defRPr sz="2400" b="1">
                <a:solidFill>
                  <a:srgbClr val="13262D"/>
                </a:solidFill>
                <a:latin typeface="Segoe UI"/>
                <a:ea typeface="Segoe UI"/>
                <a:cs typeface="Segoe UI"/>
              </a:defRPr>
            </a:lvl7pPr>
            <a:lvl8pPr algn="l">
              <a:defRPr sz="2400" b="1">
                <a:solidFill>
                  <a:srgbClr val="13262D"/>
                </a:solidFill>
                <a:latin typeface="Segoe UI"/>
                <a:ea typeface="Segoe UI"/>
                <a:cs typeface="Segoe UI"/>
              </a:defRPr>
            </a:lvl8pPr>
            <a:lvl9pPr algn="l">
              <a:defRPr sz="2400" b="1">
                <a:solidFill>
                  <a:srgbClr val="13262D"/>
                </a:solidFill>
                <a:latin typeface="Segoe UI"/>
                <a:ea typeface="Segoe UI"/>
                <a:cs typeface="Segoe UI"/>
              </a:defRPr>
            </a:lvl9pPr>
          </a:lstStyle>
          <a:p xmlns:a="http://schemas.openxmlformats.org/drawingml/2006/main">
            <a:pPr algn="l">
              <a:lnSpc>
                <a:spcPct val="108000"/>
              </a:lnSpc>
              <a:buNone/>
              <a:defRPr sz="2400" b="1">
                <a:solidFill>
                  <a:srgbClr val="13262D"/>
                </a:solidFill>
                <a:latin typeface="Segoe UI"/>
                <a:ea typeface="Segoe UI"/>
                <a:cs typeface="Segoe UI"/>
              </a:defRPr>
            </a:pPr>
            <a:r>
              <a:rPr sz="2400" b="1">
                <a:solidFill>
                  <a:srgbClr val="13262D"/>
                </a:solidFill>
                <a:latin typeface="Segoe UI"/>
                <a:ea typeface="Segoe UI"/>
                <a:cs typeface="Segoe UI"/>
              </a:rPr>
              <a:t>Coordinate approved work</a:t>
            </a:r>
          </a:p>
        </p:txBody>
      </p:sp>
      <p:sp>
        <p:nvSpPr>
          <p:cNvPr id="15" name="">
            <a:extLst xmlns:a="http://schemas.openxmlformats.org/drawingml/2006/main">
              <a:ext uri="{FF2B5EF4-FFF2-40B4-BE49-F238E27FC236}">
                <a16:creationId xmlns:a16="http://schemas.microsoft.com/office/drawing/2014/main" id="{EBD303A7-EEC8-4E2F-AD38-4BDDA847BF8E}"/>
              </a:ext>
            </a:extLst>
          </p:cNvPr>
          <p:cNvSpPr>
            <a:spLocks xmlns:a="http://schemas.openxmlformats.org/drawingml/2006/main" noGrp="1"/>
          </p:cNvSpPr>
          <p:nvPr/>
        </p:nvSpPr>
        <p:spPr>
          <a:xfrm xmlns:a="http://schemas.openxmlformats.org/drawingml/2006/main">
            <a:off x="8134350" y="4848225"/>
            <a:ext cx="3257550" cy="981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57666C"/>
                </a:solidFill>
                <a:latin typeface="Segoe UI"/>
                <a:ea typeface="Segoe UI"/>
                <a:cs typeface="Segoe UI"/>
              </a:defRPr>
            </a:defPPr>
            <a:lvl1pPr algn="l">
              <a:defRPr sz="1950" b="0">
                <a:solidFill>
                  <a:srgbClr val="57666C"/>
                </a:solidFill>
                <a:latin typeface="Segoe UI"/>
                <a:ea typeface="Segoe UI"/>
                <a:cs typeface="Segoe UI"/>
              </a:defRPr>
            </a:lvl1pPr>
            <a:lvl2pPr algn="l">
              <a:defRPr sz="1950" b="0">
                <a:solidFill>
                  <a:srgbClr val="57666C"/>
                </a:solidFill>
                <a:latin typeface="Segoe UI"/>
                <a:ea typeface="Segoe UI"/>
                <a:cs typeface="Segoe UI"/>
              </a:defRPr>
            </a:lvl2pPr>
            <a:lvl3pPr algn="l">
              <a:defRPr sz="1950" b="0">
                <a:solidFill>
                  <a:srgbClr val="57666C"/>
                </a:solidFill>
                <a:latin typeface="Segoe UI"/>
                <a:ea typeface="Segoe UI"/>
                <a:cs typeface="Segoe UI"/>
              </a:defRPr>
            </a:lvl3pPr>
            <a:lvl4pPr algn="l">
              <a:defRPr sz="1950" b="0">
                <a:solidFill>
                  <a:srgbClr val="57666C"/>
                </a:solidFill>
                <a:latin typeface="Segoe UI"/>
                <a:ea typeface="Segoe UI"/>
                <a:cs typeface="Segoe UI"/>
              </a:defRPr>
            </a:lvl4pPr>
            <a:lvl5pPr algn="l">
              <a:defRPr sz="1950" b="0">
                <a:solidFill>
                  <a:srgbClr val="57666C"/>
                </a:solidFill>
                <a:latin typeface="Segoe UI"/>
                <a:ea typeface="Segoe UI"/>
                <a:cs typeface="Segoe UI"/>
              </a:defRPr>
            </a:lvl5pPr>
            <a:lvl6pPr algn="l">
              <a:defRPr sz="1950" b="0">
                <a:solidFill>
                  <a:srgbClr val="57666C"/>
                </a:solidFill>
                <a:latin typeface="Segoe UI"/>
                <a:ea typeface="Segoe UI"/>
                <a:cs typeface="Segoe UI"/>
              </a:defRPr>
            </a:lvl6pPr>
            <a:lvl7pPr algn="l">
              <a:defRPr sz="1950" b="0">
                <a:solidFill>
                  <a:srgbClr val="57666C"/>
                </a:solidFill>
                <a:latin typeface="Segoe UI"/>
                <a:ea typeface="Segoe UI"/>
                <a:cs typeface="Segoe UI"/>
              </a:defRPr>
            </a:lvl7pPr>
            <a:lvl8pPr algn="l">
              <a:defRPr sz="1950" b="0">
                <a:solidFill>
                  <a:srgbClr val="57666C"/>
                </a:solidFill>
                <a:latin typeface="Segoe UI"/>
                <a:ea typeface="Segoe UI"/>
                <a:cs typeface="Segoe UI"/>
              </a:defRPr>
            </a:lvl8pPr>
            <a:lvl9pPr algn="l">
              <a:defRPr sz="1950" b="0">
                <a:solidFill>
                  <a:srgbClr val="57666C"/>
                </a:solidFill>
                <a:latin typeface="Segoe UI"/>
                <a:ea typeface="Segoe UI"/>
                <a:cs typeface="Segoe UI"/>
              </a:defRPr>
            </a:lvl9pPr>
          </a:lstStyle>
          <a:p xmlns:a="http://schemas.openxmlformats.org/drawingml/2006/main">
            <a:pPr algn="l">
              <a:lnSpc>
                <a:spcPct val="108000"/>
              </a:lnSpc>
              <a:buNone/>
              <a:defRPr sz="1950" b="0">
                <a:solidFill>
                  <a:srgbClr val="57666C"/>
                </a:solidFill>
                <a:latin typeface="Segoe UI"/>
                <a:ea typeface="Segoe UI"/>
                <a:cs typeface="Segoe UI"/>
              </a:defRPr>
            </a:pPr>
            <a:r>
              <a:rPr sz="1950" b="0">
                <a:solidFill>
                  <a:srgbClr val="57666C"/>
                </a:solidFill>
                <a:latin typeface="Segoe UI"/>
                <a:ea typeface="Segoe UI"/>
                <a:cs typeface="Segoe UI"/>
              </a:rPr>
              <a:t>Assign owners and follow the exception.</a:t>
            </a:r>
          </a:p>
        </p:txBody>
      </p:sp>
    </p:spTree>
    <p:extLst>
      <p:ext uri="{BB962C8B-B14F-4D97-AF65-F5344CB8AC3E}">
        <p14:creationId xmlns:p14="http://schemas.microsoft.com/office/powerpoint/2010/main" val="136713378"/>
      </p:ext>
    </p:extLst>
  </p:cSld>
</p:sld>
</file>

<file path=ppt/slides/slide8.xml><?xml version="1.0" encoding="utf-8"?>
<p:sld xmlns:p="http://schemas.openxmlformats.org/presentationml/2006/main">
  <p:cSld>
    <p:bg>
      <p:bgPr>
        <a:solidFill xmlns:a="http://schemas.openxmlformats.org/drawingml/2006/main">
          <a:srgbClr val="13262D"/>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DE3801E-278E-4B0E-B14D-522CB73F20AB}"/>
              </a:ext>
            </a:extLst>
          </p:cNvPr>
          <p:cNvSpPr>
            <a:spLocks xmlns:a="http://schemas.openxmlformats.org/drawingml/2006/main" noGrp="1"/>
          </p:cNvSpPr>
          <p:nvPr/>
        </p:nvSpPr>
        <p:spPr>
          <a:xfrm xmlns:a="http://schemas.openxmlformats.org/drawingml/2006/main">
            <a:off x="609600" y="6486525"/>
            <a:ext cx="762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B1C0C4"/>
                </a:solidFill>
                <a:latin typeface="Segoe UI"/>
                <a:ea typeface="Segoe UI"/>
                <a:cs typeface="Segoe UI"/>
              </a:defRPr>
            </a:defPPr>
            <a:lvl1pPr algn="l">
              <a:defRPr sz="900" b="0">
                <a:solidFill>
                  <a:srgbClr val="B1C0C4"/>
                </a:solidFill>
                <a:latin typeface="Segoe UI"/>
                <a:ea typeface="Segoe UI"/>
                <a:cs typeface="Segoe UI"/>
              </a:defRPr>
            </a:lvl1pPr>
            <a:lvl2pPr algn="l">
              <a:defRPr sz="900" b="0">
                <a:solidFill>
                  <a:srgbClr val="B1C0C4"/>
                </a:solidFill>
                <a:latin typeface="Segoe UI"/>
                <a:ea typeface="Segoe UI"/>
                <a:cs typeface="Segoe UI"/>
              </a:defRPr>
            </a:lvl2pPr>
            <a:lvl3pPr algn="l">
              <a:defRPr sz="900" b="0">
                <a:solidFill>
                  <a:srgbClr val="B1C0C4"/>
                </a:solidFill>
                <a:latin typeface="Segoe UI"/>
                <a:ea typeface="Segoe UI"/>
                <a:cs typeface="Segoe UI"/>
              </a:defRPr>
            </a:lvl3pPr>
            <a:lvl4pPr algn="l">
              <a:defRPr sz="900" b="0">
                <a:solidFill>
                  <a:srgbClr val="B1C0C4"/>
                </a:solidFill>
                <a:latin typeface="Segoe UI"/>
                <a:ea typeface="Segoe UI"/>
                <a:cs typeface="Segoe UI"/>
              </a:defRPr>
            </a:lvl4pPr>
            <a:lvl5pPr algn="l">
              <a:defRPr sz="900" b="0">
                <a:solidFill>
                  <a:srgbClr val="B1C0C4"/>
                </a:solidFill>
                <a:latin typeface="Segoe UI"/>
                <a:ea typeface="Segoe UI"/>
                <a:cs typeface="Segoe UI"/>
              </a:defRPr>
            </a:lvl5pPr>
            <a:lvl6pPr algn="l">
              <a:defRPr sz="900" b="0">
                <a:solidFill>
                  <a:srgbClr val="B1C0C4"/>
                </a:solidFill>
                <a:latin typeface="Segoe UI"/>
                <a:ea typeface="Segoe UI"/>
                <a:cs typeface="Segoe UI"/>
              </a:defRPr>
            </a:lvl6pPr>
            <a:lvl7pPr algn="l">
              <a:defRPr sz="900" b="0">
                <a:solidFill>
                  <a:srgbClr val="B1C0C4"/>
                </a:solidFill>
                <a:latin typeface="Segoe UI"/>
                <a:ea typeface="Segoe UI"/>
                <a:cs typeface="Segoe UI"/>
              </a:defRPr>
            </a:lvl7pPr>
            <a:lvl8pPr algn="l">
              <a:defRPr sz="900" b="0">
                <a:solidFill>
                  <a:srgbClr val="B1C0C4"/>
                </a:solidFill>
                <a:latin typeface="Segoe UI"/>
                <a:ea typeface="Segoe UI"/>
                <a:cs typeface="Segoe UI"/>
              </a:defRPr>
            </a:lvl8pPr>
            <a:lvl9pPr algn="l">
              <a:defRPr sz="900" b="0">
                <a:solidFill>
                  <a:srgbClr val="B1C0C4"/>
                </a:solidFill>
                <a:latin typeface="Segoe UI"/>
                <a:ea typeface="Segoe UI"/>
                <a:cs typeface="Segoe UI"/>
              </a:defRPr>
            </a:lvl9pPr>
          </a:lstStyle>
          <a:p xmlns:a="http://schemas.openxmlformats.org/drawingml/2006/main">
            <a:pPr algn="l">
              <a:lnSpc>
                <a:spcPct val="108000"/>
              </a:lnSpc>
              <a:buNone/>
              <a:defRPr sz="900" b="0">
                <a:solidFill>
                  <a:srgbClr val="B1C0C4"/>
                </a:solidFill>
                <a:latin typeface="Segoe UI"/>
                <a:ea typeface="Segoe UI"/>
                <a:cs typeface="Segoe UI"/>
              </a:defRPr>
            </a:pPr>
            <a:r>
              <a:rPr sz="900" b="0">
                <a:solidFill>
                  <a:srgbClr val="B1C0C4"/>
                </a:solidFill>
                <a:latin typeface="Segoe UI"/>
                <a:ea typeface="Segoe UI"/>
                <a:cs typeface="Segoe UI"/>
              </a:rPr>
              <a:t>Meghan Fasano  /  Customer narrative concept</a:t>
            </a:r>
          </a:p>
        </p:txBody>
      </p:sp>
      <p:sp>
        <p:nvSpPr>
          <p:cNvPr id="2" name="">
            <a:extLst xmlns:a="http://schemas.openxmlformats.org/drawingml/2006/main">
              <a:ext uri="{FF2B5EF4-FFF2-40B4-BE49-F238E27FC236}">
                <a16:creationId xmlns:a16="http://schemas.microsoft.com/office/drawing/2014/main" id="{1031062F-F953-4E5A-A1F9-2991B891A5CB}"/>
              </a:ext>
            </a:extLst>
          </p:cNvPr>
          <p:cNvSpPr>
            <a:spLocks xmlns:a="http://schemas.openxmlformats.org/drawingml/2006/main" noGrp="1"/>
          </p:cNvSpPr>
          <p:nvPr/>
        </p:nvSpPr>
        <p:spPr>
          <a:xfrm xmlns:a="http://schemas.openxmlformats.org/drawingml/2006/main">
            <a:off x="11049000" y="6438900"/>
            <a:ext cx="533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B1C0C4"/>
                </a:solidFill>
                <a:latin typeface="Segoe UI"/>
                <a:ea typeface="Segoe UI"/>
                <a:cs typeface="Segoe UI"/>
              </a:defRPr>
            </a:defPPr>
            <a:lvl1pPr algn="r">
              <a:defRPr sz="1200" b="0">
                <a:solidFill>
                  <a:srgbClr val="B1C0C4"/>
                </a:solidFill>
                <a:latin typeface="Segoe UI"/>
                <a:ea typeface="Segoe UI"/>
                <a:cs typeface="Segoe UI"/>
              </a:defRPr>
            </a:lvl1pPr>
            <a:lvl2pPr algn="r">
              <a:defRPr sz="1200" b="0">
                <a:solidFill>
                  <a:srgbClr val="B1C0C4"/>
                </a:solidFill>
                <a:latin typeface="Segoe UI"/>
                <a:ea typeface="Segoe UI"/>
                <a:cs typeface="Segoe UI"/>
              </a:defRPr>
            </a:lvl2pPr>
            <a:lvl3pPr algn="r">
              <a:defRPr sz="1200" b="0">
                <a:solidFill>
                  <a:srgbClr val="B1C0C4"/>
                </a:solidFill>
                <a:latin typeface="Segoe UI"/>
                <a:ea typeface="Segoe UI"/>
                <a:cs typeface="Segoe UI"/>
              </a:defRPr>
            </a:lvl3pPr>
            <a:lvl4pPr algn="r">
              <a:defRPr sz="1200" b="0">
                <a:solidFill>
                  <a:srgbClr val="B1C0C4"/>
                </a:solidFill>
                <a:latin typeface="Segoe UI"/>
                <a:ea typeface="Segoe UI"/>
                <a:cs typeface="Segoe UI"/>
              </a:defRPr>
            </a:lvl4pPr>
            <a:lvl5pPr algn="r">
              <a:defRPr sz="1200" b="0">
                <a:solidFill>
                  <a:srgbClr val="B1C0C4"/>
                </a:solidFill>
                <a:latin typeface="Segoe UI"/>
                <a:ea typeface="Segoe UI"/>
                <a:cs typeface="Segoe UI"/>
              </a:defRPr>
            </a:lvl5pPr>
            <a:lvl6pPr algn="r">
              <a:defRPr sz="1200" b="0">
                <a:solidFill>
                  <a:srgbClr val="B1C0C4"/>
                </a:solidFill>
                <a:latin typeface="Segoe UI"/>
                <a:ea typeface="Segoe UI"/>
                <a:cs typeface="Segoe UI"/>
              </a:defRPr>
            </a:lvl6pPr>
            <a:lvl7pPr algn="r">
              <a:defRPr sz="1200" b="0">
                <a:solidFill>
                  <a:srgbClr val="B1C0C4"/>
                </a:solidFill>
                <a:latin typeface="Segoe UI"/>
                <a:ea typeface="Segoe UI"/>
                <a:cs typeface="Segoe UI"/>
              </a:defRPr>
            </a:lvl7pPr>
            <a:lvl8pPr algn="r">
              <a:defRPr sz="1200" b="0">
                <a:solidFill>
                  <a:srgbClr val="B1C0C4"/>
                </a:solidFill>
                <a:latin typeface="Segoe UI"/>
                <a:ea typeface="Segoe UI"/>
                <a:cs typeface="Segoe UI"/>
              </a:defRPr>
            </a:lvl8pPr>
            <a:lvl9pPr algn="r">
              <a:defRPr sz="1200" b="0">
                <a:solidFill>
                  <a:srgbClr val="B1C0C4"/>
                </a:solidFill>
                <a:latin typeface="Segoe UI"/>
                <a:ea typeface="Segoe UI"/>
                <a:cs typeface="Segoe UI"/>
              </a:defRPr>
            </a:lvl9pPr>
          </a:lstStyle>
          <a:p xmlns:a="http://schemas.openxmlformats.org/drawingml/2006/main">
            <a:pPr algn="r">
              <a:lnSpc>
                <a:spcPct val="108000"/>
              </a:lnSpc>
              <a:buNone/>
              <a:defRPr sz="1200" b="0">
                <a:solidFill>
                  <a:srgbClr val="B1C0C4"/>
                </a:solidFill>
                <a:latin typeface="Segoe UI"/>
                <a:ea typeface="Segoe UI"/>
                <a:cs typeface="Segoe UI"/>
              </a:defRPr>
            </a:pPr>
            <a:r>
              <a:rPr sz="1200" b="0">
                <a:solidFill>
                  <a:srgbClr val="B1C0C4"/>
                </a:solidFill>
                <a:latin typeface="Segoe UI"/>
                <a:ea typeface="Segoe UI"/>
                <a:cs typeface="Segoe UI"/>
              </a:rPr>
              <a:t>08</a:t>
            </a:r>
          </a:p>
        </p:txBody>
      </p:sp>
      <p:sp>
        <p:nvSpPr>
          <p:cNvPr id="3" name="">
            <a:extLst xmlns:a="http://schemas.openxmlformats.org/drawingml/2006/main">
              <a:ext uri="{FF2B5EF4-FFF2-40B4-BE49-F238E27FC236}">
                <a16:creationId xmlns:a16="http://schemas.microsoft.com/office/drawing/2014/main" id="{94B34063-5914-4BC5-9AB0-D3109D977E25}"/>
              </a:ext>
            </a:extLst>
          </p:cNvPr>
          <p:cNvSpPr>
            <a:spLocks xmlns:a="http://schemas.openxmlformats.org/drawingml/2006/main" noGrp="1"/>
          </p:cNvSpPr>
          <p:nvPr/>
        </p:nvSpPr>
        <p:spPr>
          <a:xfrm xmlns:a="http://schemas.openxmlformats.org/drawingml/2006/main">
            <a:off x="609600" y="628650"/>
            <a:ext cx="10858500" cy="1314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4050" b="1">
                <a:solidFill>
                  <a:srgbClr val="FFFFFF"/>
                </a:solidFill>
                <a:latin typeface="Segoe UI"/>
                <a:ea typeface="Segoe UI"/>
                <a:cs typeface="Segoe UI"/>
              </a:defRPr>
            </a:defPPr>
            <a:lvl1pPr algn="l">
              <a:defRPr sz="4050" b="1">
                <a:solidFill>
                  <a:srgbClr val="FFFFFF"/>
                </a:solidFill>
                <a:latin typeface="Segoe UI"/>
                <a:ea typeface="Segoe UI"/>
                <a:cs typeface="Segoe UI"/>
              </a:defRPr>
            </a:lvl1pPr>
            <a:lvl2pPr algn="l">
              <a:defRPr sz="4050" b="1">
                <a:solidFill>
                  <a:srgbClr val="FFFFFF"/>
                </a:solidFill>
                <a:latin typeface="Segoe UI"/>
                <a:ea typeface="Segoe UI"/>
                <a:cs typeface="Segoe UI"/>
              </a:defRPr>
            </a:lvl2pPr>
            <a:lvl3pPr algn="l">
              <a:defRPr sz="4050" b="1">
                <a:solidFill>
                  <a:srgbClr val="FFFFFF"/>
                </a:solidFill>
                <a:latin typeface="Segoe UI"/>
                <a:ea typeface="Segoe UI"/>
                <a:cs typeface="Segoe UI"/>
              </a:defRPr>
            </a:lvl3pPr>
            <a:lvl4pPr algn="l">
              <a:defRPr sz="4050" b="1">
                <a:solidFill>
                  <a:srgbClr val="FFFFFF"/>
                </a:solidFill>
                <a:latin typeface="Segoe UI"/>
                <a:ea typeface="Segoe UI"/>
                <a:cs typeface="Segoe UI"/>
              </a:defRPr>
            </a:lvl4pPr>
            <a:lvl5pPr algn="l">
              <a:defRPr sz="4050" b="1">
                <a:solidFill>
                  <a:srgbClr val="FFFFFF"/>
                </a:solidFill>
                <a:latin typeface="Segoe UI"/>
                <a:ea typeface="Segoe UI"/>
                <a:cs typeface="Segoe UI"/>
              </a:defRPr>
            </a:lvl5pPr>
            <a:lvl6pPr algn="l">
              <a:defRPr sz="4050" b="1">
                <a:solidFill>
                  <a:srgbClr val="FFFFFF"/>
                </a:solidFill>
                <a:latin typeface="Segoe UI"/>
                <a:ea typeface="Segoe UI"/>
                <a:cs typeface="Segoe UI"/>
              </a:defRPr>
            </a:lvl6pPr>
            <a:lvl7pPr algn="l">
              <a:defRPr sz="4050" b="1">
                <a:solidFill>
                  <a:srgbClr val="FFFFFF"/>
                </a:solidFill>
                <a:latin typeface="Segoe UI"/>
                <a:ea typeface="Segoe UI"/>
                <a:cs typeface="Segoe UI"/>
              </a:defRPr>
            </a:lvl7pPr>
            <a:lvl8pPr algn="l">
              <a:defRPr sz="4050" b="1">
                <a:solidFill>
                  <a:srgbClr val="FFFFFF"/>
                </a:solidFill>
                <a:latin typeface="Segoe UI"/>
                <a:ea typeface="Segoe UI"/>
                <a:cs typeface="Segoe UI"/>
              </a:defRPr>
            </a:lvl8pPr>
            <a:lvl9pPr algn="l">
              <a:defRPr sz="4050" b="1">
                <a:solidFill>
                  <a:srgbClr val="FFFFFF"/>
                </a:solidFill>
                <a:latin typeface="Segoe UI"/>
                <a:ea typeface="Segoe UI"/>
                <a:cs typeface="Segoe UI"/>
              </a:defRPr>
            </a:lvl9pPr>
          </a:lstStyle>
          <a:p xmlns:a="http://schemas.openxmlformats.org/drawingml/2006/main">
            <a:pPr algn="l">
              <a:lnSpc>
                <a:spcPct val="108000"/>
              </a:lnSpc>
              <a:buNone/>
              <a:defRPr sz="4050" b="1">
                <a:solidFill>
                  <a:srgbClr val="FFFFFF"/>
                </a:solidFill>
                <a:latin typeface="Segoe UI"/>
                <a:ea typeface="Segoe UI"/>
                <a:cs typeface="Segoe UI"/>
              </a:defRPr>
            </a:pPr>
            <a:r>
              <a:rPr sz="4050" b="1">
                <a:solidFill>
                  <a:srgbClr val="FFFFFF"/>
                </a:solidFill>
                <a:latin typeface="Segoe UI"/>
                <a:ea typeface="Segoe UI"/>
                <a:cs typeface="Segoe UI"/>
              </a:rPr>
              <a:t>The choice still</a:t>
            </a:r>
          </a:p>
          <a:p xmlns:a="http://schemas.openxmlformats.org/drawingml/2006/main">
            <a:pPr algn="l">
              <a:lnSpc>
                <a:spcPct val="108000"/>
              </a:lnSpc>
              <a:buNone/>
              <a:defRPr sz="4050" b="1">
                <a:solidFill>
                  <a:srgbClr val="FFFFFF"/>
                </a:solidFill>
                <a:latin typeface="Segoe UI"/>
                <a:ea typeface="Segoe UI"/>
                <a:cs typeface="Segoe UI"/>
              </a:defRPr>
            </a:pPr>
            <a:r>
              <a:rPr sz="4050" b="1">
                <a:solidFill>
                  <a:srgbClr val="FFFFFF"/>
                </a:solidFill>
                <a:latin typeface="Segoe UI"/>
                <a:ea typeface="Segoe UI"/>
                <a:cs typeface="Segoe UI"/>
              </a:rPr>
              <a:t>belongs to Maya</a:t>
            </a:r>
          </a:p>
        </p:txBody>
      </p:sp>
      <p:sp>
        <p:nvSpPr>
          <p:cNvPr id="4" name="">
            <a:extLst xmlns:a="http://schemas.openxmlformats.org/drawingml/2006/main">
              <a:ext uri="{FF2B5EF4-FFF2-40B4-BE49-F238E27FC236}">
                <a16:creationId xmlns:a16="http://schemas.microsoft.com/office/drawing/2014/main" id="{CC83684A-9E27-4720-A709-1A4F0BD646BB}"/>
              </a:ext>
            </a:extLst>
          </p:cNvPr>
          <p:cNvSpPr>
            <a:spLocks xmlns:a="http://schemas.openxmlformats.org/drawingml/2006/main" noGrp="1"/>
          </p:cNvSpPr>
          <p:nvPr/>
        </p:nvSpPr>
        <p:spPr>
          <a:xfrm xmlns:a="http://schemas.openxmlformats.org/drawingml/2006/main">
            <a:off x="628650" y="3009900"/>
            <a:ext cx="45243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50" b="1">
                <a:solidFill>
                  <a:srgbClr val="88D5CE"/>
                </a:solidFill>
                <a:latin typeface="Segoe UI"/>
                <a:ea typeface="Segoe UI"/>
                <a:cs typeface="Segoe UI"/>
              </a:defRPr>
            </a:defPPr>
            <a:lvl1pPr algn="l">
              <a:defRPr sz="2550" b="1">
                <a:solidFill>
                  <a:srgbClr val="88D5CE"/>
                </a:solidFill>
                <a:latin typeface="Segoe UI"/>
                <a:ea typeface="Segoe UI"/>
                <a:cs typeface="Segoe UI"/>
              </a:defRPr>
            </a:lvl1pPr>
            <a:lvl2pPr algn="l">
              <a:defRPr sz="2550" b="1">
                <a:solidFill>
                  <a:srgbClr val="88D5CE"/>
                </a:solidFill>
                <a:latin typeface="Segoe UI"/>
                <a:ea typeface="Segoe UI"/>
                <a:cs typeface="Segoe UI"/>
              </a:defRPr>
            </a:lvl2pPr>
            <a:lvl3pPr algn="l">
              <a:defRPr sz="2550" b="1">
                <a:solidFill>
                  <a:srgbClr val="88D5CE"/>
                </a:solidFill>
                <a:latin typeface="Segoe UI"/>
                <a:ea typeface="Segoe UI"/>
                <a:cs typeface="Segoe UI"/>
              </a:defRPr>
            </a:lvl3pPr>
            <a:lvl4pPr algn="l">
              <a:defRPr sz="2550" b="1">
                <a:solidFill>
                  <a:srgbClr val="88D5CE"/>
                </a:solidFill>
                <a:latin typeface="Segoe UI"/>
                <a:ea typeface="Segoe UI"/>
                <a:cs typeface="Segoe UI"/>
              </a:defRPr>
            </a:lvl4pPr>
            <a:lvl5pPr algn="l">
              <a:defRPr sz="2550" b="1">
                <a:solidFill>
                  <a:srgbClr val="88D5CE"/>
                </a:solidFill>
                <a:latin typeface="Segoe UI"/>
                <a:ea typeface="Segoe UI"/>
                <a:cs typeface="Segoe UI"/>
              </a:defRPr>
            </a:lvl5pPr>
            <a:lvl6pPr algn="l">
              <a:defRPr sz="2550" b="1">
                <a:solidFill>
                  <a:srgbClr val="88D5CE"/>
                </a:solidFill>
                <a:latin typeface="Segoe UI"/>
                <a:ea typeface="Segoe UI"/>
                <a:cs typeface="Segoe UI"/>
              </a:defRPr>
            </a:lvl6pPr>
            <a:lvl7pPr algn="l">
              <a:defRPr sz="2550" b="1">
                <a:solidFill>
                  <a:srgbClr val="88D5CE"/>
                </a:solidFill>
                <a:latin typeface="Segoe UI"/>
                <a:ea typeface="Segoe UI"/>
                <a:cs typeface="Segoe UI"/>
              </a:defRPr>
            </a:lvl7pPr>
            <a:lvl8pPr algn="l">
              <a:defRPr sz="2550" b="1">
                <a:solidFill>
                  <a:srgbClr val="88D5CE"/>
                </a:solidFill>
                <a:latin typeface="Segoe UI"/>
                <a:ea typeface="Segoe UI"/>
                <a:cs typeface="Segoe UI"/>
              </a:defRPr>
            </a:lvl8pPr>
            <a:lvl9pPr algn="l">
              <a:defRPr sz="2550" b="1">
                <a:solidFill>
                  <a:srgbClr val="88D5CE"/>
                </a:solidFill>
                <a:latin typeface="Segoe UI"/>
                <a:ea typeface="Segoe UI"/>
                <a:cs typeface="Segoe UI"/>
              </a:defRPr>
            </a:lvl9pPr>
          </a:lstStyle>
          <a:p xmlns:a="http://schemas.openxmlformats.org/drawingml/2006/main">
            <a:pPr algn="l">
              <a:lnSpc>
                <a:spcPct val="108000"/>
              </a:lnSpc>
              <a:buNone/>
              <a:defRPr sz="2550" b="1">
                <a:solidFill>
                  <a:srgbClr val="88D5CE"/>
                </a:solidFill>
                <a:latin typeface="Segoe UI"/>
                <a:ea typeface="Segoe UI"/>
                <a:cs typeface="Segoe UI"/>
              </a:defRPr>
            </a:pPr>
            <a:r>
              <a:rPr sz="2550" b="1">
                <a:solidFill>
                  <a:srgbClr val="88D5CE"/>
                </a:solidFill>
                <a:latin typeface="Segoe UI"/>
                <a:ea typeface="Segoe UI"/>
                <a:cs typeface="Segoe UI"/>
              </a:rPr>
              <a:t>AI prepares</a:t>
            </a:r>
          </a:p>
        </p:txBody>
      </p:sp>
      <p:sp>
        <p:nvSpPr>
          <p:cNvPr id="5" name="">
            <a:extLst xmlns:a="http://schemas.openxmlformats.org/drawingml/2006/main">
              <a:ext uri="{FF2B5EF4-FFF2-40B4-BE49-F238E27FC236}">
                <a16:creationId xmlns:a16="http://schemas.microsoft.com/office/drawing/2014/main" id="{FC1752D2-70DA-4F99-9FE1-992374A85016}"/>
              </a:ext>
            </a:extLst>
          </p:cNvPr>
          <p:cNvSpPr>
            <a:spLocks xmlns:a="http://schemas.openxmlformats.org/drawingml/2006/main" noGrp="1"/>
          </p:cNvSpPr>
          <p:nvPr/>
        </p:nvSpPr>
        <p:spPr>
          <a:xfrm xmlns:a="http://schemas.openxmlformats.org/drawingml/2006/main">
            <a:off x="628650" y="3743325"/>
            <a:ext cx="4667250" cy="1514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50" b="0">
                <a:solidFill>
                  <a:srgbClr val="FFFFFF"/>
                </a:solidFill>
                <a:latin typeface="Segoe UI"/>
                <a:ea typeface="Segoe UI"/>
                <a:cs typeface="Segoe UI"/>
              </a:defRPr>
            </a:defPPr>
            <a:lvl1pPr algn="l">
              <a:defRPr sz="2550" b="0">
                <a:solidFill>
                  <a:srgbClr val="FFFFFF"/>
                </a:solidFill>
                <a:latin typeface="Segoe UI"/>
                <a:ea typeface="Segoe UI"/>
                <a:cs typeface="Segoe UI"/>
              </a:defRPr>
            </a:lvl1pPr>
            <a:lvl2pPr algn="l">
              <a:defRPr sz="2550" b="0">
                <a:solidFill>
                  <a:srgbClr val="FFFFFF"/>
                </a:solidFill>
                <a:latin typeface="Segoe UI"/>
                <a:ea typeface="Segoe UI"/>
                <a:cs typeface="Segoe UI"/>
              </a:defRPr>
            </a:lvl2pPr>
            <a:lvl3pPr algn="l">
              <a:defRPr sz="2550" b="0">
                <a:solidFill>
                  <a:srgbClr val="FFFFFF"/>
                </a:solidFill>
                <a:latin typeface="Segoe UI"/>
                <a:ea typeface="Segoe UI"/>
                <a:cs typeface="Segoe UI"/>
              </a:defRPr>
            </a:lvl3pPr>
            <a:lvl4pPr algn="l">
              <a:defRPr sz="2550" b="0">
                <a:solidFill>
                  <a:srgbClr val="FFFFFF"/>
                </a:solidFill>
                <a:latin typeface="Segoe UI"/>
                <a:ea typeface="Segoe UI"/>
                <a:cs typeface="Segoe UI"/>
              </a:defRPr>
            </a:lvl4pPr>
            <a:lvl5pPr algn="l">
              <a:defRPr sz="2550" b="0">
                <a:solidFill>
                  <a:srgbClr val="FFFFFF"/>
                </a:solidFill>
                <a:latin typeface="Segoe UI"/>
                <a:ea typeface="Segoe UI"/>
                <a:cs typeface="Segoe UI"/>
              </a:defRPr>
            </a:lvl5pPr>
            <a:lvl6pPr algn="l">
              <a:defRPr sz="2550" b="0">
                <a:solidFill>
                  <a:srgbClr val="FFFFFF"/>
                </a:solidFill>
                <a:latin typeface="Segoe UI"/>
                <a:ea typeface="Segoe UI"/>
                <a:cs typeface="Segoe UI"/>
              </a:defRPr>
            </a:lvl6pPr>
            <a:lvl7pPr algn="l">
              <a:defRPr sz="2550" b="0">
                <a:solidFill>
                  <a:srgbClr val="FFFFFF"/>
                </a:solidFill>
                <a:latin typeface="Segoe UI"/>
                <a:ea typeface="Segoe UI"/>
                <a:cs typeface="Segoe UI"/>
              </a:defRPr>
            </a:lvl7pPr>
            <a:lvl8pPr algn="l">
              <a:defRPr sz="2550" b="0">
                <a:solidFill>
                  <a:srgbClr val="FFFFFF"/>
                </a:solidFill>
                <a:latin typeface="Segoe UI"/>
                <a:ea typeface="Segoe UI"/>
                <a:cs typeface="Segoe UI"/>
              </a:defRPr>
            </a:lvl8pPr>
            <a:lvl9pPr algn="l">
              <a:defRPr sz="2550" b="0">
                <a:solidFill>
                  <a:srgbClr val="FFFFFF"/>
                </a:solidFill>
                <a:latin typeface="Segoe UI"/>
                <a:ea typeface="Segoe UI"/>
                <a:cs typeface="Segoe UI"/>
              </a:defRPr>
            </a:lvl9pPr>
          </a:lstStyle>
          <a:p xmlns:a="http://schemas.openxmlformats.org/drawingml/2006/main">
            <a:pPr algn="l">
              <a:lnSpc>
                <a:spcPct val="108000"/>
              </a:lnSpc>
              <a:buNone/>
              <a:defRPr sz="2550" b="0">
                <a:solidFill>
                  <a:srgbClr val="FFFFFF"/>
                </a:solidFill>
                <a:latin typeface="Segoe UI"/>
                <a:ea typeface="Segoe UI"/>
                <a:cs typeface="Segoe UI"/>
              </a:defRPr>
            </a:pPr>
            <a:r>
              <a:rPr sz="2550" b="0">
                <a:solidFill>
                  <a:srgbClr val="FFFFFF"/>
                </a:solidFill>
                <a:latin typeface="Segoe UI"/>
                <a:ea typeface="Segoe UI"/>
                <a:cs typeface="Segoe UI"/>
              </a:rPr>
              <a:t>Evidence</a:t>
            </a:r>
          </a:p>
          <a:p xmlns:a="http://schemas.openxmlformats.org/drawingml/2006/main">
            <a:pPr algn="l">
              <a:lnSpc>
                <a:spcPct val="108000"/>
              </a:lnSpc>
              <a:buNone/>
              <a:defRPr sz="2550" b="0">
                <a:solidFill>
                  <a:srgbClr val="FFFFFF"/>
                </a:solidFill>
                <a:latin typeface="Segoe UI"/>
                <a:ea typeface="Segoe UI"/>
                <a:cs typeface="Segoe UI"/>
              </a:defRPr>
            </a:pPr>
            <a:r>
              <a:rPr sz="2550" b="0">
                <a:solidFill>
                  <a:srgbClr val="FFFFFF"/>
                </a:solidFill>
                <a:latin typeface="Segoe UI"/>
                <a:ea typeface="Segoe UI"/>
                <a:cs typeface="Segoe UI"/>
              </a:rPr>
              <a:t>Options</a:t>
            </a:r>
          </a:p>
          <a:p xmlns:a="http://schemas.openxmlformats.org/drawingml/2006/main">
            <a:pPr algn="l">
              <a:lnSpc>
                <a:spcPct val="108000"/>
              </a:lnSpc>
              <a:buNone/>
              <a:defRPr sz="2550" b="0">
                <a:solidFill>
                  <a:srgbClr val="FFFFFF"/>
                </a:solidFill>
                <a:latin typeface="Segoe UI"/>
                <a:ea typeface="Segoe UI"/>
                <a:cs typeface="Segoe UI"/>
              </a:defRPr>
            </a:pPr>
            <a:r>
              <a:rPr sz="2550" b="0">
                <a:solidFill>
                  <a:srgbClr val="FFFFFF"/>
                </a:solidFill>
                <a:latin typeface="Segoe UI"/>
                <a:ea typeface="Segoe UI"/>
                <a:cs typeface="Segoe UI"/>
              </a:rPr>
              <a:t>A draft recovery plan</a:t>
            </a:r>
          </a:p>
        </p:txBody>
      </p:sp>
      <p:sp>
        <p:nvSpPr>
          <p:cNvPr id="6" name="">
            <a:extLst xmlns:a="http://schemas.openxmlformats.org/drawingml/2006/main">
              <a:ext uri="{FF2B5EF4-FFF2-40B4-BE49-F238E27FC236}">
                <a16:creationId xmlns:a16="http://schemas.microsoft.com/office/drawing/2014/main" id="{FE6ADFDD-67B0-4243-AD33-4067491E0AC2}"/>
              </a:ext>
            </a:extLst>
          </p:cNvPr>
          <p:cNvSpPr>
            <a:spLocks xmlns:a="http://schemas.openxmlformats.org/drawingml/2006/main" noGrp="1"/>
          </p:cNvSpPr>
          <p:nvPr/>
        </p:nvSpPr>
        <p:spPr>
          <a:xfrm xmlns:a="http://schemas.openxmlformats.org/drawingml/2006/main">
            <a:off x="5905500" y="2876550"/>
            <a:ext cx="9525" cy="2857500"/>
          </a:xfrm>
          <a:prstGeom xmlns:a="http://schemas.openxmlformats.org/drawingml/2006/main" prst="rect">
            <a:avLst/>
          </a:prstGeom>
          <a:solidFill xmlns:a="http://schemas.openxmlformats.org/drawingml/2006/main">
            <a:srgbClr val="52656D"/>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9D7C5BD0-B69D-492E-926B-34897A964ABB}"/>
              </a:ext>
            </a:extLst>
          </p:cNvPr>
          <p:cNvSpPr>
            <a:spLocks xmlns:a="http://schemas.openxmlformats.org/drawingml/2006/main" noGrp="1"/>
          </p:cNvSpPr>
          <p:nvPr/>
        </p:nvSpPr>
        <p:spPr>
          <a:xfrm xmlns:a="http://schemas.openxmlformats.org/drawingml/2006/main">
            <a:off x="6543675" y="3009900"/>
            <a:ext cx="4572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50" b="1">
                <a:solidFill>
                  <a:srgbClr val="88D5CE"/>
                </a:solidFill>
                <a:latin typeface="Segoe UI"/>
                <a:ea typeface="Segoe UI"/>
                <a:cs typeface="Segoe UI"/>
              </a:defRPr>
            </a:defPPr>
            <a:lvl1pPr algn="l">
              <a:defRPr sz="2550" b="1">
                <a:solidFill>
                  <a:srgbClr val="88D5CE"/>
                </a:solidFill>
                <a:latin typeface="Segoe UI"/>
                <a:ea typeface="Segoe UI"/>
                <a:cs typeface="Segoe UI"/>
              </a:defRPr>
            </a:lvl1pPr>
            <a:lvl2pPr algn="l">
              <a:defRPr sz="2550" b="1">
                <a:solidFill>
                  <a:srgbClr val="88D5CE"/>
                </a:solidFill>
                <a:latin typeface="Segoe UI"/>
                <a:ea typeface="Segoe UI"/>
                <a:cs typeface="Segoe UI"/>
              </a:defRPr>
            </a:lvl2pPr>
            <a:lvl3pPr algn="l">
              <a:defRPr sz="2550" b="1">
                <a:solidFill>
                  <a:srgbClr val="88D5CE"/>
                </a:solidFill>
                <a:latin typeface="Segoe UI"/>
                <a:ea typeface="Segoe UI"/>
                <a:cs typeface="Segoe UI"/>
              </a:defRPr>
            </a:lvl3pPr>
            <a:lvl4pPr algn="l">
              <a:defRPr sz="2550" b="1">
                <a:solidFill>
                  <a:srgbClr val="88D5CE"/>
                </a:solidFill>
                <a:latin typeface="Segoe UI"/>
                <a:ea typeface="Segoe UI"/>
                <a:cs typeface="Segoe UI"/>
              </a:defRPr>
            </a:lvl4pPr>
            <a:lvl5pPr algn="l">
              <a:defRPr sz="2550" b="1">
                <a:solidFill>
                  <a:srgbClr val="88D5CE"/>
                </a:solidFill>
                <a:latin typeface="Segoe UI"/>
                <a:ea typeface="Segoe UI"/>
                <a:cs typeface="Segoe UI"/>
              </a:defRPr>
            </a:lvl5pPr>
            <a:lvl6pPr algn="l">
              <a:defRPr sz="2550" b="1">
                <a:solidFill>
                  <a:srgbClr val="88D5CE"/>
                </a:solidFill>
                <a:latin typeface="Segoe UI"/>
                <a:ea typeface="Segoe UI"/>
                <a:cs typeface="Segoe UI"/>
              </a:defRPr>
            </a:lvl6pPr>
            <a:lvl7pPr algn="l">
              <a:defRPr sz="2550" b="1">
                <a:solidFill>
                  <a:srgbClr val="88D5CE"/>
                </a:solidFill>
                <a:latin typeface="Segoe UI"/>
                <a:ea typeface="Segoe UI"/>
                <a:cs typeface="Segoe UI"/>
              </a:defRPr>
            </a:lvl7pPr>
            <a:lvl8pPr algn="l">
              <a:defRPr sz="2550" b="1">
                <a:solidFill>
                  <a:srgbClr val="88D5CE"/>
                </a:solidFill>
                <a:latin typeface="Segoe UI"/>
                <a:ea typeface="Segoe UI"/>
                <a:cs typeface="Segoe UI"/>
              </a:defRPr>
            </a:lvl8pPr>
            <a:lvl9pPr algn="l">
              <a:defRPr sz="2550" b="1">
                <a:solidFill>
                  <a:srgbClr val="88D5CE"/>
                </a:solidFill>
                <a:latin typeface="Segoe UI"/>
                <a:ea typeface="Segoe UI"/>
                <a:cs typeface="Segoe UI"/>
              </a:defRPr>
            </a:lvl9pPr>
          </a:lstStyle>
          <a:p xmlns:a="http://schemas.openxmlformats.org/drawingml/2006/main">
            <a:pPr algn="l">
              <a:lnSpc>
                <a:spcPct val="108000"/>
              </a:lnSpc>
              <a:buNone/>
              <a:defRPr sz="2550" b="1">
                <a:solidFill>
                  <a:srgbClr val="88D5CE"/>
                </a:solidFill>
                <a:latin typeface="Segoe UI"/>
                <a:ea typeface="Segoe UI"/>
                <a:cs typeface="Segoe UI"/>
              </a:defRPr>
            </a:pPr>
            <a:r>
              <a:rPr sz="2550" b="1">
                <a:solidFill>
                  <a:srgbClr val="88D5CE"/>
                </a:solidFill>
                <a:latin typeface="Segoe UI"/>
                <a:ea typeface="Segoe UI"/>
                <a:cs typeface="Segoe UI"/>
              </a:rPr>
              <a:t>Maya approves</a:t>
            </a:r>
          </a:p>
        </p:txBody>
      </p:sp>
      <p:sp>
        <p:nvSpPr>
          <p:cNvPr id="8" name="">
            <a:extLst xmlns:a="http://schemas.openxmlformats.org/drawingml/2006/main">
              <a:ext uri="{FF2B5EF4-FFF2-40B4-BE49-F238E27FC236}">
                <a16:creationId xmlns:a16="http://schemas.microsoft.com/office/drawing/2014/main" id="{18777D13-89D3-44A2-A742-E3BBA91E465D}"/>
              </a:ext>
            </a:extLst>
          </p:cNvPr>
          <p:cNvSpPr>
            <a:spLocks xmlns:a="http://schemas.openxmlformats.org/drawingml/2006/main" noGrp="1"/>
          </p:cNvSpPr>
          <p:nvPr/>
        </p:nvSpPr>
        <p:spPr>
          <a:xfrm xmlns:a="http://schemas.openxmlformats.org/drawingml/2006/main">
            <a:off x="6543675" y="3743325"/>
            <a:ext cx="4857750" cy="1514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50" b="0">
                <a:solidFill>
                  <a:srgbClr val="FFFFFF"/>
                </a:solidFill>
                <a:latin typeface="Segoe UI"/>
                <a:ea typeface="Segoe UI"/>
                <a:cs typeface="Segoe UI"/>
              </a:defRPr>
            </a:defPPr>
            <a:lvl1pPr algn="l">
              <a:defRPr sz="2550" b="0">
                <a:solidFill>
                  <a:srgbClr val="FFFFFF"/>
                </a:solidFill>
                <a:latin typeface="Segoe UI"/>
                <a:ea typeface="Segoe UI"/>
                <a:cs typeface="Segoe UI"/>
              </a:defRPr>
            </a:lvl1pPr>
            <a:lvl2pPr algn="l">
              <a:defRPr sz="2550" b="0">
                <a:solidFill>
                  <a:srgbClr val="FFFFFF"/>
                </a:solidFill>
                <a:latin typeface="Segoe UI"/>
                <a:ea typeface="Segoe UI"/>
                <a:cs typeface="Segoe UI"/>
              </a:defRPr>
            </a:lvl2pPr>
            <a:lvl3pPr algn="l">
              <a:defRPr sz="2550" b="0">
                <a:solidFill>
                  <a:srgbClr val="FFFFFF"/>
                </a:solidFill>
                <a:latin typeface="Segoe UI"/>
                <a:ea typeface="Segoe UI"/>
                <a:cs typeface="Segoe UI"/>
              </a:defRPr>
            </a:lvl3pPr>
            <a:lvl4pPr algn="l">
              <a:defRPr sz="2550" b="0">
                <a:solidFill>
                  <a:srgbClr val="FFFFFF"/>
                </a:solidFill>
                <a:latin typeface="Segoe UI"/>
                <a:ea typeface="Segoe UI"/>
                <a:cs typeface="Segoe UI"/>
              </a:defRPr>
            </a:lvl4pPr>
            <a:lvl5pPr algn="l">
              <a:defRPr sz="2550" b="0">
                <a:solidFill>
                  <a:srgbClr val="FFFFFF"/>
                </a:solidFill>
                <a:latin typeface="Segoe UI"/>
                <a:ea typeface="Segoe UI"/>
                <a:cs typeface="Segoe UI"/>
              </a:defRPr>
            </a:lvl5pPr>
            <a:lvl6pPr algn="l">
              <a:defRPr sz="2550" b="0">
                <a:solidFill>
                  <a:srgbClr val="FFFFFF"/>
                </a:solidFill>
                <a:latin typeface="Segoe UI"/>
                <a:ea typeface="Segoe UI"/>
                <a:cs typeface="Segoe UI"/>
              </a:defRPr>
            </a:lvl6pPr>
            <a:lvl7pPr algn="l">
              <a:defRPr sz="2550" b="0">
                <a:solidFill>
                  <a:srgbClr val="FFFFFF"/>
                </a:solidFill>
                <a:latin typeface="Segoe UI"/>
                <a:ea typeface="Segoe UI"/>
                <a:cs typeface="Segoe UI"/>
              </a:defRPr>
            </a:lvl7pPr>
            <a:lvl8pPr algn="l">
              <a:defRPr sz="2550" b="0">
                <a:solidFill>
                  <a:srgbClr val="FFFFFF"/>
                </a:solidFill>
                <a:latin typeface="Segoe UI"/>
                <a:ea typeface="Segoe UI"/>
                <a:cs typeface="Segoe UI"/>
              </a:defRPr>
            </a:lvl8pPr>
            <a:lvl9pPr algn="l">
              <a:defRPr sz="2550" b="0">
                <a:solidFill>
                  <a:srgbClr val="FFFFFF"/>
                </a:solidFill>
                <a:latin typeface="Segoe UI"/>
                <a:ea typeface="Segoe UI"/>
                <a:cs typeface="Segoe UI"/>
              </a:defRPr>
            </a:lvl9pPr>
          </a:lstStyle>
          <a:p xmlns:a="http://schemas.openxmlformats.org/drawingml/2006/main">
            <a:pPr algn="l">
              <a:lnSpc>
                <a:spcPct val="108000"/>
              </a:lnSpc>
              <a:buNone/>
              <a:defRPr sz="2550" b="0">
                <a:solidFill>
                  <a:srgbClr val="FFFFFF"/>
                </a:solidFill>
                <a:latin typeface="Segoe UI"/>
                <a:ea typeface="Segoe UI"/>
                <a:cs typeface="Segoe UI"/>
              </a:defRPr>
            </a:pPr>
            <a:r>
              <a:rPr sz="2550" b="0">
                <a:solidFill>
                  <a:srgbClr val="FFFFFF"/>
                </a:solidFill>
                <a:latin typeface="Segoe UI"/>
                <a:ea typeface="Segoe UI"/>
                <a:cs typeface="Segoe UI"/>
              </a:rPr>
              <a:t>The trade-off</a:t>
            </a:r>
          </a:p>
          <a:p xmlns:a="http://schemas.openxmlformats.org/drawingml/2006/main">
            <a:pPr algn="l">
              <a:lnSpc>
                <a:spcPct val="108000"/>
              </a:lnSpc>
              <a:buNone/>
              <a:defRPr sz="2550" b="0">
                <a:solidFill>
                  <a:srgbClr val="FFFFFF"/>
                </a:solidFill>
                <a:latin typeface="Segoe UI"/>
                <a:ea typeface="Segoe UI"/>
                <a:cs typeface="Segoe UI"/>
              </a:defRPr>
            </a:pPr>
            <a:r>
              <a:rPr sz="2550" b="0">
                <a:solidFill>
                  <a:srgbClr val="FFFFFF"/>
                </a:solidFill>
                <a:latin typeface="Segoe UI"/>
                <a:ea typeface="Segoe UI"/>
                <a:cs typeface="Segoe UI"/>
              </a:rPr>
              <a:t>The spend</a:t>
            </a:r>
          </a:p>
          <a:p xmlns:a="http://schemas.openxmlformats.org/drawingml/2006/main">
            <a:pPr algn="l">
              <a:lnSpc>
                <a:spcPct val="108000"/>
              </a:lnSpc>
              <a:buNone/>
              <a:defRPr sz="2550" b="0">
                <a:solidFill>
                  <a:srgbClr val="FFFFFF"/>
                </a:solidFill>
                <a:latin typeface="Segoe UI"/>
                <a:ea typeface="Segoe UI"/>
                <a:cs typeface="Segoe UI"/>
              </a:defRPr>
            </a:pPr>
            <a:r>
              <a:rPr sz="2550" b="0">
                <a:solidFill>
                  <a:srgbClr val="FFFFFF"/>
                </a:solidFill>
                <a:latin typeface="Segoe UI"/>
                <a:ea typeface="Segoe UI"/>
                <a:cs typeface="Segoe UI"/>
              </a:rPr>
              <a:t>The promise to the customer</a:t>
            </a:r>
          </a:p>
        </p:txBody>
      </p:sp>
      <p:sp>
        <p:nvSpPr>
          <p:cNvPr id="9" name="">
            <a:extLst xmlns:a="http://schemas.openxmlformats.org/drawingml/2006/main">
              <a:ext uri="{FF2B5EF4-FFF2-40B4-BE49-F238E27FC236}">
                <a16:creationId xmlns:a16="http://schemas.microsoft.com/office/drawing/2014/main" id="{C11AFBE1-F363-426C-99E3-A2BD2052B15B}"/>
              </a:ext>
            </a:extLst>
          </p:cNvPr>
          <p:cNvSpPr>
            <a:spLocks xmlns:a="http://schemas.openxmlformats.org/drawingml/2006/main" noGrp="1"/>
          </p:cNvSpPr>
          <p:nvPr/>
        </p:nvSpPr>
        <p:spPr>
          <a:xfrm xmlns:a="http://schemas.openxmlformats.org/drawingml/2006/main">
            <a:off x="628650" y="5867400"/>
            <a:ext cx="1047750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C5D6DC"/>
                </a:solidFill>
                <a:latin typeface="Segoe UI"/>
                <a:ea typeface="Segoe UI"/>
                <a:cs typeface="Segoe UI"/>
              </a:defRPr>
            </a:defPPr>
            <a:lvl1pPr algn="l">
              <a:defRPr sz="1725" b="0">
                <a:solidFill>
                  <a:srgbClr val="C5D6DC"/>
                </a:solidFill>
                <a:latin typeface="Segoe UI"/>
                <a:ea typeface="Segoe UI"/>
                <a:cs typeface="Segoe UI"/>
              </a:defRPr>
            </a:lvl1pPr>
            <a:lvl2pPr algn="l">
              <a:defRPr sz="1725" b="0">
                <a:solidFill>
                  <a:srgbClr val="C5D6DC"/>
                </a:solidFill>
                <a:latin typeface="Segoe UI"/>
                <a:ea typeface="Segoe UI"/>
                <a:cs typeface="Segoe UI"/>
              </a:defRPr>
            </a:lvl2pPr>
            <a:lvl3pPr algn="l">
              <a:defRPr sz="1725" b="0">
                <a:solidFill>
                  <a:srgbClr val="C5D6DC"/>
                </a:solidFill>
                <a:latin typeface="Segoe UI"/>
                <a:ea typeface="Segoe UI"/>
                <a:cs typeface="Segoe UI"/>
              </a:defRPr>
            </a:lvl3pPr>
            <a:lvl4pPr algn="l">
              <a:defRPr sz="1725" b="0">
                <a:solidFill>
                  <a:srgbClr val="C5D6DC"/>
                </a:solidFill>
                <a:latin typeface="Segoe UI"/>
                <a:ea typeface="Segoe UI"/>
                <a:cs typeface="Segoe UI"/>
              </a:defRPr>
            </a:lvl4pPr>
            <a:lvl5pPr algn="l">
              <a:defRPr sz="1725" b="0">
                <a:solidFill>
                  <a:srgbClr val="C5D6DC"/>
                </a:solidFill>
                <a:latin typeface="Segoe UI"/>
                <a:ea typeface="Segoe UI"/>
                <a:cs typeface="Segoe UI"/>
              </a:defRPr>
            </a:lvl5pPr>
            <a:lvl6pPr algn="l">
              <a:defRPr sz="1725" b="0">
                <a:solidFill>
                  <a:srgbClr val="C5D6DC"/>
                </a:solidFill>
                <a:latin typeface="Segoe UI"/>
                <a:ea typeface="Segoe UI"/>
                <a:cs typeface="Segoe UI"/>
              </a:defRPr>
            </a:lvl6pPr>
            <a:lvl7pPr algn="l">
              <a:defRPr sz="1725" b="0">
                <a:solidFill>
                  <a:srgbClr val="C5D6DC"/>
                </a:solidFill>
                <a:latin typeface="Segoe UI"/>
                <a:ea typeface="Segoe UI"/>
                <a:cs typeface="Segoe UI"/>
              </a:defRPr>
            </a:lvl7pPr>
            <a:lvl8pPr algn="l">
              <a:defRPr sz="1725" b="0">
                <a:solidFill>
                  <a:srgbClr val="C5D6DC"/>
                </a:solidFill>
                <a:latin typeface="Segoe UI"/>
                <a:ea typeface="Segoe UI"/>
                <a:cs typeface="Segoe UI"/>
              </a:defRPr>
            </a:lvl8pPr>
            <a:lvl9pPr algn="l">
              <a:defRPr sz="1725" b="0">
                <a:solidFill>
                  <a:srgbClr val="C5D6DC"/>
                </a:solidFill>
                <a:latin typeface="Segoe UI"/>
                <a:ea typeface="Segoe UI"/>
                <a:cs typeface="Segoe UI"/>
              </a:defRPr>
            </a:lvl9pPr>
          </a:lstStyle>
          <a:p xmlns:a="http://schemas.openxmlformats.org/drawingml/2006/main">
            <a:pPr algn="l">
              <a:lnSpc>
                <a:spcPct val="108000"/>
              </a:lnSpc>
              <a:buNone/>
              <a:defRPr sz="1725" b="0">
                <a:solidFill>
                  <a:srgbClr val="C5D6DC"/>
                </a:solidFill>
                <a:latin typeface="Segoe UI"/>
                <a:ea typeface="Segoe UI"/>
                <a:cs typeface="Segoe UI"/>
              </a:defRPr>
            </a:pPr>
            <a:r>
              <a:rPr sz="1725" b="0">
                <a:solidFill>
                  <a:srgbClr val="C5D6DC"/>
                </a:solidFill>
                <a:latin typeface="Segoe UI"/>
                <a:ea typeface="Segoe UI"/>
                <a:cs typeface="Segoe UI"/>
              </a:rPr>
              <a:t>Uncertain or out of bounds? Stop and bring in a person.</a:t>
            </a:r>
          </a:p>
        </p:txBody>
      </p:sp>
    </p:spTree>
    <p:extLst>
      <p:ext uri="{BB962C8B-B14F-4D97-AF65-F5344CB8AC3E}">
        <p14:creationId xmlns:p14="http://schemas.microsoft.com/office/powerpoint/2010/main" val="24293468"/>
      </p:ext>
    </p:extLst>
  </p:cSld>
</p:sld>
</file>

<file path=ppt/slides/slide9.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E8D536E5-AE31-401E-B9D2-91CB4ADA5AAC}"/>
              </a:ext>
            </a:extLst>
          </p:cNvPr>
          <p:cNvSpPr>
            <a:spLocks xmlns:a="http://schemas.openxmlformats.org/drawingml/2006/main" noGrp="1"/>
          </p:cNvSpPr>
          <p:nvPr/>
        </p:nvSpPr>
        <p:spPr>
          <a:xfrm xmlns:a="http://schemas.openxmlformats.org/drawingml/2006/main">
            <a:off x="609600" y="6486525"/>
            <a:ext cx="762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57666C"/>
                </a:solidFill>
                <a:latin typeface="Segoe UI"/>
                <a:ea typeface="Segoe UI"/>
                <a:cs typeface="Segoe UI"/>
              </a:defRPr>
            </a:defPPr>
            <a:lvl1pPr algn="l">
              <a:defRPr sz="900" b="0">
                <a:solidFill>
                  <a:srgbClr val="57666C"/>
                </a:solidFill>
                <a:latin typeface="Segoe UI"/>
                <a:ea typeface="Segoe UI"/>
                <a:cs typeface="Segoe UI"/>
              </a:defRPr>
            </a:lvl1pPr>
            <a:lvl2pPr algn="l">
              <a:defRPr sz="900" b="0">
                <a:solidFill>
                  <a:srgbClr val="57666C"/>
                </a:solidFill>
                <a:latin typeface="Segoe UI"/>
                <a:ea typeface="Segoe UI"/>
                <a:cs typeface="Segoe UI"/>
              </a:defRPr>
            </a:lvl2pPr>
            <a:lvl3pPr algn="l">
              <a:defRPr sz="900" b="0">
                <a:solidFill>
                  <a:srgbClr val="57666C"/>
                </a:solidFill>
                <a:latin typeface="Segoe UI"/>
                <a:ea typeface="Segoe UI"/>
                <a:cs typeface="Segoe UI"/>
              </a:defRPr>
            </a:lvl3pPr>
            <a:lvl4pPr algn="l">
              <a:defRPr sz="900" b="0">
                <a:solidFill>
                  <a:srgbClr val="57666C"/>
                </a:solidFill>
                <a:latin typeface="Segoe UI"/>
                <a:ea typeface="Segoe UI"/>
                <a:cs typeface="Segoe UI"/>
              </a:defRPr>
            </a:lvl4pPr>
            <a:lvl5pPr algn="l">
              <a:defRPr sz="900" b="0">
                <a:solidFill>
                  <a:srgbClr val="57666C"/>
                </a:solidFill>
                <a:latin typeface="Segoe UI"/>
                <a:ea typeface="Segoe UI"/>
                <a:cs typeface="Segoe UI"/>
              </a:defRPr>
            </a:lvl5pPr>
            <a:lvl6pPr algn="l">
              <a:defRPr sz="900" b="0">
                <a:solidFill>
                  <a:srgbClr val="57666C"/>
                </a:solidFill>
                <a:latin typeface="Segoe UI"/>
                <a:ea typeface="Segoe UI"/>
                <a:cs typeface="Segoe UI"/>
              </a:defRPr>
            </a:lvl6pPr>
            <a:lvl7pPr algn="l">
              <a:defRPr sz="900" b="0">
                <a:solidFill>
                  <a:srgbClr val="57666C"/>
                </a:solidFill>
                <a:latin typeface="Segoe UI"/>
                <a:ea typeface="Segoe UI"/>
                <a:cs typeface="Segoe UI"/>
              </a:defRPr>
            </a:lvl7pPr>
            <a:lvl8pPr algn="l">
              <a:defRPr sz="900" b="0">
                <a:solidFill>
                  <a:srgbClr val="57666C"/>
                </a:solidFill>
                <a:latin typeface="Segoe UI"/>
                <a:ea typeface="Segoe UI"/>
                <a:cs typeface="Segoe UI"/>
              </a:defRPr>
            </a:lvl8pPr>
            <a:lvl9pPr algn="l">
              <a:defRPr sz="900" b="0">
                <a:solidFill>
                  <a:srgbClr val="57666C"/>
                </a:solidFill>
                <a:latin typeface="Segoe UI"/>
                <a:ea typeface="Segoe UI"/>
                <a:cs typeface="Segoe UI"/>
              </a:defRPr>
            </a:lvl9pPr>
          </a:lstStyle>
          <a:p xmlns:a="http://schemas.openxmlformats.org/drawingml/2006/main">
            <a:pPr algn="l">
              <a:lnSpc>
                <a:spcPct val="108000"/>
              </a:lnSpc>
              <a:buNone/>
              <a:defRPr sz="900" b="0">
                <a:solidFill>
                  <a:srgbClr val="57666C"/>
                </a:solidFill>
                <a:latin typeface="Segoe UI"/>
                <a:ea typeface="Segoe UI"/>
                <a:cs typeface="Segoe UI"/>
              </a:defRPr>
            </a:pPr>
            <a:r>
              <a:rPr sz="900" b="0">
                <a:solidFill>
                  <a:srgbClr val="57666C"/>
                </a:solidFill>
                <a:latin typeface="Segoe UI"/>
                <a:ea typeface="Segoe UI"/>
                <a:cs typeface="Segoe UI"/>
              </a:rPr>
              <a:t>Meghan Fasano  /  Customer narrative concept</a:t>
            </a:r>
          </a:p>
        </p:txBody>
      </p:sp>
      <p:sp>
        <p:nvSpPr>
          <p:cNvPr id="2" name="">
            <a:extLst xmlns:a="http://schemas.openxmlformats.org/drawingml/2006/main">
              <a:ext uri="{FF2B5EF4-FFF2-40B4-BE49-F238E27FC236}">
                <a16:creationId xmlns:a16="http://schemas.microsoft.com/office/drawing/2014/main" id="{E9966110-5CD2-41C8-8464-92FC7EAE797D}"/>
              </a:ext>
            </a:extLst>
          </p:cNvPr>
          <p:cNvSpPr>
            <a:spLocks xmlns:a="http://schemas.openxmlformats.org/drawingml/2006/main" noGrp="1"/>
          </p:cNvSpPr>
          <p:nvPr/>
        </p:nvSpPr>
        <p:spPr>
          <a:xfrm xmlns:a="http://schemas.openxmlformats.org/drawingml/2006/main">
            <a:off x="11049000" y="6438900"/>
            <a:ext cx="533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57666C"/>
                </a:solidFill>
                <a:latin typeface="Segoe UI"/>
                <a:ea typeface="Segoe UI"/>
                <a:cs typeface="Segoe UI"/>
              </a:defRPr>
            </a:defPPr>
            <a:lvl1pPr algn="r">
              <a:defRPr sz="1200" b="0">
                <a:solidFill>
                  <a:srgbClr val="57666C"/>
                </a:solidFill>
                <a:latin typeface="Segoe UI"/>
                <a:ea typeface="Segoe UI"/>
                <a:cs typeface="Segoe UI"/>
              </a:defRPr>
            </a:lvl1pPr>
            <a:lvl2pPr algn="r">
              <a:defRPr sz="1200" b="0">
                <a:solidFill>
                  <a:srgbClr val="57666C"/>
                </a:solidFill>
                <a:latin typeface="Segoe UI"/>
                <a:ea typeface="Segoe UI"/>
                <a:cs typeface="Segoe UI"/>
              </a:defRPr>
            </a:lvl2pPr>
            <a:lvl3pPr algn="r">
              <a:defRPr sz="1200" b="0">
                <a:solidFill>
                  <a:srgbClr val="57666C"/>
                </a:solidFill>
                <a:latin typeface="Segoe UI"/>
                <a:ea typeface="Segoe UI"/>
                <a:cs typeface="Segoe UI"/>
              </a:defRPr>
            </a:lvl3pPr>
            <a:lvl4pPr algn="r">
              <a:defRPr sz="1200" b="0">
                <a:solidFill>
                  <a:srgbClr val="57666C"/>
                </a:solidFill>
                <a:latin typeface="Segoe UI"/>
                <a:ea typeface="Segoe UI"/>
                <a:cs typeface="Segoe UI"/>
              </a:defRPr>
            </a:lvl4pPr>
            <a:lvl5pPr algn="r">
              <a:defRPr sz="1200" b="0">
                <a:solidFill>
                  <a:srgbClr val="57666C"/>
                </a:solidFill>
                <a:latin typeface="Segoe UI"/>
                <a:ea typeface="Segoe UI"/>
                <a:cs typeface="Segoe UI"/>
              </a:defRPr>
            </a:lvl5pPr>
            <a:lvl6pPr algn="r">
              <a:defRPr sz="1200" b="0">
                <a:solidFill>
                  <a:srgbClr val="57666C"/>
                </a:solidFill>
                <a:latin typeface="Segoe UI"/>
                <a:ea typeface="Segoe UI"/>
                <a:cs typeface="Segoe UI"/>
              </a:defRPr>
            </a:lvl6pPr>
            <a:lvl7pPr algn="r">
              <a:defRPr sz="1200" b="0">
                <a:solidFill>
                  <a:srgbClr val="57666C"/>
                </a:solidFill>
                <a:latin typeface="Segoe UI"/>
                <a:ea typeface="Segoe UI"/>
                <a:cs typeface="Segoe UI"/>
              </a:defRPr>
            </a:lvl7pPr>
            <a:lvl8pPr algn="r">
              <a:defRPr sz="1200" b="0">
                <a:solidFill>
                  <a:srgbClr val="57666C"/>
                </a:solidFill>
                <a:latin typeface="Segoe UI"/>
                <a:ea typeface="Segoe UI"/>
                <a:cs typeface="Segoe UI"/>
              </a:defRPr>
            </a:lvl8pPr>
            <a:lvl9pPr algn="r">
              <a:defRPr sz="1200" b="0">
                <a:solidFill>
                  <a:srgbClr val="57666C"/>
                </a:solidFill>
                <a:latin typeface="Segoe UI"/>
                <a:ea typeface="Segoe UI"/>
                <a:cs typeface="Segoe UI"/>
              </a:defRPr>
            </a:lvl9pPr>
          </a:lstStyle>
          <a:p xmlns:a="http://schemas.openxmlformats.org/drawingml/2006/main">
            <a:pPr algn="r">
              <a:lnSpc>
                <a:spcPct val="108000"/>
              </a:lnSpc>
              <a:buNone/>
              <a:defRPr sz="1200" b="0">
                <a:solidFill>
                  <a:srgbClr val="57666C"/>
                </a:solidFill>
                <a:latin typeface="Segoe UI"/>
                <a:ea typeface="Segoe UI"/>
                <a:cs typeface="Segoe UI"/>
              </a:defRPr>
            </a:pPr>
            <a:r>
              <a:rPr sz="1200" b="0">
                <a:solidFill>
                  <a:srgbClr val="57666C"/>
                </a:solidFill>
                <a:latin typeface="Segoe UI"/>
                <a:ea typeface="Segoe UI"/>
                <a:cs typeface="Segoe UI"/>
              </a:rPr>
              <a:t>09</a:t>
            </a:r>
          </a:p>
        </p:txBody>
      </p:sp>
      <p:sp>
        <p:nvSpPr>
          <p:cNvPr id="3" name="">
            <a:extLst xmlns:a="http://schemas.openxmlformats.org/drawingml/2006/main">
              <a:ext uri="{FF2B5EF4-FFF2-40B4-BE49-F238E27FC236}">
                <a16:creationId xmlns:a16="http://schemas.microsoft.com/office/drawing/2014/main" id="{CC48A020-F848-4ED6-83B8-0FCA01F3FCAD}"/>
              </a:ext>
            </a:extLst>
          </p:cNvPr>
          <p:cNvSpPr>
            <a:spLocks xmlns:a="http://schemas.openxmlformats.org/drawingml/2006/main" noGrp="1"/>
          </p:cNvSpPr>
          <p:nvPr/>
        </p:nvSpPr>
        <p:spPr>
          <a:xfrm xmlns:a="http://schemas.openxmlformats.org/drawingml/2006/main">
            <a:off x="609600" y="628650"/>
            <a:ext cx="10858500" cy="1314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4050" b="1">
                <a:solidFill>
                  <a:srgbClr val="13262D"/>
                </a:solidFill>
                <a:latin typeface="Segoe UI"/>
                <a:ea typeface="Segoe UI"/>
                <a:cs typeface="Segoe UI"/>
              </a:defRPr>
            </a:defPPr>
            <a:lvl1pPr algn="l">
              <a:defRPr sz="4050" b="1">
                <a:solidFill>
                  <a:srgbClr val="13262D"/>
                </a:solidFill>
                <a:latin typeface="Segoe UI"/>
                <a:ea typeface="Segoe UI"/>
                <a:cs typeface="Segoe UI"/>
              </a:defRPr>
            </a:lvl1pPr>
            <a:lvl2pPr algn="l">
              <a:defRPr sz="4050" b="1">
                <a:solidFill>
                  <a:srgbClr val="13262D"/>
                </a:solidFill>
                <a:latin typeface="Segoe UI"/>
                <a:ea typeface="Segoe UI"/>
                <a:cs typeface="Segoe UI"/>
              </a:defRPr>
            </a:lvl2pPr>
            <a:lvl3pPr algn="l">
              <a:defRPr sz="4050" b="1">
                <a:solidFill>
                  <a:srgbClr val="13262D"/>
                </a:solidFill>
                <a:latin typeface="Segoe UI"/>
                <a:ea typeface="Segoe UI"/>
                <a:cs typeface="Segoe UI"/>
              </a:defRPr>
            </a:lvl3pPr>
            <a:lvl4pPr algn="l">
              <a:defRPr sz="4050" b="1">
                <a:solidFill>
                  <a:srgbClr val="13262D"/>
                </a:solidFill>
                <a:latin typeface="Segoe UI"/>
                <a:ea typeface="Segoe UI"/>
                <a:cs typeface="Segoe UI"/>
              </a:defRPr>
            </a:lvl4pPr>
            <a:lvl5pPr algn="l">
              <a:defRPr sz="4050" b="1">
                <a:solidFill>
                  <a:srgbClr val="13262D"/>
                </a:solidFill>
                <a:latin typeface="Segoe UI"/>
                <a:ea typeface="Segoe UI"/>
                <a:cs typeface="Segoe UI"/>
              </a:defRPr>
            </a:lvl5pPr>
            <a:lvl6pPr algn="l">
              <a:defRPr sz="4050" b="1">
                <a:solidFill>
                  <a:srgbClr val="13262D"/>
                </a:solidFill>
                <a:latin typeface="Segoe UI"/>
                <a:ea typeface="Segoe UI"/>
                <a:cs typeface="Segoe UI"/>
              </a:defRPr>
            </a:lvl6pPr>
            <a:lvl7pPr algn="l">
              <a:defRPr sz="4050" b="1">
                <a:solidFill>
                  <a:srgbClr val="13262D"/>
                </a:solidFill>
                <a:latin typeface="Segoe UI"/>
                <a:ea typeface="Segoe UI"/>
                <a:cs typeface="Segoe UI"/>
              </a:defRPr>
            </a:lvl7pPr>
            <a:lvl8pPr algn="l">
              <a:defRPr sz="4050" b="1">
                <a:solidFill>
                  <a:srgbClr val="13262D"/>
                </a:solidFill>
                <a:latin typeface="Segoe UI"/>
                <a:ea typeface="Segoe UI"/>
                <a:cs typeface="Segoe UI"/>
              </a:defRPr>
            </a:lvl8pPr>
            <a:lvl9pPr algn="l">
              <a:defRPr sz="4050" b="1">
                <a:solidFill>
                  <a:srgbClr val="13262D"/>
                </a:solidFill>
                <a:latin typeface="Segoe UI"/>
                <a:ea typeface="Segoe UI"/>
                <a:cs typeface="Segoe UI"/>
              </a:defRPr>
            </a:lvl9pPr>
          </a:lstStyle>
          <a:p xmlns:a="http://schemas.openxmlformats.org/drawingml/2006/main">
            <a:pPr algn="l">
              <a:lnSpc>
                <a:spcPct val="108000"/>
              </a:lnSpc>
              <a:buNone/>
              <a:defRPr sz="4050" b="1">
                <a:solidFill>
                  <a:srgbClr val="13262D"/>
                </a:solidFill>
                <a:latin typeface="Segoe UI"/>
                <a:ea typeface="Segoe UI"/>
                <a:cs typeface="Segoe UI"/>
              </a:defRPr>
            </a:pPr>
            <a:r>
              <a:rPr sz="4050" b="1">
                <a:solidFill>
                  <a:srgbClr val="13262D"/>
                </a:solidFill>
                <a:latin typeface="Segoe UI"/>
                <a:ea typeface="Segoe UI"/>
                <a:cs typeface="Segoe UI"/>
              </a:rPr>
              <a:t>The work keeps moving</a:t>
            </a:r>
          </a:p>
          <a:p xmlns:a="http://schemas.openxmlformats.org/drawingml/2006/main">
            <a:pPr algn="l">
              <a:lnSpc>
                <a:spcPct val="108000"/>
              </a:lnSpc>
              <a:buNone/>
              <a:defRPr sz="4050" b="1">
                <a:solidFill>
                  <a:srgbClr val="13262D"/>
                </a:solidFill>
                <a:latin typeface="Segoe UI"/>
                <a:ea typeface="Segoe UI"/>
                <a:cs typeface="Segoe UI"/>
              </a:defRPr>
            </a:pPr>
            <a:r>
              <a:rPr sz="4050" b="1">
                <a:solidFill>
                  <a:srgbClr val="13262D"/>
                </a:solidFill>
                <a:latin typeface="Segoe UI"/>
                <a:ea typeface="Segoe UI"/>
                <a:cs typeface="Segoe UI"/>
              </a:rPr>
              <a:t>after the decision</a:t>
            </a:r>
          </a:p>
        </p:txBody>
      </p:sp>
      <p:sp>
        <p:nvSpPr>
          <p:cNvPr id="4" name="">
            <a:extLst xmlns:a="http://schemas.openxmlformats.org/drawingml/2006/main">
              <a:ext uri="{FF2B5EF4-FFF2-40B4-BE49-F238E27FC236}">
                <a16:creationId xmlns:a16="http://schemas.microsoft.com/office/drawing/2014/main" id="{5D9243BA-A9D6-418C-9ADC-A90690A6D0B3}"/>
              </a:ext>
            </a:extLst>
          </p:cNvPr>
          <p:cNvSpPr>
            <a:spLocks xmlns:a="http://schemas.openxmlformats.org/drawingml/2006/main" noGrp="1"/>
          </p:cNvSpPr>
          <p:nvPr/>
        </p:nvSpPr>
        <p:spPr>
          <a:xfrm xmlns:a="http://schemas.openxmlformats.org/drawingml/2006/main">
            <a:off x="971550" y="3228975"/>
            <a:ext cx="9544050" cy="28575"/>
          </a:xfrm>
          <a:prstGeom xmlns:a="http://schemas.openxmlformats.org/drawingml/2006/main" prst="rect">
            <a:avLst/>
          </a:prstGeom>
          <a:solidFill xmlns:a="http://schemas.openxmlformats.org/drawingml/2006/main">
            <a:srgbClr val="D0D8D9"/>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A6CA9993-0E19-4215-8365-18D3AE84CBF2}"/>
              </a:ext>
            </a:extLst>
          </p:cNvPr>
          <p:cNvSpPr>
            <a:spLocks xmlns:a="http://schemas.openxmlformats.org/drawingml/2006/main" noGrp="1"/>
          </p:cNvSpPr>
          <p:nvPr/>
        </p:nvSpPr>
        <p:spPr>
          <a:xfrm xmlns:a="http://schemas.openxmlformats.org/drawingml/2006/main">
            <a:off x="609600" y="3028950"/>
            <a:ext cx="409575" cy="409575"/>
          </a:xfrm>
          <a:prstGeom xmlns:a="http://schemas.openxmlformats.org/drawingml/2006/main" prst="ellipse">
            <a:avLst/>
          </a:prstGeom>
          <a:solidFill xmlns:a="http://schemas.openxmlformats.org/drawingml/2006/main">
            <a:srgbClr val="13262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5041E74-C520-414F-8560-C1D6CE67EB6A}"/>
              </a:ext>
            </a:extLst>
          </p:cNvPr>
          <p:cNvSpPr>
            <a:spLocks xmlns:a="http://schemas.openxmlformats.org/drawingml/2006/main" noGrp="1"/>
          </p:cNvSpPr>
          <p:nvPr/>
        </p:nvSpPr>
        <p:spPr>
          <a:xfrm xmlns:a="http://schemas.openxmlformats.org/drawingml/2006/main">
            <a:off x="609600" y="3076575"/>
            <a:ext cx="40957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650" b="1">
                <a:solidFill>
                  <a:srgbClr val="FFFFFF"/>
                </a:solidFill>
                <a:latin typeface="Segoe UI"/>
                <a:ea typeface="Segoe UI"/>
                <a:cs typeface="Segoe UI"/>
              </a:defRPr>
            </a:defPPr>
            <a:lvl1pPr algn="ctr">
              <a:defRPr sz="1650" b="1">
                <a:solidFill>
                  <a:srgbClr val="FFFFFF"/>
                </a:solidFill>
                <a:latin typeface="Segoe UI"/>
                <a:ea typeface="Segoe UI"/>
                <a:cs typeface="Segoe UI"/>
              </a:defRPr>
            </a:lvl1pPr>
            <a:lvl2pPr algn="ctr">
              <a:defRPr sz="1650" b="1">
                <a:solidFill>
                  <a:srgbClr val="FFFFFF"/>
                </a:solidFill>
                <a:latin typeface="Segoe UI"/>
                <a:ea typeface="Segoe UI"/>
                <a:cs typeface="Segoe UI"/>
              </a:defRPr>
            </a:lvl2pPr>
            <a:lvl3pPr algn="ctr">
              <a:defRPr sz="1650" b="1">
                <a:solidFill>
                  <a:srgbClr val="FFFFFF"/>
                </a:solidFill>
                <a:latin typeface="Segoe UI"/>
                <a:ea typeface="Segoe UI"/>
                <a:cs typeface="Segoe UI"/>
              </a:defRPr>
            </a:lvl3pPr>
            <a:lvl4pPr algn="ctr">
              <a:defRPr sz="1650" b="1">
                <a:solidFill>
                  <a:srgbClr val="FFFFFF"/>
                </a:solidFill>
                <a:latin typeface="Segoe UI"/>
                <a:ea typeface="Segoe UI"/>
                <a:cs typeface="Segoe UI"/>
              </a:defRPr>
            </a:lvl4pPr>
            <a:lvl5pPr algn="ctr">
              <a:defRPr sz="1650" b="1">
                <a:solidFill>
                  <a:srgbClr val="FFFFFF"/>
                </a:solidFill>
                <a:latin typeface="Segoe UI"/>
                <a:ea typeface="Segoe UI"/>
                <a:cs typeface="Segoe UI"/>
              </a:defRPr>
            </a:lvl5pPr>
            <a:lvl6pPr algn="ctr">
              <a:defRPr sz="1650" b="1">
                <a:solidFill>
                  <a:srgbClr val="FFFFFF"/>
                </a:solidFill>
                <a:latin typeface="Segoe UI"/>
                <a:ea typeface="Segoe UI"/>
                <a:cs typeface="Segoe UI"/>
              </a:defRPr>
            </a:lvl6pPr>
            <a:lvl7pPr algn="ctr">
              <a:defRPr sz="1650" b="1">
                <a:solidFill>
                  <a:srgbClr val="FFFFFF"/>
                </a:solidFill>
                <a:latin typeface="Segoe UI"/>
                <a:ea typeface="Segoe UI"/>
                <a:cs typeface="Segoe UI"/>
              </a:defRPr>
            </a:lvl7pPr>
            <a:lvl8pPr algn="ctr">
              <a:defRPr sz="1650" b="1">
                <a:solidFill>
                  <a:srgbClr val="FFFFFF"/>
                </a:solidFill>
                <a:latin typeface="Segoe UI"/>
                <a:ea typeface="Segoe UI"/>
                <a:cs typeface="Segoe UI"/>
              </a:defRPr>
            </a:lvl8pPr>
            <a:lvl9pPr algn="ctr">
              <a:defRPr sz="1650" b="1">
                <a:solidFill>
                  <a:srgbClr val="FFFFFF"/>
                </a:solidFill>
                <a:latin typeface="Segoe UI"/>
                <a:ea typeface="Segoe UI"/>
                <a:cs typeface="Segoe UI"/>
              </a:defRPr>
            </a:lvl9pPr>
          </a:lstStyle>
          <a:p xmlns:a="http://schemas.openxmlformats.org/drawingml/2006/main">
            <a:pPr algn="ctr">
              <a:lnSpc>
                <a:spcPct val="108000"/>
              </a:lnSpc>
              <a:buNone/>
              <a:defRPr sz="1650" b="1">
                <a:solidFill>
                  <a:srgbClr val="FFFFFF"/>
                </a:solidFill>
                <a:latin typeface="Segoe UI"/>
                <a:ea typeface="Segoe UI"/>
                <a:cs typeface="Segoe UI"/>
              </a:defRPr>
            </a:pPr>
            <a:r>
              <a:rPr sz="1650" b="1">
                <a:solidFill>
                  <a:srgbClr val="FFFFFF"/>
                </a:solidFill>
                <a:latin typeface="Segoe UI"/>
                <a:ea typeface="Segoe UI"/>
                <a:cs typeface="Segoe UI"/>
              </a:rPr>
              <a:t>1</a:t>
            </a:r>
          </a:p>
        </p:txBody>
      </p:sp>
      <p:sp>
        <p:nvSpPr>
          <p:cNvPr id="7" name="">
            <a:extLst xmlns:a="http://schemas.openxmlformats.org/drawingml/2006/main">
              <a:ext uri="{FF2B5EF4-FFF2-40B4-BE49-F238E27FC236}">
                <a16:creationId xmlns:a16="http://schemas.microsoft.com/office/drawing/2014/main" id="{2F695456-F12E-4F5E-8ACC-37C7F82F5A47}"/>
              </a:ext>
            </a:extLst>
          </p:cNvPr>
          <p:cNvSpPr>
            <a:spLocks xmlns:a="http://schemas.openxmlformats.org/drawingml/2006/main" noGrp="1"/>
          </p:cNvSpPr>
          <p:nvPr/>
        </p:nvSpPr>
        <p:spPr>
          <a:xfrm xmlns:a="http://schemas.openxmlformats.org/drawingml/2006/main">
            <a:off x="609600" y="3790950"/>
            <a:ext cx="24288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62D"/>
                </a:solidFill>
                <a:latin typeface="Segoe UI"/>
                <a:ea typeface="Segoe UI"/>
                <a:cs typeface="Segoe UI"/>
              </a:defRPr>
            </a:defPPr>
            <a:lvl1pPr algn="l">
              <a:defRPr sz="2250" b="1">
                <a:solidFill>
                  <a:srgbClr val="13262D"/>
                </a:solidFill>
                <a:latin typeface="Segoe UI"/>
                <a:ea typeface="Segoe UI"/>
                <a:cs typeface="Segoe UI"/>
              </a:defRPr>
            </a:lvl1pPr>
            <a:lvl2pPr algn="l">
              <a:defRPr sz="2250" b="1">
                <a:solidFill>
                  <a:srgbClr val="13262D"/>
                </a:solidFill>
                <a:latin typeface="Segoe UI"/>
                <a:ea typeface="Segoe UI"/>
                <a:cs typeface="Segoe UI"/>
              </a:defRPr>
            </a:lvl2pPr>
            <a:lvl3pPr algn="l">
              <a:defRPr sz="2250" b="1">
                <a:solidFill>
                  <a:srgbClr val="13262D"/>
                </a:solidFill>
                <a:latin typeface="Segoe UI"/>
                <a:ea typeface="Segoe UI"/>
                <a:cs typeface="Segoe UI"/>
              </a:defRPr>
            </a:lvl3pPr>
            <a:lvl4pPr algn="l">
              <a:defRPr sz="2250" b="1">
                <a:solidFill>
                  <a:srgbClr val="13262D"/>
                </a:solidFill>
                <a:latin typeface="Segoe UI"/>
                <a:ea typeface="Segoe UI"/>
                <a:cs typeface="Segoe UI"/>
              </a:defRPr>
            </a:lvl4pPr>
            <a:lvl5pPr algn="l">
              <a:defRPr sz="2250" b="1">
                <a:solidFill>
                  <a:srgbClr val="13262D"/>
                </a:solidFill>
                <a:latin typeface="Segoe UI"/>
                <a:ea typeface="Segoe UI"/>
                <a:cs typeface="Segoe UI"/>
              </a:defRPr>
            </a:lvl5pPr>
            <a:lvl6pPr algn="l">
              <a:defRPr sz="2250" b="1">
                <a:solidFill>
                  <a:srgbClr val="13262D"/>
                </a:solidFill>
                <a:latin typeface="Segoe UI"/>
                <a:ea typeface="Segoe UI"/>
                <a:cs typeface="Segoe UI"/>
              </a:defRPr>
            </a:lvl6pPr>
            <a:lvl7pPr algn="l">
              <a:defRPr sz="2250" b="1">
                <a:solidFill>
                  <a:srgbClr val="13262D"/>
                </a:solidFill>
                <a:latin typeface="Segoe UI"/>
                <a:ea typeface="Segoe UI"/>
                <a:cs typeface="Segoe UI"/>
              </a:defRPr>
            </a:lvl7pPr>
            <a:lvl8pPr algn="l">
              <a:defRPr sz="2250" b="1">
                <a:solidFill>
                  <a:srgbClr val="13262D"/>
                </a:solidFill>
                <a:latin typeface="Segoe UI"/>
                <a:ea typeface="Segoe UI"/>
                <a:cs typeface="Segoe UI"/>
              </a:defRPr>
            </a:lvl8pPr>
            <a:lvl9pPr algn="l">
              <a:defRPr sz="2250" b="1">
                <a:solidFill>
                  <a:srgbClr val="13262D"/>
                </a:solidFill>
                <a:latin typeface="Segoe UI"/>
                <a:ea typeface="Segoe UI"/>
                <a:cs typeface="Segoe UI"/>
              </a:defRPr>
            </a:lvl9pPr>
          </a:lstStyle>
          <a:p xmlns:a="http://schemas.openxmlformats.org/drawingml/2006/main">
            <a:pPr algn="l">
              <a:lnSpc>
                <a:spcPct val="108000"/>
              </a:lnSpc>
              <a:buNone/>
              <a:defRPr sz="2250" b="1">
                <a:solidFill>
                  <a:srgbClr val="13262D"/>
                </a:solidFill>
                <a:latin typeface="Segoe UI"/>
                <a:ea typeface="Segoe UI"/>
                <a:cs typeface="Segoe UI"/>
              </a:defRPr>
            </a:pPr>
            <a:r>
              <a:rPr sz="2250" b="1">
                <a:solidFill>
                  <a:srgbClr val="13262D"/>
                </a:solidFill>
                <a:latin typeface="Segoe UI"/>
                <a:ea typeface="Segoe UI"/>
                <a:cs typeface="Segoe UI"/>
              </a:rPr>
              <a:t>Approved action</a:t>
            </a:r>
          </a:p>
        </p:txBody>
      </p:sp>
      <p:sp>
        <p:nvSpPr>
          <p:cNvPr id="8" name="">
            <a:extLst xmlns:a="http://schemas.openxmlformats.org/drawingml/2006/main">
              <a:ext uri="{FF2B5EF4-FFF2-40B4-BE49-F238E27FC236}">
                <a16:creationId xmlns:a16="http://schemas.microsoft.com/office/drawing/2014/main" id="{75F3D501-24BE-4538-8D6F-E5E212B8E597}"/>
              </a:ext>
            </a:extLst>
          </p:cNvPr>
          <p:cNvSpPr>
            <a:spLocks xmlns:a="http://schemas.openxmlformats.org/drawingml/2006/main" noGrp="1"/>
          </p:cNvSpPr>
          <p:nvPr/>
        </p:nvSpPr>
        <p:spPr>
          <a:xfrm xmlns:a="http://schemas.openxmlformats.org/drawingml/2006/main">
            <a:off x="609600" y="4810125"/>
            <a:ext cx="2428875"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7666C"/>
                </a:solidFill>
                <a:latin typeface="Segoe UI"/>
                <a:ea typeface="Segoe UI"/>
                <a:cs typeface="Segoe UI"/>
              </a:defRPr>
            </a:defPPr>
            <a:lvl1pPr algn="l">
              <a:defRPr sz="1875" b="0">
                <a:solidFill>
                  <a:srgbClr val="57666C"/>
                </a:solidFill>
                <a:latin typeface="Segoe UI"/>
                <a:ea typeface="Segoe UI"/>
                <a:cs typeface="Segoe UI"/>
              </a:defRPr>
            </a:lvl1pPr>
            <a:lvl2pPr algn="l">
              <a:defRPr sz="1875" b="0">
                <a:solidFill>
                  <a:srgbClr val="57666C"/>
                </a:solidFill>
                <a:latin typeface="Segoe UI"/>
                <a:ea typeface="Segoe UI"/>
                <a:cs typeface="Segoe UI"/>
              </a:defRPr>
            </a:lvl2pPr>
            <a:lvl3pPr algn="l">
              <a:defRPr sz="1875" b="0">
                <a:solidFill>
                  <a:srgbClr val="57666C"/>
                </a:solidFill>
                <a:latin typeface="Segoe UI"/>
                <a:ea typeface="Segoe UI"/>
                <a:cs typeface="Segoe UI"/>
              </a:defRPr>
            </a:lvl3pPr>
            <a:lvl4pPr algn="l">
              <a:defRPr sz="1875" b="0">
                <a:solidFill>
                  <a:srgbClr val="57666C"/>
                </a:solidFill>
                <a:latin typeface="Segoe UI"/>
                <a:ea typeface="Segoe UI"/>
                <a:cs typeface="Segoe UI"/>
              </a:defRPr>
            </a:lvl4pPr>
            <a:lvl5pPr algn="l">
              <a:defRPr sz="1875" b="0">
                <a:solidFill>
                  <a:srgbClr val="57666C"/>
                </a:solidFill>
                <a:latin typeface="Segoe UI"/>
                <a:ea typeface="Segoe UI"/>
                <a:cs typeface="Segoe UI"/>
              </a:defRPr>
            </a:lvl5pPr>
            <a:lvl6pPr algn="l">
              <a:defRPr sz="1875" b="0">
                <a:solidFill>
                  <a:srgbClr val="57666C"/>
                </a:solidFill>
                <a:latin typeface="Segoe UI"/>
                <a:ea typeface="Segoe UI"/>
                <a:cs typeface="Segoe UI"/>
              </a:defRPr>
            </a:lvl6pPr>
            <a:lvl7pPr algn="l">
              <a:defRPr sz="1875" b="0">
                <a:solidFill>
                  <a:srgbClr val="57666C"/>
                </a:solidFill>
                <a:latin typeface="Segoe UI"/>
                <a:ea typeface="Segoe UI"/>
                <a:cs typeface="Segoe UI"/>
              </a:defRPr>
            </a:lvl7pPr>
            <a:lvl8pPr algn="l">
              <a:defRPr sz="1875" b="0">
                <a:solidFill>
                  <a:srgbClr val="57666C"/>
                </a:solidFill>
                <a:latin typeface="Segoe UI"/>
                <a:ea typeface="Segoe UI"/>
                <a:cs typeface="Segoe UI"/>
              </a:defRPr>
            </a:lvl8pPr>
            <a:lvl9pPr algn="l">
              <a:defRPr sz="1875" b="0">
                <a:solidFill>
                  <a:srgbClr val="57666C"/>
                </a:solidFill>
                <a:latin typeface="Segoe UI"/>
                <a:ea typeface="Segoe UI"/>
                <a:cs typeface="Segoe UI"/>
              </a:defRPr>
            </a:lvl9pPr>
          </a:lstStyle>
          <a:p xmlns:a="http://schemas.openxmlformats.org/drawingml/2006/main">
            <a:pPr algn="l">
              <a:lnSpc>
                <a:spcPct val="108000"/>
              </a:lnSpc>
              <a:buNone/>
              <a:defRPr sz="1875" b="0">
                <a:solidFill>
                  <a:srgbClr val="57666C"/>
                </a:solidFill>
                <a:latin typeface="Segoe UI"/>
                <a:ea typeface="Segoe UI"/>
                <a:cs typeface="Segoe UI"/>
              </a:defRPr>
            </a:pPr>
            <a:r>
              <a:rPr sz="1875" b="0">
                <a:solidFill>
                  <a:srgbClr val="57666C"/>
                </a:solidFill>
                <a:latin typeface="Segoe UI"/>
                <a:ea typeface="Segoe UI"/>
                <a:cs typeface="Segoe UI"/>
              </a:rPr>
              <a:t>Update the plan</a:t>
            </a:r>
          </a:p>
        </p:txBody>
      </p:sp>
      <p:sp>
        <p:nvSpPr>
          <p:cNvPr id="9" name="">
            <a:extLst xmlns:a="http://schemas.openxmlformats.org/drawingml/2006/main">
              <a:ext uri="{FF2B5EF4-FFF2-40B4-BE49-F238E27FC236}">
                <a16:creationId xmlns:a16="http://schemas.microsoft.com/office/drawing/2014/main" id="{0FEBC323-FFF5-4032-B148-2D55F75F5389}"/>
              </a:ext>
            </a:extLst>
          </p:cNvPr>
          <p:cNvSpPr>
            <a:spLocks xmlns:a="http://schemas.openxmlformats.org/drawingml/2006/main" noGrp="1"/>
          </p:cNvSpPr>
          <p:nvPr/>
        </p:nvSpPr>
        <p:spPr>
          <a:xfrm xmlns:a="http://schemas.openxmlformats.org/drawingml/2006/main">
            <a:off x="3476625" y="3028950"/>
            <a:ext cx="409575" cy="409575"/>
          </a:xfrm>
          <a:prstGeom xmlns:a="http://schemas.openxmlformats.org/drawingml/2006/main" prst="ellipse">
            <a:avLst/>
          </a:prstGeom>
          <a:solidFill xmlns:a="http://schemas.openxmlformats.org/drawingml/2006/main">
            <a:srgbClr val="13262D"/>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76D5CB0-E394-4AA3-9A1B-85E479791FBB}"/>
              </a:ext>
            </a:extLst>
          </p:cNvPr>
          <p:cNvSpPr>
            <a:spLocks xmlns:a="http://schemas.openxmlformats.org/drawingml/2006/main" noGrp="1"/>
          </p:cNvSpPr>
          <p:nvPr/>
        </p:nvSpPr>
        <p:spPr>
          <a:xfrm xmlns:a="http://schemas.openxmlformats.org/drawingml/2006/main">
            <a:off x="3476625" y="3076575"/>
            <a:ext cx="40957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650" b="1">
                <a:solidFill>
                  <a:srgbClr val="FFFFFF"/>
                </a:solidFill>
                <a:latin typeface="Segoe UI"/>
                <a:ea typeface="Segoe UI"/>
                <a:cs typeface="Segoe UI"/>
              </a:defRPr>
            </a:defPPr>
            <a:lvl1pPr algn="ctr">
              <a:defRPr sz="1650" b="1">
                <a:solidFill>
                  <a:srgbClr val="FFFFFF"/>
                </a:solidFill>
                <a:latin typeface="Segoe UI"/>
                <a:ea typeface="Segoe UI"/>
                <a:cs typeface="Segoe UI"/>
              </a:defRPr>
            </a:lvl1pPr>
            <a:lvl2pPr algn="ctr">
              <a:defRPr sz="1650" b="1">
                <a:solidFill>
                  <a:srgbClr val="FFFFFF"/>
                </a:solidFill>
                <a:latin typeface="Segoe UI"/>
                <a:ea typeface="Segoe UI"/>
                <a:cs typeface="Segoe UI"/>
              </a:defRPr>
            </a:lvl2pPr>
            <a:lvl3pPr algn="ctr">
              <a:defRPr sz="1650" b="1">
                <a:solidFill>
                  <a:srgbClr val="FFFFFF"/>
                </a:solidFill>
                <a:latin typeface="Segoe UI"/>
                <a:ea typeface="Segoe UI"/>
                <a:cs typeface="Segoe UI"/>
              </a:defRPr>
            </a:lvl3pPr>
            <a:lvl4pPr algn="ctr">
              <a:defRPr sz="1650" b="1">
                <a:solidFill>
                  <a:srgbClr val="FFFFFF"/>
                </a:solidFill>
                <a:latin typeface="Segoe UI"/>
                <a:ea typeface="Segoe UI"/>
                <a:cs typeface="Segoe UI"/>
              </a:defRPr>
            </a:lvl4pPr>
            <a:lvl5pPr algn="ctr">
              <a:defRPr sz="1650" b="1">
                <a:solidFill>
                  <a:srgbClr val="FFFFFF"/>
                </a:solidFill>
                <a:latin typeface="Segoe UI"/>
                <a:ea typeface="Segoe UI"/>
                <a:cs typeface="Segoe UI"/>
              </a:defRPr>
            </a:lvl5pPr>
            <a:lvl6pPr algn="ctr">
              <a:defRPr sz="1650" b="1">
                <a:solidFill>
                  <a:srgbClr val="FFFFFF"/>
                </a:solidFill>
                <a:latin typeface="Segoe UI"/>
                <a:ea typeface="Segoe UI"/>
                <a:cs typeface="Segoe UI"/>
              </a:defRPr>
            </a:lvl6pPr>
            <a:lvl7pPr algn="ctr">
              <a:defRPr sz="1650" b="1">
                <a:solidFill>
                  <a:srgbClr val="FFFFFF"/>
                </a:solidFill>
                <a:latin typeface="Segoe UI"/>
                <a:ea typeface="Segoe UI"/>
                <a:cs typeface="Segoe UI"/>
              </a:defRPr>
            </a:lvl7pPr>
            <a:lvl8pPr algn="ctr">
              <a:defRPr sz="1650" b="1">
                <a:solidFill>
                  <a:srgbClr val="FFFFFF"/>
                </a:solidFill>
                <a:latin typeface="Segoe UI"/>
                <a:ea typeface="Segoe UI"/>
                <a:cs typeface="Segoe UI"/>
              </a:defRPr>
            </a:lvl8pPr>
            <a:lvl9pPr algn="ctr">
              <a:defRPr sz="1650" b="1">
                <a:solidFill>
                  <a:srgbClr val="FFFFFF"/>
                </a:solidFill>
                <a:latin typeface="Segoe UI"/>
                <a:ea typeface="Segoe UI"/>
                <a:cs typeface="Segoe UI"/>
              </a:defRPr>
            </a:lvl9pPr>
          </a:lstStyle>
          <a:p xmlns:a="http://schemas.openxmlformats.org/drawingml/2006/main">
            <a:pPr algn="ctr">
              <a:lnSpc>
                <a:spcPct val="108000"/>
              </a:lnSpc>
              <a:buNone/>
              <a:defRPr sz="1650" b="1">
                <a:solidFill>
                  <a:srgbClr val="FFFFFF"/>
                </a:solidFill>
                <a:latin typeface="Segoe UI"/>
                <a:ea typeface="Segoe UI"/>
                <a:cs typeface="Segoe UI"/>
              </a:defRPr>
            </a:pPr>
            <a:r>
              <a:rPr sz="1650" b="1">
                <a:solidFill>
                  <a:srgbClr val="FFFFFF"/>
                </a:solidFill>
                <a:latin typeface="Segoe UI"/>
                <a:ea typeface="Segoe UI"/>
                <a:cs typeface="Segoe UI"/>
              </a:rPr>
              <a:t>2</a:t>
            </a:r>
          </a:p>
        </p:txBody>
      </p:sp>
      <p:sp>
        <p:nvSpPr>
          <p:cNvPr id="11" name="">
            <a:extLst xmlns:a="http://schemas.openxmlformats.org/drawingml/2006/main">
              <a:ext uri="{FF2B5EF4-FFF2-40B4-BE49-F238E27FC236}">
                <a16:creationId xmlns:a16="http://schemas.microsoft.com/office/drawing/2014/main" id="{F12171F7-74CF-40DC-9F9E-8ABF5AAFD54B}"/>
              </a:ext>
            </a:extLst>
          </p:cNvPr>
          <p:cNvSpPr>
            <a:spLocks xmlns:a="http://schemas.openxmlformats.org/drawingml/2006/main" noGrp="1"/>
          </p:cNvSpPr>
          <p:nvPr/>
        </p:nvSpPr>
        <p:spPr>
          <a:xfrm xmlns:a="http://schemas.openxmlformats.org/drawingml/2006/main">
            <a:off x="3476625" y="3790950"/>
            <a:ext cx="24288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62D"/>
                </a:solidFill>
                <a:latin typeface="Segoe UI"/>
                <a:ea typeface="Segoe UI"/>
                <a:cs typeface="Segoe UI"/>
              </a:defRPr>
            </a:defPPr>
            <a:lvl1pPr algn="l">
              <a:defRPr sz="2250" b="1">
                <a:solidFill>
                  <a:srgbClr val="13262D"/>
                </a:solidFill>
                <a:latin typeface="Segoe UI"/>
                <a:ea typeface="Segoe UI"/>
                <a:cs typeface="Segoe UI"/>
              </a:defRPr>
            </a:lvl1pPr>
            <a:lvl2pPr algn="l">
              <a:defRPr sz="2250" b="1">
                <a:solidFill>
                  <a:srgbClr val="13262D"/>
                </a:solidFill>
                <a:latin typeface="Segoe UI"/>
                <a:ea typeface="Segoe UI"/>
                <a:cs typeface="Segoe UI"/>
              </a:defRPr>
            </a:lvl2pPr>
            <a:lvl3pPr algn="l">
              <a:defRPr sz="2250" b="1">
                <a:solidFill>
                  <a:srgbClr val="13262D"/>
                </a:solidFill>
                <a:latin typeface="Segoe UI"/>
                <a:ea typeface="Segoe UI"/>
                <a:cs typeface="Segoe UI"/>
              </a:defRPr>
            </a:lvl3pPr>
            <a:lvl4pPr algn="l">
              <a:defRPr sz="2250" b="1">
                <a:solidFill>
                  <a:srgbClr val="13262D"/>
                </a:solidFill>
                <a:latin typeface="Segoe UI"/>
                <a:ea typeface="Segoe UI"/>
                <a:cs typeface="Segoe UI"/>
              </a:defRPr>
            </a:lvl4pPr>
            <a:lvl5pPr algn="l">
              <a:defRPr sz="2250" b="1">
                <a:solidFill>
                  <a:srgbClr val="13262D"/>
                </a:solidFill>
                <a:latin typeface="Segoe UI"/>
                <a:ea typeface="Segoe UI"/>
                <a:cs typeface="Segoe UI"/>
              </a:defRPr>
            </a:lvl5pPr>
            <a:lvl6pPr algn="l">
              <a:defRPr sz="2250" b="1">
                <a:solidFill>
                  <a:srgbClr val="13262D"/>
                </a:solidFill>
                <a:latin typeface="Segoe UI"/>
                <a:ea typeface="Segoe UI"/>
                <a:cs typeface="Segoe UI"/>
              </a:defRPr>
            </a:lvl6pPr>
            <a:lvl7pPr algn="l">
              <a:defRPr sz="2250" b="1">
                <a:solidFill>
                  <a:srgbClr val="13262D"/>
                </a:solidFill>
                <a:latin typeface="Segoe UI"/>
                <a:ea typeface="Segoe UI"/>
                <a:cs typeface="Segoe UI"/>
              </a:defRPr>
            </a:lvl7pPr>
            <a:lvl8pPr algn="l">
              <a:defRPr sz="2250" b="1">
                <a:solidFill>
                  <a:srgbClr val="13262D"/>
                </a:solidFill>
                <a:latin typeface="Segoe UI"/>
                <a:ea typeface="Segoe UI"/>
                <a:cs typeface="Segoe UI"/>
              </a:defRPr>
            </a:lvl8pPr>
            <a:lvl9pPr algn="l">
              <a:defRPr sz="2250" b="1">
                <a:solidFill>
                  <a:srgbClr val="13262D"/>
                </a:solidFill>
                <a:latin typeface="Segoe UI"/>
                <a:ea typeface="Segoe UI"/>
                <a:cs typeface="Segoe UI"/>
              </a:defRPr>
            </a:lvl9pPr>
          </a:lstStyle>
          <a:p xmlns:a="http://schemas.openxmlformats.org/drawingml/2006/main">
            <a:pPr algn="l">
              <a:lnSpc>
                <a:spcPct val="108000"/>
              </a:lnSpc>
              <a:buNone/>
              <a:defRPr sz="2250" b="1">
                <a:solidFill>
                  <a:srgbClr val="13262D"/>
                </a:solidFill>
                <a:latin typeface="Segoe UI"/>
                <a:ea typeface="Segoe UI"/>
                <a:cs typeface="Segoe UI"/>
              </a:defRPr>
            </a:pPr>
            <a:r>
              <a:rPr sz="2250" b="1">
                <a:solidFill>
                  <a:srgbClr val="13262D"/>
                </a:solidFill>
                <a:latin typeface="Segoe UI"/>
                <a:ea typeface="Segoe UI"/>
                <a:cs typeface="Segoe UI"/>
              </a:rPr>
              <a:t>Named owner</a:t>
            </a:r>
          </a:p>
        </p:txBody>
      </p:sp>
      <p:sp>
        <p:nvSpPr>
          <p:cNvPr id="12" name="">
            <a:extLst xmlns:a="http://schemas.openxmlformats.org/drawingml/2006/main">
              <a:ext uri="{FF2B5EF4-FFF2-40B4-BE49-F238E27FC236}">
                <a16:creationId xmlns:a16="http://schemas.microsoft.com/office/drawing/2014/main" id="{01E8E4BE-B602-468D-A00F-8BFBC678F9AE}"/>
              </a:ext>
            </a:extLst>
          </p:cNvPr>
          <p:cNvSpPr>
            <a:spLocks xmlns:a="http://schemas.openxmlformats.org/drawingml/2006/main" noGrp="1"/>
          </p:cNvSpPr>
          <p:nvPr/>
        </p:nvSpPr>
        <p:spPr>
          <a:xfrm xmlns:a="http://schemas.openxmlformats.org/drawingml/2006/main">
            <a:off x="3476625" y="4810125"/>
            <a:ext cx="2428875"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7666C"/>
                </a:solidFill>
                <a:latin typeface="Segoe UI"/>
                <a:ea typeface="Segoe UI"/>
                <a:cs typeface="Segoe UI"/>
              </a:defRPr>
            </a:defPPr>
            <a:lvl1pPr algn="l">
              <a:defRPr sz="1875" b="0">
                <a:solidFill>
                  <a:srgbClr val="57666C"/>
                </a:solidFill>
                <a:latin typeface="Segoe UI"/>
                <a:ea typeface="Segoe UI"/>
                <a:cs typeface="Segoe UI"/>
              </a:defRPr>
            </a:lvl1pPr>
            <a:lvl2pPr algn="l">
              <a:defRPr sz="1875" b="0">
                <a:solidFill>
                  <a:srgbClr val="57666C"/>
                </a:solidFill>
                <a:latin typeface="Segoe UI"/>
                <a:ea typeface="Segoe UI"/>
                <a:cs typeface="Segoe UI"/>
              </a:defRPr>
            </a:lvl2pPr>
            <a:lvl3pPr algn="l">
              <a:defRPr sz="1875" b="0">
                <a:solidFill>
                  <a:srgbClr val="57666C"/>
                </a:solidFill>
                <a:latin typeface="Segoe UI"/>
                <a:ea typeface="Segoe UI"/>
                <a:cs typeface="Segoe UI"/>
              </a:defRPr>
            </a:lvl3pPr>
            <a:lvl4pPr algn="l">
              <a:defRPr sz="1875" b="0">
                <a:solidFill>
                  <a:srgbClr val="57666C"/>
                </a:solidFill>
                <a:latin typeface="Segoe UI"/>
                <a:ea typeface="Segoe UI"/>
                <a:cs typeface="Segoe UI"/>
              </a:defRPr>
            </a:lvl4pPr>
            <a:lvl5pPr algn="l">
              <a:defRPr sz="1875" b="0">
                <a:solidFill>
                  <a:srgbClr val="57666C"/>
                </a:solidFill>
                <a:latin typeface="Segoe UI"/>
                <a:ea typeface="Segoe UI"/>
                <a:cs typeface="Segoe UI"/>
              </a:defRPr>
            </a:lvl5pPr>
            <a:lvl6pPr algn="l">
              <a:defRPr sz="1875" b="0">
                <a:solidFill>
                  <a:srgbClr val="57666C"/>
                </a:solidFill>
                <a:latin typeface="Segoe UI"/>
                <a:ea typeface="Segoe UI"/>
                <a:cs typeface="Segoe UI"/>
              </a:defRPr>
            </a:lvl6pPr>
            <a:lvl7pPr algn="l">
              <a:defRPr sz="1875" b="0">
                <a:solidFill>
                  <a:srgbClr val="57666C"/>
                </a:solidFill>
                <a:latin typeface="Segoe UI"/>
                <a:ea typeface="Segoe UI"/>
                <a:cs typeface="Segoe UI"/>
              </a:defRPr>
            </a:lvl7pPr>
            <a:lvl8pPr algn="l">
              <a:defRPr sz="1875" b="0">
                <a:solidFill>
                  <a:srgbClr val="57666C"/>
                </a:solidFill>
                <a:latin typeface="Segoe UI"/>
                <a:ea typeface="Segoe UI"/>
                <a:cs typeface="Segoe UI"/>
              </a:defRPr>
            </a:lvl8pPr>
            <a:lvl9pPr algn="l">
              <a:defRPr sz="1875" b="0">
                <a:solidFill>
                  <a:srgbClr val="57666C"/>
                </a:solidFill>
                <a:latin typeface="Segoe UI"/>
                <a:ea typeface="Segoe UI"/>
                <a:cs typeface="Segoe UI"/>
              </a:defRPr>
            </a:lvl9pPr>
          </a:lstStyle>
          <a:p xmlns:a="http://schemas.openxmlformats.org/drawingml/2006/main">
            <a:pPr algn="l">
              <a:lnSpc>
                <a:spcPct val="108000"/>
              </a:lnSpc>
              <a:buNone/>
              <a:defRPr sz="1875" b="0">
                <a:solidFill>
                  <a:srgbClr val="57666C"/>
                </a:solidFill>
                <a:latin typeface="Segoe UI"/>
                <a:ea typeface="Segoe UI"/>
                <a:cs typeface="Segoe UI"/>
              </a:defRPr>
            </a:pPr>
            <a:r>
              <a:rPr sz="1875" b="0">
                <a:solidFill>
                  <a:srgbClr val="57666C"/>
                </a:solidFill>
                <a:latin typeface="Segoe UI"/>
                <a:ea typeface="Segoe UI"/>
                <a:cs typeface="Segoe UI"/>
              </a:rPr>
              <a:t>Keep work moving</a:t>
            </a:r>
          </a:p>
        </p:txBody>
      </p:sp>
      <p:sp>
        <p:nvSpPr>
          <p:cNvPr id="13" name="">
            <a:extLst xmlns:a="http://schemas.openxmlformats.org/drawingml/2006/main">
              <a:ext uri="{FF2B5EF4-FFF2-40B4-BE49-F238E27FC236}">
                <a16:creationId xmlns:a16="http://schemas.microsoft.com/office/drawing/2014/main" id="{F8C8DF69-2EC4-45C6-8F4F-E4B135E7CCDA}"/>
              </a:ext>
            </a:extLst>
          </p:cNvPr>
          <p:cNvSpPr>
            <a:spLocks xmlns:a="http://schemas.openxmlformats.org/drawingml/2006/main" noGrp="1"/>
          </p:cNvSpPr>
          <p:nvPr/>
        </p:nvSpPr>
        <p:spPr>
          <a:xfrm xmlns:a="http://schemas.openxmlformats.org/drawingml/2006/main">
            <a:off x="6343650" y="3028950"/>
            <a:ext cx="409575" cy="409575"/>
          </a:xfrm>
          <a:prstGeom xmlns:a="http://schemas.openxmlformats.org/drawingml/2006/main" prst="ellipse">
            <a:avLst/>
          </a:prstGeom>
          <a:solidFill xmlns:a="http://schemas.openxmlformats.org/drawingml/2006/main">
            <a:srgbClr val="13262D"/>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84E0AB6-8ABA-4ECB-A7AB-12A20A03540D}"/>
              </a:ext>
            </a:extLst>
          </p:cNvPr>
          <p:cNvSpPr>
            <a:spLocks xmlns:a="http://schemas.openxmlformats.org/drawingml/2006/main" noGrp="1"/>
          </p:cNvSpPr>
          <p:nvPr/>
        </p:nvSpPr>
        <p:spPr>
          <a:xfrm xmlns:a="http://schemas.openxmlformats.org/drawingml/2006/main">
            <a:off x="6343650" y="3076575"/>
            <a:ext cx="40957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650" b="1">
                <a:solidFill>
                  <a:srgbClr val="FFFFFF"/>
                </a:solidFill>
                <a:latin typeface="Segoe UI"/>
                <a:ea typeface="Segoe UI"/>
                <a:cs typeface="Segoe UI"/>
              </a:defRPr>
            </a:defPPr>
            <a:lvl1pPr algn="ctr">
              <a:defRPr sz="1650" b="1">
                <a:solidFill>
                  <a:srgbClr val="FFFFFF"/>
                </a:solidFill>
                <a:latin typeface="Segoe UI"/>
                <a:ea typeface="Segoe UI"/>
                <a:cs typeface="Segoe UI"/>
              </a:defRPr>
            </a:lvl1pPr>
            <a:lvl2pPr algn="ctr">
              <a:defRPr sz="1650" b="1">
                <a:solidFill>
                  <a:srgbClr val="FFFFFF"/>
                </a:solidFill>
                <a:latin typeface="Segoe UI"/>
                <a:ea typeface="Segoe UI"/>
                <a:cs typeface="Segoe UI"/>
              </a:defRPr>
            </a:lvl2pPr>
            <a:lvl3pPr algn="ctr">
              <a:defRPr sz="1650" b="1">
                <a:solidFill>
                  <a:srgbClr val="FFFFFF"/>
                </a:solidFill>
                <a:latin typeface="Segoe UI"/>
                <a:ea typeface="Segoe UI"/>
                <a:cs typeface="Segoe UI"/>
              </a:defRPr>
            </a:lvl3pPr>
            <a:lvl4pPr algn="ctr">
              <a:defRPr sz="1650" b="1">
                <a:solidFill>
                  <a:srgbClr val="FFFFFF"/>
                </a:solidFill>
                <a:latin typeface="Segoe UI"/>
                <a:ea typeface="Segoe UI"/>
                <a:cs typeface="Segoe UI"/>
              </a:defRPr>
            </a:lvl4pPr>
            <a:lvl5pPr algn="ctr">
              <a:defRPr sz="1650" b="1">
                <a:solidFill>
                  <a:srgbClr val="FFFFFF"/>
                </a:solidFill>
                <a:latin typeface="Segoe UI"/>
                <a:ea typeface="Segoe UI"/>
                <a:cs typeface="Segoe UI"/>
              </a:defRPr>
            </a:lvl5pPr>
            <a:lvl6pPr algn="ctr">
              <a:defRPr sz="1650" b="1">
                <a:solidFill>
                  <a:srgbClr val="FFFFFF"/>
                </a:solidFill>
                <a:latin typeface="Segoe UI"/>
                <a:ea typeface="Segoe UI"/>
                <a:cs typeface="Segoe UI"/>
              </a:defRPr>
            </a:lvl6pPr>
            <a:lvl7pPr algn="ctr">
              <a:defRPr sz="1650" b="1">
                <a:solidFill>
                  <a:srgbClr val="FFFFFF"/>
                </a:solidFill>
                <a:latin typeface="Segoe UI"/>
                <a:ea typeface="Segoe UI"/>
                <a:cs typeface="Segoe UI"/>
              </a:defRPr>
            </a:lvl7pPr>
            <a:lvl8pPr algn="ctr">
              <a:defRPr sz="1650" b="1">
                <a:solidFill>
                  <a:srgbClr val="FFFFFF"/>
                </a:solidFill>
                <a:latin typeface="Segoe UI"/>
                <a:ea typeface="Segoe UI"/>
                <a:cs typeface="Segoe UI"/>
              </a:defRPr>
            </a:lvl8pPr>
            <a:lvl9pPr algn="ctr">
              <a:defRPr sz="1650" b="1">
                <a:solidFill>
                  <a:srgbClr val="FFFFFF"/>
                </a:solidFill>
                <a:latin typeface="Segoe UI"/>
                <a:ea typeface="Segoe UI"/>
                <a:cs typeface="Segoe UI"/>
              </a:defRPr>
            </a:lvl9pPr>
          </a:lstStyle>
          <a:p xmlns:a="http://schemas.openxmlformats.org/drawingml/2006/main">
            <a:pPr algn="ctr">
              <a:lnSpc>
                <a:spcPct val="108000"/>
              </a:lnSpc>
              <a:buNone/>
              <a:defRPr sz="1650" b="1">
                <a:solidFill>
                  <a:srgbClr val="FFFFFF"/>
                </a:solidFill>
                <a:latin typeface="Segoe UI"/>
                <a:ea typeface="Segoe UI"/>
                <a:cs typeface="Segoe UI"/>
              </a:defRPr>
            </a:pPr>
            <a:r>
              <a:rPr sz="1650" b="1">
                <a:solidFill>
                  <a:srgbClr val="FFFFFF"/>
                </a:solidFill>
                <a:latin typeface="Segoe UI"/>
                <a:ea typeface="Segoe UI"/>
                <a:cs typeface="Segoe UI"/>
              </a:rPr>
              <a:t>3</a:t>
            </a:r>
          </a:p>
        </p:txBody>
      </p:sp>
      <p:sp>
        <p:nvSpPr>
          <p:cNvPr id="15" name="">
            <a:extLst xmlns:a="http://schemas.openxmlformats.org/drawingml/2006/main">
              <a:ext uri="{FF2B5EF4-FFF2-40B4-BE49-F238E27FC236}">
                <a16:creationId xmlns:a16="http://schemas.microsoft.com/office/drawing/2014/main" id="{874C1BA1-9A3F-4A3F-A3CE-BCCC5C5EE90A}"/>
              </a:ext>
            </a:extLst>
          </p:cNvPr>
          <p:cNvSpPr>
            <a:spLocks xmlns:a="http://schemas.openxmlformats.org/drawingml/2006/main" noGrp="1"/>
          </p:cNvSpPr>
          <p:nvPr/>
        </p:nvSpPr>
        <p:spPr>
          <a:xfrm xmlns:a="http://schemas.openxmlformats.org/drawingml/2006/main">
            <a:off x="6343650" y="3790950"/>
            <a:ext cx="24288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62D"/>
                </a:solidFill>
                <a:latin typeface="Segoe UI"/>
                <a:ea typeface="Segoe UI"/>
                <a:cs typeface="Segoe UI"/>
              </a:defRPr>
            </a:defPPr>
            <a:lvl1pPr algn="l">
              <a:defRPr sz="2250" b="1">
                <a:solidFill>
                  <a:srgbClr val="13262D"/>
                </a:solidFill>
                <a:latin typeface="Segoe UI"/>
                <a:ea typeface="Segoe UI"/>
                <a:cs typeface="Segoe UI"/>
              </a:defRPr>
            </a:lvl1pPr>
            <a:lvl2pPr algn="l">
              <a:defRPr sz="2250" b="1">
                <a:solidFill>
                  <a:srgbClr val="13262D"/>
                </a:solidFill>
                <a:latin typeface="Segoe UI"/>
                <a:ea typeface="Segoe UI"/>
                <a:cs typeface="Segoe UI"/>
              </a:defRPr>
            </a:lvl2pPr>
            <a:lvl3pPr algn="l">
              <a:defRPr sz="2250" b="1">
                <a:solidFill>
                  <a:srgbClr val="13262D"/>
                </a:solidFill>
                <a:latin typeface="Segoe UI"/>
                <a:ea typeface="Segoe UI"/>
                <a:cs typeface="Segoe UI"/>
              </a:defRPr>
            </a:lvl3pPr>
            <a:lvl4pPr algn="l">
              <a:defRPr sz="2250" b="1">
                <a:solidFill>
                  <a:srgbClr val="13262D"/>
                </a:solidFill>
                <a:latin typeface="Segoe UI"/>
                <a:ea typeface="Segoe UI"/>
                <a:cs typeface="Segoe UI"/>
              </a:defRPr>
            </a:lvl4pPr>
            <a:lvl5pPr algn="l">
              <a:defRPr sz="2250" b="1">
                <a:solidFill>
                  <a:srgbClr val="13262D"/>
                </a:solidFill>
                <a:latin typeface="Segoe UI"/>
                <a:ea typeface="Segoe UI"/>
                <a:cs typeface="Segoe UI"/>
              </a:defRPr>
            </a:lvl5pPr>
            <a:lvl6pPr algn="l">
              <a:defRPr sz="2250" b="1">
                <a:solidFill>
                  <a:srgbClr val="13262D"/>
                </a:solidFill>
                <a:latin typeface="Segoe UI"/>
                <a:ea typeface="Segoe UI"/>
                <a:cs typeface="Segoe UI"/>
              </a:defRPr>
            </a:lvl6pPr>
            <a:lvl7pPr algn="l">
              <a:defRPr sz="2250" b="1">
                <a:solidFill>
                  <a:srgbClr val="13262D"/>
                </a:solidFill>
                <a:latin typeface="Segoe UI"/>
                <a:ea typeface="Segoe UI"/>
                <a:cs typeface="Segoe UI"/>
              </a:defRPr>
            </a:lvl7pPr>
            <a:lvl8pPr algn="l">
              <a:defRPr sz="2250" b="1">
                <a:solidFill>
                  <a:srgbClr val="13262D"/>
                </a:solidFill>
                <a:latin typeface="Segoe UI"/>
                <a:ea typeface="Segoe UI"/>
                <a:cs typeface="Segoe UI"/>
              </a:defRPr>
            </a:lvl8pPr>
            <a:lvl9pPr algn="l">
              <a:defRPr sz="2250" b="1">
                <a:solidFill>
                  <a:srgbClr val="13262D"/>
                </a:solidFill>
                <a:latin typeface="Segoe UI"/>
                <a:ea typeface="Segoe UI"/>
                <a:cs typeface="Segoe UI"/>
              </a:defRPr>
            </a:lvl9pPr>
          </a:lstStyle>
          <a:p xmlns:a="http://schemas.openxmlformats.org/drawingml/2006/main">
            <a:pPr algn="l">
              <a:lnSpc>
                <a:spcPct val="108000"/>
              </a:lnSpc>
              <a:buNone/>
              <a:defRPr sz="2250" b="1">
                <a:solidFill>
                  <a:srgbClr val="13262D"/>
                </a:solidFill>
                <a:latin typeface="Segoe UI"/>
                <a:ea typeface="Segoe UI"/>
                <a:cs typeface="Segoe UI"/>
              </a:defRPr>
            </a:pPr>
            <a:r>
              <a:rPr sz="2250" b="1">
                <a:solidFill>
                  <a:srgbClr val="13262D"/>
                </a:solidFill>
                <a:latin typeface="Segoe UI"/>
                <a:ea typeface="Segoe UI"/>
                <a:cs typeface="Segoe UI"/>
              </a:rPr>
              <a:t>Verified result</a:t>
            </a:r>
          </a:p>
        </p:txBody>
      </p:sp>
      <p:sp>
        <p:nvSpPr>
          <p:cNvPr id="16" name="">
            <a:extLst xmlns:a="http://schemas.openxmlformats.org/drawingml/2006/main">
              <a:ext uri="{FF2B5EF4-FFF2-40B4-BE49-F238E27FC236}">
                <a16:creationId xmlns:a16="http://schemas.microsoft.com/office/drawing/2014/main" id="{17AAE8ED-D6D5-4E1C-B191-E9C77CA41A59}"/>
              </a:ext>
            </a:extLst>
          </p:cNvPr>
          <p:cNvSpPr>
            <a:spLocks xmlns:a="http://schemas.openxmlformats.org/drawingml/2006/main" noGrp="1"/>
          </p:cNvSpPr>
          <p:nvPr/>
        </p:nvSpPr>
        <p:spPr>
          <a:xfrm xmlns:a="http://schemas.openxmlformats.org/drawingml/2006/main">
            <a:off x="6343650" y="4810125"/>
            <a:ext cx="2428875"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7666C"/>
                </a:solidFill>
                <a:latin typeface="Segoe UI"/>
                <a:ea typeface="Segoe UI"/>
                <a:cs typeface="Segoe UI"/>
              </a:defRPr>
            </a:defPPr>
            <a:lvl1pPr algn="l">
              <a:defRPr sz="1875" b="0">
                <a:solidFill>
                  <a:srgbClr val="57666C"/>
                </a:solidFill>
                <a:latin typeface="Segoe UI"/>
                <a:ea typeface="Segoe UI"/>
                <a:cs typeface="Segoe UI"/>
              </a:defRPr>
            </a:lvl1pPr>
            <a:lvl2pPr algn="l">
              <a:defRPr sz="1875" b="0">
                <a:solidFill>
                  <a:srgbClr val="57666C"/>
                </a:solidFill>
                <a:latin typeface="Segoe UI"/>
                <a:ea typeface="Segoe UI"/>
                <a:cs typeface="Segoe UI"/>
              </a:defRPr>
            </a:lvl2pPr>
            <a:lvl3pPr algn="l">
              <a:defRPr sz="1875" b="0">
                <a:solidFill>
                  <a:srgbClr val="57666C"/>
                </a:solidFill>
                <a:latin typeface="Segoe UI"/>
                <a:ea typeface="Segoe UI"/>
                <a:cs typeface="Segoe UI"/>
              </a:defRPr>
            </a:lvl3pPr>
            <a:lvl4pPr algn="l">
              <a:defRPr sz="1875" b="0">
                <a:solidFill>
                  <a:srgbClr val="57666C"/>
                </a:solidFill>
                <a:latin typeface="Segoe UI"/>
                <a:ea typeface="Segoe UI"/>
                <a:cs typeface="Segoe UI"/>
              </a:defRPr>
            </a:lvl4pPr>
            <a:lvl5pPr algn="l">
              <a:defRPr sz="1875" b="0">
                <a:solidFill>
                  <a:srgbClr val="57666C"/>
                </a:solidFill>
                <a:latin typeface="Segoe UI"/>
                <a:ea typeface="Segoe UI"/>
                <a:cs typeface="Segoe UI"/>
              </a:defRPr>
            </a:lvl5pPr>
            <a:lvl6pPr algn="l">
              <a:defRPr sz="1875" b="0">
                <a:solidFill>
                  <a:srgbClr val="57666C"/>
                </a:solidFill>
                <a:latin typeface="Segoe UI"/>
                <a:ea typeface="Segoe UI"/>
                <a:cs typeface="Segoe UI"/>
              </a:defRPr>
            </a:lvl6pPr>
            <a:lvl7pPr algn="l">
              <a:defRPr sz="1875" b="0">
                <a:solidFill>
                  <a:srgbClr val="57666C"/>
                </a:solidFill>
                <a:latin typeface="Segoe UI"/>
                <a:ea typeface="Segoe UI"/>
                <a:cs typeface="Segoe UI"/>
              </a:defRPr>
            </a:lvl7pPr>
            <a:lvl8pPr algn="l">
              <a:defRPr sz="1875" b="0">
                <a:solidFill>
                  <a:srgbClr val="57666C"/>
                </a:solidFill>
                <a:latin typeface="Segoe UI"/>
                <a:ea typeface="Segoe UI"/>
                <a:cs typeface="Segoe UI"/>
              </a:defRPr>
            </a:lvl8pPr>
            <a:lvl9pPr algn="l">
              <a:defRPr sz="1875" b="0">
                <a:solidFill>
                  <a:srgbClr val="57666C"/>
                </a:solidFill>
                <a:latin typeface="Segoe UI"/>
                <a:ea typeface="Segoe UI"/>
                <a:cs typeface="Segoe UI"/>
              </a:defRPr>
            </a:lvl9pPr>
          </a:lstStyle>
          <a:p xmlns:a="http://schemas.openxmlformats.org/drawingml/2006/main">
            <a:pPr algn="l">
              <a:lnSpc>
                <a:spcPct val="108000"/>
              </a:lnSpc>
              <a:buNone/>
              <a:defRPr sz="1875" b="0">
                <a:solidFill>
                  <a:srgbClr val="57666C"/>
                </a:solidFill>
                <a:latin typeface="Segoe UI"/>
                <a:ea typeface="Segoe UI"/>
                <a:cs typeface="Segoe UI"/>
              </a:defRPr>
            </a:pPr>
            <a:r>
              <a:rPr sz="1875" b="0">
                <a:solidFill>
                  <a:srgbClr val="57666C"/>
                </a:solidFill>
                <a:latin typeface="Segoe UI"/>
                <a:ea typeface="Segoe UI"/>
                <a:cs typeface="Segoe UI"/>
              </a:rPr>
              <a:t>Confirm what happened</a:t>
            </a:r>
          </a:p>
        </p:txBody>
      </p:sp>
      <p:sp>
        <p:nvSpPr>
          <p:cNvPr id="17" name="">
            <a:extLst xmlns:a="http://schemas.openxmlformats.org/drawingml/2006/main">
              <a:ext uri="{FF2B5EF4-FFF2-40B4-BE49-F238E27FC236}">
                <a16:creationId xmlns:a16="http://schemas.microsoft.com/office/drawing/2014/main" id="{6414349E-D527-42CE-BC5D-AFA798DA783E}"/>
              </a:ext>
            </a:extLst>
          </p:cNvPr>
          <p:cNvSpPr>
            <a:spLocks xmlns:a="http://schemas.openxmlformats.org/drawingml/2006/main" noGrp="1"/>
          </p:cNvSpPr>
          <p:nvPr/>
        </p:nvSpPr>
        <p:spPr>
          <a:xfrm xmlns:a="http://schemas.openxmlformats.org/drawingml/2006/main">
            <a:off x="9210675" y="3028950"/>
            <a:ext cx="409575" cy="409575"/>
          </a:xfrm>
          <a:prstGeom xmlns:a="http://schemas.openxmlformats.org/drawingml/2006/main" prst="ellipse">
            <a:avLst/>
          </a:prstGeom>
          <a:solidFill xmlns:a="http://schemas.openxmlformats.org/drawingml/2006/main">
            <a:srgbClr val="2158D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D837A84-474B-4BF1-8302-81A33C4D1E1E}"/>
              </a:ext>
            </a:extLst>
          </p:cNvPr>
          <p:cNvSpPr>
            <a:spLocks xmlns:a="http://schemas.openxmlformats.org/drawingml/2006/main" noGrp="1"/>
          </p:cNvSpPr>
          <p:nvPr/>
        </p:nvSpPr>
        <p:spPr>
          <a:xfrm xmlns:a="http://schemas.openxmlformats.org/drawingml/2006/main">
            <a:off x="9210675" y="3076575"/>
            <a:ext cx="40957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650" b="1">
                <a:solidFill>
                  <a:srgbClr val="FFFFFF"/>
                </a:solidFill>
                <a:latin typeface="Segoe UI"/>
                <a:ea typeface="Segoe UI"/>
                <a:cs typeface="Segoe UI"/>
              </a:defRPr>
            </a:defPPr>
            <a:lvl1pPr algn="ctr">
              <a:defRPr sz="1650" b="1">
                <a:solidFill>
                  <a:srgbClr val="FFFFFF"/>
                </a:solidFill>
                <a:latin typeface="Segoe UI"/>
                <a:ea typeface="Segoe UI"/>
                <a:cs typeface="Segoe UI"/>
              </a:defRPr>
            </a:lvl1pPr>
            <a:lvl2pPr algn="ctr">
              <a:defRPr sz="1650" b="1">
                <a:solidFill>
                  <a:srgbClr val="FFFFFF"/>
                </a:solidFill>
                <a:latin typeface="Segoe UI"/>
                <a:ea typeface="Segoe UI"/>
                <a:cs typeface="Segoe UI"/>
              </a:defRPr>
            </a:lvl2pPr>
            <a:lvl3pPr algn="ctr">
              <a:defRPr sz="1650" b="1">
                <a:solidFill>
                  <a:srgbClr val="FFFFFF"/>
                </a:solidFill>
                <a:latin typeface="Segoe UI"/>
                <a:ea typeface="Segoe UI"/>
                <a:cs typeface="Segoe UI"/>
              </a:defRPr>
            </a:lvl3pPr>
            <a:lvl4pPr algn="ctr">
              <a:defRPr sz="1650" b="1">
                <a:solidFill>
                  <a:srgbClr val="FFFFFF"/>
                </a:solidFill>
                <a:latin typeface="Segoe UI"/>
                <a:ea typeface="Segoe UI"/>
                <a:cs typeface="Segoe UI"/>
              </a:defRPr>
            </a:lvl4pPr>
            <a:lvl5pPr algn="ctr">
              <a:defRPr sz="1650" b="1">
                <a:solidFill>
                  <a:srgbClr val="FFFFFF"/>
                </a:solidFill>
                <a:latin typeface="Segoe UI"/>
                <a:ea typeface="Segoe UI"/>
                <a:cs typeface="Segoe UI"/>
              </a:defRPr>
            </a:lvl5pPr>
            <a:lvl6pPr algn="ctr">
              <a:defRPr sz="1650" b="1">
                <a:solidFill>
                  <a:srgbClr val="FFFFFF"/>
                </a:solidFill>
                <a:latin typeface="Segoe UI"/>
                <a:ea typeface="Segoe UI"/>
                <a:cs typeface="Segoe UI"/>
              </a:defRPr>
            </a:lvl6pPr>
            <a:lvl7pPr algn="ctr">
              <a:defRPr sz="1650" b="1">
                <a:solidFill>
                  <a:srgbClr val="FFFFFF"/>
                </a:solidFill>
                <a:latin typeface="Segoe UI"/>
                <a:ea typeface="Segoe UI"/>
                <a:cs typeface="Segoe UI"/>
              </a:defRPr>
            </a:lvl7pPr>
            <a:lvl8pPr algn="ctr">
              <a:defRPr sz="1650" b="1">
                <a:solidFill>
                  <a:srgbClr val="FFFFFF"/>
                </a:solidFill>
                <a:latin typeface="Segoe UI"/>
                <a:ea typeface="Segoe UI"/>
                <a:cs typeface="Segoe UI"/>
              </a:defRPr>
            </a:lvl8pPr>
            <a:lvl9pPr algn="ctr">
              <a:defRPr sz="1650" b="1">
                <a:solidFill>
                  <a:srgbClr val="FFFFFF"/>
                </a:solidFill>
                <a:latin typeface="Segoe UI"/>
                <a:ea typeface="Segoe UI"/>
                <a:cs typeface="Segoe UI"/>
              </a:defRPr>
            </a:lvl9pPr>
          </a:lstStyle>
          <a:p xmlns:a="http://schemas.openxmlformats.org/drawingml/2006/main">
            <a:pPr algn="ctr">
              <a:lnSpc>
                <a:spcPct val="108000"/>
              </a:lnSpc>
              <a:buNone/>
              <a:defRPr sz="1650" b="1">
                <a:solidFill>
                  <a:srgbClr val="FFFFFF"/>
                </a:solidFill>
                <a:latin typeface="Segoe UI"/>
                <a:ea typeface="Segoe UI"/>
                <a:cs typeface="Segoe UI"/>
              </a:defRPr>
            </a:pPr>
            <a:r>
              <a:rPr sz="1650" b="1">
                <a:solidFill>
                  <a:srgbClr val="FFFFFF"/>
                </a:solidFill>
                <a:latin typeface="Segoe UI"/>
                <a:ea typeface="Segoe UI"/>
                <a:cs typeface="Segoe UI"/>
              </a:rPr>
              <a:t>4</a:t>
            </a:r>
          </a:p>
        </p:txBody>
      </p:sp>
      <p:sp>
        <p:nvSpPr>
          <p:cNvPr id="19" name="">
            <a:extLst xmlns:a="http://schemas.openxmlformats.org/drawingml/2006/main">
              <a:ext uri="{FF2B5EF4-FFF2-40B4-BE49-F238E27FC236}">
                <a16:creationId xmlns:a16="http://schemas.microsoft.com/office/drawing/2014/main" id="{5E59AA47-E496-4C1D-A452-1675CEC58C5C}"/>
              </a:ext>
            </a:extLst>
          </p:cNvPr>
          <p:cNvSpPr>
            <a:spLocks xmlns:a="http://schemas.openxmlformats.org/drawingml/2006/main" noGrp="1"/>
          </p:cNvSpPr>
          <p:nvPr/>
        </p:nvSpPr>
        <p:spPr>
          <a:xfrm xmlns:a="http://schemas.openxmlformats.org/drawingml/2006/main">
            <a:off x="9210675" y="3790950"/>
            <a:ext cx="24288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62D"/>
                </a:solidFill>
                <a:latin typeface="Segoe UI"/>
                <a:ea typeface="Segoe UI"/>
                <a:cs typeface="Segoe UI"/>
              </a:defRPr>
            </a:defPPr>
            <a:lvl1pPr algn="l">
              <a:defRPr sz="2250" b="1">
                <a:solidFill>
                  <a:srgbClr val="13262D"/>
                </a:solidFill>
                <a:latin typeface="Segoe UI"/>
                <a:ea typeface="Segoe UI"/>
                <a:cs typeface="Segoe UI"/>
              </a:defRPr>
            </a:lvl1pPr>
            <a:lvl2pPr algn="l">
              <a:defRPr sz="2250" b="1">
                <a:solidFill>
                  <a:srgbClr val="13262D"/>
                </a:solidFill>
                <a:latin typeface="Segoe UI"/>
                <a:ea typeface="Segoe UI"/>
                <a:cs typeface="Segoe UI"/>
              </a:defRPr>
            </a:lvl2pPr>
            <a:lvl3pPr algn="l">
              <a:defRPr sz="2250" b="1">
                <a:solidFill>
                  <a:srgbClr val="13262D"/>
                </a:solidFill>
                <a:latin typeface="Segoe UI"/>
                <a:ea typeface="Segoe UI"/>
                <a:cs typeface="Segoe UI"/>
              </a:defRPr>
            </a:lvl3pPr>
            <a:lvl4pPr algn="l">
              <a:defRPr sz="2250" b="1">
                <a:solidFill>
                  <a:srgbClr val="13262D"/>
                </a:solidFill>
                <a:latin typeface="Segoe UI"/>
                <a:ea typeface="Segoe UI"/>
                <a:cs typeface="Segoe UI"/>
              </a:defRPr>
            </a:lvl4pPr>
            <a:lvl5pPr algn="l">
              <a:defRPr sz="2250" b="1">
                <a:solidFill>
                  <a:srgbClr val="13262D"/>
                </a:solidFill>
                <a:latin typeface="Segoe UI"/>
                <a:ea typeface="Segoe UI"/>
                <a:cs typeface="Segoe UI"/>
              </a:defRPr>
            </a:lvl5pPr>
            <a:lvl6pPr algn="l">
              <a:defRPr sz="2250" b="1">
                <a:solidFill>
                  <a:srgbClr val="13262D"/>
                </a:solidFill>
                <a:latin typeface="Segoe UI"/>
                <a:ea typeface="Segoe UI"/>
                <a:cs typeface="Segoe UI"/>
              </a:defRPr>
            </a:lvl6pPr>
            <a:lvl7pPr algn="l">
              <a:defRPr sz="2250" b="1">
                <a:solidFill>
                  <a:srgbClr val="13262D"/>
                </a:solidFill>
                <a:latin typeface="Segoe UI"/>
                <a:ea typeface="Segoe UI"/>
                <a:cs typeface="Segoe UI"/>
              </a:defRPr>
            </a:lvl7pPr>
            <a:lvl8pPr algn="l">
              <a:defRPr sz="2250" b="1">
                <a:solidFill>
                  <a:srgbClr val="13262D"/>
                </a:solidFill>
                <a:latin typeface="Segoe UI"/>
                <a:ea typeface="Segoe UI"/>
                <a:cs typeface="Segoe UI"/>
              </a:defRPr>
            </a:lvl8pPr>
            <a:lvl9pPr algn="l">
              <a:defRPr sz="2250" b="1">
                <a:solidFill>
                  <a:srgbClr val="13262D"/>
                </a:solidFill>
                <a:latin typeface="Segoe UI"/>
                <a:ea typeface="Segoe UI"/>
                <a:cs typeface="Segoe UI"/>
              </a:defRPr>
            </a:lvl9pPr>
          </a:lstStyle>
          <a:p xmlns:a="http://schemas.openxmlformats.org/drawingml/2006/main">
            <a:pPr algn="l">
              <a:lnSpc>
                <a:spcPct val="108000"/>
              </a:lnSpc>
              <a:buNone/>
              <a:defRPr sz="2250" b="1">
                <a:solidFill>
                  <a:srgbClr val="13262D"/>
                </a:solidFill>
                <a:latin typeface="Segoe UI"/>
                <a:ea typeface="Segoe UI"/>
                <a:cs typeface="Segoe UI"/>
              </a:defRPr>
            </a:pPr>
            <a:r>
              <a:rPr sz="2250" b="1">
                <a:solidFill>
                  <a:srgbClr val="13262D"/>
                </a:solidFill>
                <a:latin typeface="Segoe UI"/>
                <a:ea typeface="Segoe UI"/>
                <a:cs typeface="Segoe UI"/>
              </a:rPr>
              <a:t>Better next time</a:t>
            </a:r>
          </a:p>
        </p:txBody>
      </p:sp>
      <p:sp>
        <p:nvSpPr>
          <p:cNvPr id="20" name="">
            <a:extLst xmlns:a="http://schemas.openxmlformats.org/drawingml/2006/main">
              <a:ext uri="{FF2B5EF4-FFF2-40B4-BE49-F238E27FC236}">
                <a16:creationId xmlns:a16="http://schemas.microsoft.com/office/drawing/2014/main" id="{43C963F1-73DF-4F13-BC96-4F5C8114A648}"/>
              </a:ext>
            </a:extLst>
          </p:cNvPr>
          <p:cNvSpPr>
            <a:spLocks xmlns:a="http://schemas.openxmlformats.org/drawingml/2006/main" noGrp="1"/>
          </p:cNvSpPr>
          <p:nvPr/>
        </p:nvSpPr>
        <p:spPr>
          <a:xfrm xmlns:a="http://schemas.openxmlformats.org/drawingml/2006/main">
            <a:off x="9210675" y="4810125"/>
            <a:ext cx="2428875"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57666C"/>
                </a:solidFill>
                <a:latin typeface="Segoe UI"/>
                <a:ea typeface="Segoe UI"/>
                <a:cs typeface="Segoe UI"/>
              </a:defRPr>
            </a:defPPr>
            <a:lvl1pPr algn="l">
              <a:defRPr sz="1875" b="0">
                <a:solidFill>
                  <a:srgbClr val="57666C"/>
                </a:solidFill>
                <a:latin typeface="Segoe UI"/>
                <a:ea typeface="Segoe UI"/>
                <a:cs typeface="Segoe UI"/>
              </a:defRPr>
            </a:lvl1pPr>
            <a:lvl2pPr algn="l">
              <a:defRPr sz="1875" b="0">
                <a:solidFill>
                  <a:srgbClr val="57666C"/>
                </a:solidFill>
                <a:latin typeface="Segoe UI"/>
                <a:ea typeface="Segoe UI"/>
                <a:cs typeface="Segoe UI"/>
              </a:defRPr>
            </a:lvl2pPr>
            <a:lvl3pPr algn="l">
              <a:defRPr sz="1875" b="0">
                <a:solidFill>
                  <a:srgbClr val="57666C"/>
                </a:solidFill>
                <a:latin typeface="Segoe UI"/>
                <a:ea typeface="Segoe UI"/>
                <a:cs typeface="Segoe UI"/>
              </a:defRPr>
            </a:lvl3pPr>
            <a:lvl4pPr algn="l">
              <a:defRPr sz="1875" b="0">
                <a:solidFill>
                  <a:srgbClr val="57666C"/>
                </a:solidFill>
                <a:latin typeface="Segoe UI"/>
                <a:ea typeface="Segoe UI"/>
                <a:cs typeface="Segoe UI"/>
              </a:defRPr>
            </a:lvl4pPr>
            <a:lvl5pPr algn="l">
              <a:defRPr sz="1875" b="0">
                <a:solidFill>
                  <a:srgbClr val="57666C"/>
                </a:solidFill>
                <a:latin typeface="Segoe UI"/>
                <a:ea typeface="Segoe UI"/>
                <a:cs typeface="Segoe UI"/>
              </a:defRPr>
            </a:lvl5pPr>
            <a:lvl6pPr algn="l">
              <a:defRPr sz="1875" b="0">
                <a:solidFill>
                  <a:srgbClr val="57666C"/>
                </a:solidFill>
                <a:latin typeface="Segoe UI"/>
                <a:ea typeface="Segoe UI"/>
                <a:cs typeface="Segoe UI"/>
              </a:defRPr>
            </a:lvl6pPr>
            <a:lvl7pPr algn="l">
              <a:defRPr sz="1875" b="0">
                <a:solidFill>
                  <a:srgbClr val="57666C"/>
                </a:solidFill>
                <a:latin typeface="Segoe UI"/>
                <a:ea typeface="Segoe UI"/>
                <a:cs typeface="Segoe UI"/>
              </a:defRPr>
            </a:lvl7pPr>
            <a:lvl8pPr algn="l">
              <a:defRPr sz="1875" b="0">
                <a:solidFill>
                  <a:srgbClr val="57666C"/>
                </a:solidFill>
                <a:latin typeface="Segoe UI"/>
                <a:ea typeface="Segoe UI"/>
                <a:cs typeface="Segoe UI"/>
              </a:defRPr>
            </a:lvl8pPr>
            <a:lvl9pPr algn="l">
              <a:defRPr sz="1875" b="0">
                <a:solidFill>
                  <a:srgbClr val="57666C"/>
                </a:solidFill>
                <a:latin typeface="Segoe UI"/>
                <a:ea typeface="Segoe UI"/>
                <a:cs typeface="Segoe UI"/>
              </a:defRPr>
            </a:lvl9pPr>
          </a:lstStyle>
          <a:p xmlns:a="http://schemas.openxmlformats.org/drawingml/2006/main">
            <a:pPr algn="l">
              <a:lnSpc>
                <a:spcPct val="108000"/>
              </a:lnSpc>
              <a:buNone/>
              <a:defRPr sz="1875" b="0">
                <a:solidFill>
                  <a:srgbClr val="57666C"/>
                </a:solidFill>
                <a:latin typeface="Segoe UI"/>
                <a:ea typeface="Segoe UI"/>
                <a:cs typeface="Segoe UI"/>
              </a:defRPr>
            </a:pPr>
            <a:r>
              <a:rPr sz="1875" b="0">
                <a:solidFill>
                  <a:srgbClr val="57666C"/>
                </a:solidFill>
                <a:latin typeface="Segoe UI"/>
                <a:ea typeface="Segoe UI"/>
                <a:cs typeface="Segoe UI"/>
              </a:rPr>
              <a:t>Improve the workflow</a:t>
            </a:r>
          </a:p>
        </p:txBody>
      </p:sp>
    </p:spTree>
    <p:extLst>
      <p:ext uri="{BB962C8B-B14F-4D97-AF65-F5344CB8AC3E}">
        <p14:creationId xmlns:p14="http://schemas.microsoft.com/office/powerpoint/2010/main" val="985205863"/>
      </p:ext>
    </p:extLst>
  </p:cSld>
</p:sld>
</file>

<file path=ppt/slides/slide10.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9B8689FE-EFD2-4DEF-BB7D-3688DB7B6F3E}"/>
              </a:ext>
            </a:extLst>
          </p:cNvPr>
          <p:cNvSpPr>
            <a:spLocks xmlns:a="http://schemas.openxmlformats.org/drawingml/2006/main" noGrp="1"/>
          </p:cNvSpPr>
          <p:nvPr/>
        </p:nvSpPr>
        <p:spPr>
          <a:xfrm xmlns:a="http://schemas.openxmlformats.org/drawingml/2006/main">
            <a:off x="609600" y="6486525"/>
            <a:ext cx="762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57666C"/>
                </a:solidFill>
                <a:latin typeface="Segoe UI"/>
                <a:ea typeface="Segoe UI"/>
                <a:cs typeface="Segoe UI"/>
              </a:defRPr>
            </a:defPPr>
            <a:lvl1pPr algn="l">
              <a:defRPr sz="900" b="0">
                <a:solidFill>
                  <a:srgbClr val="57666C"/>
                </a:solidFill>
                <a:latin typeface="Segoe UI"/>
                <a:ea typeface="Segoe UI"/>
                <a:cs typeface="Segoe UI"/>
              </a:defRPr>
            </a:lvl1pPr>
            <a:lvl2pPr algn="l">
              <a:defRPr sz="900" b="0">
                <a:solidFill>
                  <a:srgbClr val="57666C"/>
                </a:solidFill>
                <a:latin typeface="Segoe UI"/>
                <a:ea typeface="Segoe UI"/>
                <a:cs typeface="Segoe UI"/>
              </a:defRPr>
            </a:lvl2pPr>
            <a:lvl3pPr algn="l">
              <a:defRPr sz="900" b="0">
                <a:solidFill>
                  <a:srgbClr val="57666C"/>
                </a:solidFill>
                <a:latin typeface="Segoe UI"/>
                <a:ea typeface="Segoe UI"/>
                <a:cs typeface="Segoe UI"/>
              </a:defRPr>
            </a:lvl3pPr>
            <a:lvl4pPr algn="l">
              <a:defRPr sz="900" b="0">
                <a:solidFill>
                  <a:srgbClr val="57666C"/>
                </a:solidFill>
                <a:latin typeface="Segoe UI"/>
                <a:ea typeface="Segoe UI"/>
                <a:cs typeface="Segoe UI"/>
              </a:defRPr>
            </a:lvl4pPr>
            <a:lvl5pPr algn="l">
              <a:defRPr sz="900" b="0">
                <a:solidFill>
                  <a:srgbClr val="57666C"/>
                </a:solidFill>
                <a:latin typeface="Segoe UI"/>
                <a:ea typeface="Segoe UI"/>
                <a:cs typeface="Segoe UI"/>
              </a:defRPr>
            </a:lvl5pPr>
            <a:lvl6pPr algn="l">
              <a:defRPr sz="900" b="0">
                <a:solidFill>
                  <a:srgbClr val="57666C"/>
                </a:solidFill>
                <a:latin typeface="Segoe UI"/>
                <a:ea typeface="Segoe UI"/>
                <a:cs typeface="Segoe UI"/>
              </a:defRPr>
            </a:lvl6pPr>
            <a:lvl7pPr algn="l">
              <a:defRPr sz="900" b="0">
                <a:solidFill>
                  <a:srgbClr val="57666C"/>
                </a:solidFill>
                <a:latin typeface="Segoe UI"/>
                <a:ea typeface="Segoe UI"/>
                <a:cs typeface="Segoe UI"/>
              </a:defRPr>
            </a:lvl7pPr>
            <a:lvl8pPr algn="l">
              <a:defRPr sz="900" b="0">
                <a:solidFill>
                  <a:srgbClr val="57666C"/>
                </a:solidFill>
                <a:latin typeface="Segoe UI"/>
                <a:ea typeface="Segoe UI"/>
                <a:cs typeface="Segoe UI"/>
              </a:defRPr>
            </a:lvl8pPr>
            <a:lvl9pPr algn="l">
              <a:defRPr sz="900" b="0">
                <a:solidFill>
                  <a:srgbClr val="57666C"/>
                </a:solidFill>
                <a:latin typeface="Segoe UI"/>
                <a:ea typeface="Segoe UI"/>
                <a:cs typeface="Segoe UI"/>
              </a:defRPr>
            </a:lvl9pPr>
          </a:lstStyle>
          <a:p xmlns:a="http://schemas.openxmlformats.org/drawingml/2006/main">
            <a:pPr algn="l">
              <a:lnSpc>
                <a:spcPct val="108000"/>
              </a:lnSpc>
              <a:buNone/>
              <a:defRPr sz="900" b="0">
                <a:solidFill>
                  <a:srgbClr val="57666C"/>
                </a:solidFill>
                <a:latin typeface="Segoe UI"/>
                <a:ea typeface="Segoe UI"/>
                <a:cs typeface="Segoe UI"/>
              </a:defRPr>
            </a:pPr>
            <a:r>
              <a:rPr sz="900" b="0">
                <a:solidFill>
                  <a:srgbClr val="57666C"/>
                </a:solidFill>
                <a:latin typeface="Segoe UI"/>
                <a:ea typeface="Segoe UI"/>
                <a:cs typeface="Segoe UI"/>
              </a:rPr>
              <a:t>Meghan Fasano  /  Customer narrative concept</a:t>
            </a:r>
          </a:p>
        </p:txBody>
      </p:sp>
      <p:sp>
        <p:nvSpPr>
          <p:cNvPr id="2" name="">
            <a:extLst xmlns:a="http://schemas.openxmlformats.org/drawingml/2006/main">
              <a:ext uri="{FF2B5EF4-FFF2-40B4-BE49-F238E27FC236}">
                <a16:creationId xmlns:a16="http://schemas.microsoft.com/office/drawing/2014/main" id="{8BA6C640-57FA-4976-921F-BCB1CED70F40}"/>
              </a:ext>
            </a:extLst>
          </p:cNvPr>
          <p:cNvSpPr>
            <a:spLocks xmlns:a="http://schemas.openxmlformats.org/drawingml/2006/main" noGrp="1"/>
          </p:cNvSpPr>
          <p:nvPr/>
        </p:nvSpPr>
        <p:spPr>
          <a:xfrm xmlns:a="http://schemas.openxmlformats.org/drawingml/2006/main">
            <a:off x="11049000" y="6438900"/>
            <a:ext cx="533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57666C"/>
                </a:solidFill>
                <a:latin typeface="Segoe UI"/>
                <a:ea typeface="Segoe UI"/>
                <a:cs typeface="Segoe UI"/>
              </a:defRPr>
            </a:defPPr>
            <a:lvl1pPr algn="r">
              <a:defRPr sz="1200" b="0">
                <a:solidFill>
                  <a:srgbClr val="57666C"/>
                </a:solidFill>
                <a:latin typeface="Segoe UI"/>
                <a:ea typeface="Segoe UI"/>
                <a:cs typeface="Segoe UI"/>
              </a:defRPr>
            </a:lvl1pPr>
            <a:lvl2pPr algn="r">
              <a:defRPr sz="1200" b="0">
                <a:solidFill>
                  <a:srgbClr val="57666C"/>
                </a:solidFill>
                <a:latin typeface="Segoe UI"/>
                <a:ea typeface="Segoe UI"/>
                <a:cs typeface="Segoe UI"/>
              </a:defRPr>
            </a:lvl2pPr>
            <a:lvl3pPr algn="r">
              <a:defRPr sz="1200" b="0">
                <a:solidFill>
                  <a:srgbClr val="57666C"/>
                </a:solidFill>
                <a:latin typeface="Segoe UI"/>
                <a:ea typeface="Segoe UI"/>
                <a:cs typeface="Segoe UI"/>
              </a:defRPr>
            </a:lvl3pPr>
            <a:lvl4pPr algn="r">
              <a:defRPr sz="1200" b="0">
                <a:solidFill>
                  <a:srgbClr val="57666C"/>
                </a:solidFill>
                <a:latin typeface="Segoe UI"/>
                <a:ea typeface="Segoe UI"/>
                <a:cs typeface="Segoe UI"/>
              </a:defRPr>
            </a:lvl4pPr>
            <a:lvl5pPr algn="r">
              <a:defRPr sz="1200" b="0">
                <a:solidFill>
                  <a:srgbClr val="57666C"/>
                </a:solidFill>
                <a:latin typeface="Segoe UI"/>
                <a:ea typeface="Segoe UI"/>
                <a:cs typeface="Segoe UI"/>
              </a:defRPr>
            </a:lvl5pPr>
            <a:lvl6pPr algn="r">
              <a:defRPr sz="1200" b="0">
                <a:solidFill>
                  <a:srgbClr val="57666C"/>
                </a:solidFill>
                <a:latin typeface="Segoe UI"/>
                <a:ea typeface="Segoe UI"/>
                <a:cs typeface="Segoe UI"/>
              </a:defRPr>
            </a:lvl6pPr>
            <a:lvl7pPr algn="r">
              <a:defRPr sz="1200" b="0">
                <a:solidFill>
                  <a:srgbClr val="57666C"/>
                </a:solidFill>
                <a:latin typeface="Segoe UI"/>
                <a:ea typeface="Segoe UI"/>
                <a:cs typeface="Segoe UI"/>
              </a:defRPr>
            </a:lvl7pPr>
            <a:lvl8pPr algn="r">
              <a:defRPr sz="1200" b="0">
                <a:solidFill>
                  <a:srgbClr val="57666C"/>
                </a:solidFill>
                <a:latin typeface="Segoe UI"/>
                <a:ea typeface="Segoe UI"/>
                <a:cs typeface="Segoe UI"/>
              </a:defRPr>
            </a:lvl8pPr>
            <a:lvl9pPr algn="r">
              <a:defRPr sz="1200" b="0">
                <a:solidFill>
                  <a:srgbClr val="57666C"/>
                </a:solidFill>
                <a:latin typeface="Segoe UI"/>
                <a:ea typeface="Segoe UI"/>
                <a:cs typeface="Segoe UI"/>
              </a:defRPr>
            </a:lvl9pPr>
          </a:lstStyle>
          <a:p xmlns:a="http://schemas.openxmlformats.org/drawingml/2006/main">
            <a:pPr algn="r">
              <a:lnSpc>
                <a:spcPct val="108000"/>
              </a:lnSpc>
              <a:buNone/>
              <a:defRPr sz="1200" b="0">
                <a:solidFill>
                  <a:srgbClr val="57666C"/>
                </a:solidFill>
                <a:latin typeface="Segoe UI"/>
                <a:ea typeface="Segoe UI"/>
                <a:cs typeface="Segoe UI"/>
              </a:defRPr>
            </a:pPr>
            <a:r>
              <a:rPr sz="1200" b="0">
                <a:solidFill>
                  <a:srgbClr val="57666C"/>
                </a:solidFill>
                <a:latin typeface="Segoe UI"/>
                <a:ea typeface="Segoe UI"/>
                <a:cs typeface="Segoe UI"/>
              </a:rPr>
              <a:t>10</a:t>
            </a:r>
          </a:p>
        </p:txBody>
      </p:sp>
      <p:sp>
        <p:nvSpPr>
          <p:cNvPr id="3" name="">
            <a:extLst xmlns:a="http://schemas.openxmlformats.org/drawingml/2006/main">
              <a:ext uri="{FF2B5EF4-FFF2-40B4-BE49-F238E27FC236}">
                <a16:creationId xmlns:a16="http://schemas.microsoft.com/office/drawing/2014/main" id="{CEE687D8-376C-4099-B5A0-3D8C0A337CA1}"/>
              </a:ext>
            </a:extLst>
          </p:cNvPr>
          <p:cNvSpPr>
            <a:spLocks xmlns:a="http://schemas.openxmlformats.org/drawingml/2006/main" noGrp="1"/>
          </p:cNvSpPr>
          <p:nvPr/>
        </p:nvSpPr>
        <p:spPr>
          <a:xfrm xmlns:a="http://schemas.openxmlformats.org/drawingml/2006/main">
            <a:off x="609600" y="628650"/>
            <a:ext cx="10858500" cy="1314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4050" b="1">
                <a:solidFill>
                  <a:srgbClr val="13262D"/>
                </a:solidFill>
                <a:latin typeface="Segoe UI"/>
                <a:ea typeface="Segoe UI"/>
                <a:cs typeface="Segoe UI"/>
              </a:defRPr>
            </a:defPPr>
            <a:lvl1pPr algn="l">
              <a:defRPr sz="4050" b="1">
                <a:solidFill>
                  <a:srgbClr val="13262D"/>
                </a:solidFill>
                <a:latin typeface="Segoe UI"/>
                <a:ea typeface="Segoe UI"/>
                <a:cs typeface="Segoe UI"/>
              </a:defRPr>
            </a:lvl1pPr>
            <a:lvl2pPr algn="l">
              <a:defRPr sz="4050" b="1">
                <a:solidFill>
                  <a:srgbClr val="13262D"/>
                </a:solidFill>
                <a:latin typeface="Segoe UI"/>
                <a:ea typeface="Segoe UI"/>
                <a:cs typeface="Segoe UI"/>
              </a:defRPr>
            </a:lvl2pPr>
            <a:lvl3pPr algn="l">
              <a:defRPr sz="4050" b="1">
                <a:solidFill>
                  <a:srgbClr val="13262D"/>
                </a:solidFill>
                <a:latin typeface="Segoe UI"/>
                <a:ea typeface="Segoe UI"/>
                <a:cs typeface="Segoe UI"/>
              </a:defRPr>
            </a:lvl3pPr>
            <a:lvl4pPr algn="l">
              <a:defRPr sz="4050" b="1">
                <a:solidFill>
                  <a:srgbClr val="13262D"/>
                </a:solidFill>
                <a:latin typeface="Segoe UI"/>
                <a:ea typeface="Segoe UI"/>
                <a:cs typeface="Segoe UI"/>
              </a:defRPr>
            </a:lvl4pPr>
            <a:lvl5pPr algn="l">
              <a:defRPr sz="4050" b="1">
                <a:solidFill>
                  <a:srgbClr val="13262D"/>
                </a:solidFill>
                <a:latin typeface="Segoe UI"/>
                <a:ea typeface="Segoe UI"/>
                <a:cs typeface="Segoe UI"/>
              </a:defRPr>
            </a:lvl5pPr>
            <a:lvl6pPr algn="l">
              <a:defRPr sz="4050" b="1">
                <a:solidFill>
                  <a:srgbClr val="13262D"/>
                </a:solidFill>
                <a:latin typeface="Segoe UI"/>
                <a:ea typeface="Segoe UI"/>
                <a:cs typeface="Segoe UI"/>
              </a:defRPr>
            </a:lvl6pPr>
            <a:lvl7pPr algn="l">
              <a:defRPr sz="4050" b="1">
                <a:solidFill>
                  <a:srgbClr val="13262D"/>
                </a:solidFill>
                <a:latin typeface="Segoe UI"/>
                <a:ea typeface="Segoe UI"/>
                <a:cs typeface="Segoe UI"/>
              </a:defRPr>
            </a:lvl7pPr>
            <a:lvl8pPr algn="l">
              <a:defRPr sz="4050" b="1">
                <a:solidFill>
                  <a:srgbClr val="13262D"/>
                </a:solidFill>
                <a:latin typeface="Segoe UI"/>
                <a:ea typeface="Segoe UI"/>
                <a:cs typeface="Segoe UI"/>
              </a:defRPr>
            </a:lvl8pPr>
            <a:lvl9pPr algn="l">
              <a:defRPr sz="4050" b="1">
                <a:solidFill>
                  <a:srgbClr val="13262D"/>
                </a:solidFill>
                <a:latin typeface="Segoe UI"/>
                <a:ea typeface="Segoe UI"/>
                <a:cs typeface="Segoe UI"/>
              </a:defRPr>
            </a:lvl9pPr>
          </a:lstStyle>
          <a:p xmlns:a="http://schemas.openxmlformats.org/drawingml/2006/main">
            <a:pPr algn="l">
              <a:lnSpc>
                <a:spcPct val="108000"/>
              </a:lnSpc>
              <a:buNone/>
              <a:defRPr sz="4050" b="1">
                <a:solidFill>
                  <a:srgbClr val="13262D"/>
                </a:solidFill>
                <a:latin typeface="Segoe UI"/>
                <a:ea typeface="Segoe UI"/>
                <a:cs typeface="Segoe UI"/>
              </a:defRPr>
            </a:pPr>
            <a:r>
              <a:rPr sz="4050" b="1">
                <a:solidFill>
                  <a:srgbClr val="13262D"/>
                </a:solidFill>
                <a:latin typeface="Segoe UI"/>
                <a:ea typeface="Segoe UI"/>
                <a:cs typeface="Segoe UI"/>
              </a:rPr>
              <a:t>The technology</a:t>
            </a:r>
          </a:p>
          <a:p xmlns:a="http://schemas.openxmlformats.org/drawingml/2006/main">
            <a:pPr algn="l">
              <a:lnSpc>
                <a:spcPct val="108000"/>
              </a:lnSpc>
              <a:buNone/>
              <a:defRPr sz="4050" b="1">
                <a:solidFill>
                  <a:srgbClr val="13262D"/>
                </a:solidFill>
                <a:latin typeface="Segoe UI"/>
                <a:ea typeface="Segoe UI"/>
                <a:cs typeface="Segoe UI"/>
              </a:defRPr>
            </a:pPr>
            <a:r>
              <a:rPr sz="4050" b="1">
                <a:solidFill>
                  <a:srgbClr val="13262D"/>
                </a:solidFill>
                <a:latin typeface="Segoe UI"/>
                <a:ea typeface="Segoe UI"/>
                <a:cs typeface="Segoe UI"/>
              </a:rPr>
              <a:t>follows the work</a:t>
            </a:r>
          </a:p>
        </p:txBody>
      </p:sp>
      <p:sp>
        <p:nvSpPr>
          <p:cNvPr id="4" name="">
            <a:extLst xmlns:a="http://schemas.openxmlformats.org/drawingml/2006/main">
              <a:ext uri="{FF2B5EF4-FFF2-40B4-BE49-F238E27FC236}">
                <a16:creationId xmlns:a16="http://schemas.microsoft.com/office/drawing/2014/main" id="{1E4BA0EA-1898-40D7-BDA5-B72F04DED7E3}"/>
              </a:ext>
            </a:extLst>
          </p:cNvPr>
          <p:cNvSpPr>
            <a:spLocks xmlns:a="http://schemas.openxmlformats.org/drawingml/2006/main" noGrp="1"/>
          </p:cNvSpPr>
          <p:nvPr/>
        </p:nvSpPr>
        <p:spPr>
          <a:xfrm xmlns:a="http://schemas.openxmlformats.org/drawingml/2006/main">
            <a:off x="609600" y="2857500"/>
            <a:ext cx="8448675" cy="733425"/>
          </a:xfrm>
          <a:prstGeom xmlns:a="http://schemas.openxmlformats.org/drawingml/2006/main" prst="rect">
            <a:avLst/>
          </a:prstGeom>
          <a:solidFill xmlns:a="http://schemas.openxmlformats.org/drawingml/2006/main">
            <a:srgbClr val="E5ECF9"/>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5F2FC36-6D2D-40AE-B2E5-3A80492D5B81}"/>
              </a:ext>
            </a:extLst>
          </p:cNvPr>
          <p:cNvSpPr>
            <a:spLocks xmlns:a="http://schemas.openxmlformats.org/drawingml/2006/main" noGrp="1"/>
          </p:cNvSpPr>
          <p:nvPr/>
        </p:nvSpPr>
        <p:spPr>
          <a:xfrm xmlns:a="http://schemas.openxmlformats.org/drawingml/2006/main">
            <a:off x="800100" y="3038475"/>
            <a:ext cx="2571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1">
                <a:solidFill>
                  <a:srgbClr val="2158D5"/>
                </a:solidFill>
                <a:latin typeface="Segoe UI"/>
                <a:ea typeface="Segoe UI"/>
                <a:cs typeface="Segoe UI"/>
              </a:defRPr>
            </a:defPPr>
            <a:lvl1pPr algn="l">
              <a:defRPr sz="1725" b="1">
                <a:solidFill>
                  <a:srgbClr val="2158D5"/>
                </a:solidFill>
                <a:latin typeface="Segoe UI"/>
                <a:ea typeface="Segoe UI"/>
                <a:cs typeface="Segoe UI"/>
              </a:defRPr>
            </a:lvl1pPr>
            <a:lvl2pPr algn="l">
              <a:defRPr sz="1725" b="1">
                <a:solidFill>
                  <a:srgbClr val="2158D5"/>
                </a:solidFill>
                <a:latin typeface="Segoe UI"/>
                <a:ea typeface="Segoe UI"/>
                <a:cs typeface="Segoe UI"/>
              </a:defRPr>
            </a:lvl2pPr>
            <a:lvl3pPr algn="l">
              <a:defRPr sz="1725" b="1">
                <a:solidFill>
                  <a:srgbClr val="2158D5"/>
                </a:solidFill>
                <a:latin typeface="Segoe UI"/>
                <a:ea typeface="Segoe UI"/>
                <a:cs typeface="Segoe UI"/>
              </a:defRPr>
            </a:lvl3pPr>
            <a:lvl4pPr algn="l">
              <a:defRPr sz="1725" b="1">
                <a:solidFill>
                  <a:srgbClr val="2158D5"/>
                </a:solidFill>
                <a:latin typeface="Segoe UI"/>
                <a:ea typeface="Segoe UI"/>
                <a:cs typeface="Segoe UI"/>
              </a:defRPr>
            </a:lvl4pPr>
            <a:lvl5pPr algn="l">
              <a:defRPr sz="1725" b="1">
                <a:solidFill>
                  <a:srgbClr val="2158D5"/>
                </a:solidFill>
                <a:latin typeface="Segoe UI"/>
                <a:ea typeface="Segoe UI"/>
                <a:cs typeface="Segoe UI"/>
              </a:defRPr>
            </a:lvl5pPr>
            <a:lvl6pPr algn="l">
              <a:defRPr sz="1725" b="1">
                <a:solidFill>
                  <a:srgbClr val="2158D5"/>
                </a:solidFill>
                <a:latin typeface="Segoe UI"/>
                <a:ea typeface="Segoe UI"/>
                <a:cs typeface="Segoe UI"/>
              </a:defRPr>
            </a:lvl6pPr>
            <a:lvl7pPr algn="l">
              <a:defRPr sz="1725" b="1">
                <a:solidFill>
                  <a:srgbClr val="2158D5"/>
                </a:solidFill>
                <a:latin typeface="Segoe UI"/>
                <a:ea typeface="Segoe UI"/>
                <a:cs typeface="Segoe UI"/>
              </a:defRPr>
            </a:lvl7pPr>
            <a:lvl8pPr algn="l">
              <a:defRPr sz="1725" b="1">
                <a:solidFill>
                  <a:srgbClr val="2158D5"/>
                </a:solidFill>
                <a:latin typeface="Segoe UI"/>
                <a:ea typeface="Segoe UI"/>
                <a:cs typeface="Segoe UI"/>
              </a:defRPr>
            </a:lvl8pPr>
            <a:lvl9pPr algn="l">
              <a:defRPr sz="1725" b="1">
                <a:solidFill>
                  <a:srgbClr val="2158D5"/>
                </a:solidFill>
                <a:latin typeface="Segoe UI"/>
                <a:ea typeface="Segoe UI"/>
                <a:cs typeface="Segoe UI"/>
              </a:defRPr>
            </a:lvl9pPr>
          </a:lstStyle>
          <a:p xmlns:a="http://schemas.openxmlformats.org/drawingml/2006/main">
            <a:pPr algn="l">
              <a:lnSpc>
                <a:spcPct val="108000"/>
              </a:lnSpc>
              <a:buNone/>
              <a:defRPr sz="1725" b="1">
                <a:solidFill>
                  <a:srgbClr val="2158D5"/>
                </a:solidFill>
                <a:latin typeface="Segoe UI"/>
                <a:ea typeface="Segoe UI"/>
                <a:cs typeface="Segoe UI"/>
              </a:defRPr>
            </a:pPr>
            <a:r>
              <a:rPr sz="1725" b="1">
                <a:solidFill>
                  <a:srgbClr val="2158D5"/>
                </a:solidFill>
                <a:latin typeface="Segoe UI"/>
                <a:ea typeface="Segoe UI"/>
                <a:cs typeface="Segoe UI"/>
              </a:rPr>
              <a:t>Where Maya works</a:t>
            </a:r>
          </a:p>
        </p:txBody>
      </p:sp>
      <p:sp>
        <p:nvSpPr>
          <p:cNvPr id="6" name="">
            <a:extLst xmlns:a="http://schemas.openxmlformats.org/drawingml/2006/main">
              <a:ext uri="{FF2B5EF4-FFF2-40B4-BE49-F238E27FC236}">
                <a16:creationId xmlns:a16="http://schemas.microsoft.com/office/drawing/2014/main" id="{6BFD21F0-824C-43E5-932F-2CAE3FF465F5}"/>
              </a:ext>
            </a:extLst>
          </p:cNvPr>
          <p:cNvSpPr>
            <a:spLocks xmlns:a="http://schemas.openxmlformats.org/drawingml/2006/main" noGrp="1"/>
          </p:cNvSpPr>
          <p:nvPr/>
        </p:nvSpPr>
        <p:spPr>
          <a:xfrm xmlns:a="http://schemas.openxmlformats.org/drawingml/2006/main">
            <a:off x="3476625" y="3028950"/>
            <a:ext cx="5353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13262D"/>
                </a:solidFill>
                <a:latin typeface="Segoe UI"/>
                <a:ea typeface="Segoe UI"/>
                <a:cs typeface="Segoe UI"/>
              </a:defRPr>
            </a:defPPr>
            <a:lvl1pPr algn="l">
              <a:defRPr sz="1800" b="0">
                <a:solidFill>
                  <a:srgbClr val="13262D"/>
                </a:solidFill>
                <a:latin typeface="Segoe UI"/>
                <a:ea typeface="Segoe UI"/>
                <a:cs typeface="Segoe UI"/>
              </a:defRPr>
            </a:lvl1pPr>
            <a:lvl2pPr algn="l">
              <a:defRPr sz="1800" b="0">
                <a:solidFill>
                  <a:srgbClr val="13262D"/>
                </a:solidFill>
                <a:latin typeface="Segoe UI"/>
                <a:ea typeface="Segoe UI"/>
                <a:cs typeface="Segoe UI"/>
              </a:defRPr>
            </a:lvl2pPr>
            <a:lvl3pPr algn="l">
              <a:defRPr sz="1800" b="0">
                <a:solidFill>
                  <a:srgbClr val="13262D"/>
                </a:solidFill>
                <a:latin typeface="Segoe UI"/>
                <a:ea typeface="Segoe UI"/>
                <a:cs typeface="Segoe UI"/>
              </a:defRPr>
            </a:lvl3pPr>
            <a:lvl4pPr algn="l">
              <a:defRPr sz="1800" b="0">
                <a:solidFill>
                  <a:srgbClr val="13262D"/>
                </a:solidFill>
                <a:latin typeface="Segoe UI"/>
                <a:ea typeface="Segoe UI"/>
                <a:cs typeface="Segoe UI"/>
              </a:defRPr>
            </a:lvl4pPr>
            <a:lvl5pPr algn="l">
              <a:defRPr sz="1800" b="0">
                <a:solidFill>
                  <a:srgbClr val="13262D"/>
                </a:solidFill>
                <a:latin typeface="Segoe UI"/>
                <a:ea typeface="Segoe UI"/>
                <a:cs typeface="Segoe UI"/>
              </a:defRPr>
            </a:lvl5pPr>
            <a:lvl6pPr algn="l">
              <a:defRPr sz="1800" b="0">
                <a:solidFill>
                  <a:srgbClr val="13262D"/>
                </a:solidFill>
                <a:latin typeface="Segoe UI"/>
                <a:ea typeface="Segoe UI"/>
                <a:cs typeface="Segoe UI"/>
              </a:defRPr>
            </a:lvl6pPr>
            <a:lvl7pPr algn="l">
              <a:defRPr sz="1800" b="0">
                <a:solidFill>
                  <a:srgbClr val="13262D"/>
                </a:solidFill>
                <a:latin typeface="Segoe UI"/>
                <a:ea typeface="Segoe UI"/>
                <a:cs typeface="Segoe UI"/>
              </a:defRPr>
            </a:lvl7pPr>
            <a:lvl8pPr algn="l">
              <a:defRPr sz="1800" b="0">
                <a:solidFill>
                  <a:srgbClr val="13262D"/>
                </a:solidFill>
                <a:latin typeface="Segoe UI"/>
                <a:ea typeface="Segoe UI"/>
                <a:cs typeface="Segoe UI"/>
              </a:defRPr>
            </a:lvl8pPr>
            <a:lvl9pPr algn="l">
              <a:defRPr sz="1800" b="0">
                <a:solidFill>
                  <a:srgbClr val="13262D"/>
                </a:solidFill>
                <a:latin typeface="Segoe UI"/>
                <a:ea typeface="Segoe UI"/>
                <a:cs typeface="Segoe UI"/>
              </a:defRPr>
            </a:lvl9pPr>
          </a:lstStyle>
          <a:p xmlns:a="http://schemas.openxmlformats.org/drawingml/2006/main">
            <a:pPr algn="l">
              <a:lnSpc>
                <a:spcPct val="108000"/>
              </a:lnSpc>
              <a:buNone/>
              <a:defRPr sz="1800" b="0">
                <a:solidFill>
                  <a:srgbClr val="13262D"/>
                </a:solidFill>
                <a:latin typeface="Segoe UI"/>
                <a:ea typeface="Segoe UI"/>
                <a:cs typeface="Segoe UI"/>
              </a:defRPr>
            </a:pPr>
            <a:r>
              <a:rPr sz="1800" b="0">
                <a:solidFill>
                  <a:srgbClr val="13262D"/>
                </a:solidFill>
                <a:latin typeface="Segoe UI"/>
                <a:ea typeface="Segoe UI"/>
                <a:cs typeface="Segoe UI"/>
              </a:rPr>
              <a:t>Microsoft 365 Copilot and familiar channels</a:t>
            </a:r>
          </a:p>
        </p:txBody>
      </p:sp>
      <p:sp>
        <p:nvSpPr>
          <p:cNvPr id="7" name="">
            <a:extLst xmlns:a="http://schemas.openxmlformats.org/drawingml/2006/main">
              <a:ext uri="{FF2B5EF4-FFF2-40B4-BE49-F238E27FC236}">
                <a16:creationId xmlns:a16="http://schemas.microsoft.com/office/drawing/2014/main" id="{94934D60-8CF3-4380-89FD-6524F6407602}"/>
              </a:ext>
            </a:extLst>
          </p:cNvPr>
          <p:cNvSpPr>
            <a:spLocks xmlns:a="http://schemas.openxmlformats.org/drawingml/2006/main" noGrp="1"/>
          </p:cNvSpPr>
          <p:nvPr/>
        </p:nvSpPr>
        <p:spPr>
          <a:xfrm xmlns:a="http://schemas.openxmlformats.org/drawingml/2006/main">
            <a:off x="609600" y="3724275"/>
            <a:ext cx="8448675" cy="733425"/>
          </a:xfrm>
          <a:prstGeom xmlns:a="http://schemas.openxmlformats.org/drawingml/2006/main" prst="rect">
            <a:avLst/>
          </a:prstGeom>
          <a:solidFill xmlns:a="http://schemas.openxmlformats.org/drawingml/2006/main">
            <a:srgbClr val="ECEFEC"/>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EBC163A-DC55-4964-B50F-69B058807E8A}"/>
              </a:ext>
            </a:extLst>
          </p:cNvPr>
          <p:cNvSpPr>
            <a:spLocks xmlns:a="http://schemas.openxmlformats.org/drawingml/2006/main" noGrp="1"/>
          </p:cNvSpPr>
          <p:nvPr/>
        </p:nvSpPr>
        <p:spPr>
          <a:xfrm xmlns:a="http://schemas.openxmlformats.org/drawingml/2006/main">
            <a:off x="800100" y="3905250"/>
            <a:ext cx="2571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1">
                <a:solidFill>
                  <a:srgbClr val="2158D5"/>
                </a:solidFill>
                <a:latin typeface="Segoe UI"/>
                <a:ea typeface="Segoe UI"/>
                <a:cs typeface="Segoe UI"/>
              </a:defRPr>
            </a:defPPr>
            <a:lvl1pPr algn="l">
              <a:defRPr sz="1725" b="1">
                <a:solidFill>
                  <a:srgbClr val="2158D5"/>
                </a:solidFill>
                <a:latin typeface="Segoe UI"/>
                <a:ea typeface="Segoe UI"/>
                <a:cs typeface="Segoe UI"/>
              </a:defRPr>
            </a:lvl1pPr>
            <a:lvl2pPr algn="l">
              <a:defRPr sz="1725" b="1">
                <a:solidFill>
                  <a:srgbClr val="2158D5"/>
                </a:solidFill>
                <a:latin typeface="Segoe UI"/>
                <a:ea typeface="Segoe UI"/>
                <a:cs typeface="Segoe UI"/>
              </a:defRPr>
            </a:lvl2pPr>
            <a:lvl3pPr algn="l">
              <a:defRPr sz="1725" b="1">
                <a:solidFill>
                  <a:srgbClr val="2158D5"/>
                </a:solidFill>
                <a:latin typeface="Segoe UI"/>
                <a:ea typeface="Segoe UI"/>
                <a:cs typeface="Segoe UI"/>
              </a:defRPr>
            </a:lvl3pPr>
            <a:lvl4pPr algn="l">
              <a:defRPr sz="1725" b="1">
                <a:solidFill>
                  <a:srgbClr val="2158D5"/>
                </a:solidFill>
                <a:latin typeface="Segoe UI"/>
                <a:ea typeface="Segoe UI"/>
                <a:cs typeface="Segoe UI"/>
              </a:defRPr>
            </a:lvl4pPr>
            <a:lvl5pPr algn="l">
              <a:defRPr sz="1725" b="1">
                <a:solidFill>
                  <a:srgbClr val="2158D5"/>
                </a:solidFill>
                <a:latin typeface="Segoe UI"/>
                <a:ea typeface="Segoe UI"/>
                <a:cs typeface="Segoe UI"/>
              </a:defRPr>
            </a:lvl5pPr>
            <a:lvl6pPr algn="l">
              <a:defRPr sz="1725" b="1">
                <a:solidFill>
                  <a:srgbClr val="2158D5"/>
                </a:solidFill>
                <a:latin typeface="Segoe UI"/>
                <a:ea typeface="Segoe UI"/>
                <a:cs typeface="Segoe UI"/>
              </a:defRPr>
            </a:lvl6pPr>
            <a:lvl7pPr algn="l">
              <a:defRPr sz="1725" b="1">
                <a:solidFill>
                  <a:srgbClr val="2158D5"/>
                </a:solidFill>
                <a:latin typeface="Segoe UI"/>
                <a:ea typeface="Segoe UI"/>
                <a:cs typeface="Segoe UI"/>
              </a:defRPr>
            </a:lvl7pPr>
            <a:lvl8pPr algn="l">
              <a:defRPr sz="1725" b="1">
                <a:solidFill>
                  <a:srgbClr val="2158D5"/>
                </a:solidFill>
                <a:latin typeface="Segoe UI"/>
                <a:ea typeface="Segoe UI"/>
                <a:cs typeface="Segoe UI"/>
              </a:defRPr>
            </a:lvl8pPr>
            <a:lvl9pPr algn="l">
              <a:defRPr sz="1725" b="1">
                <a:solidFill>
                  <a:srgbClr val="2158D5"/>
                </a:solidFill>
                <a:latin typeface="Segoe UI"/>
                <a:ea typeface="Segoe UI"/>
                <a:cs typeface="Segoe UI"/>
              </a:defRPr>
            </a:lvl9pPr>
          </a:lstStyle>
          <a:p xmlns:a="http://schemas.openxmlformats.org/drawingml/2006/main">
            <a:pPr algn="l">
              <a:lnSpc>
                <a:spcPct val="108000"/>
              </a:lnSpc>
              <a:buNone/>
              <a:defRPr sz="1725" b="1">
                <a:solidFill>
                  <a:srgbClr val="2158D5"/>
                </a:solidFill>
                <a:latin typeface="Segoe UI"/>
                <a:ea typeface="Segoe UI"/>
                <a:cs typeface="Segoe UI"/>
              </a:defRPr>
            </a:pPr>
            <a:r>
              <a:rPr sz="1725" b="1">
                <a:solidFill>
                  <a:srgbClr val="2158D5"/>
                </a:solidFill>
                <a:latin typeface="Segoe UI"/>
                <a:ea typeface="Segoe UI"/>
                <a:cs typeface="Segoe UI"/>
              </a:rPr>
              <a:t>How work connects</a:t>
            </a:r>
          </a:p>
        </p:txBody>
      </p:sp>
      <p:sp>
        <p:nvSpPr>
          <p:cNvPr id="9" name="">
            <a:extLst xmlns:a="http://schemas.openxmlformats.org/drawingml/2006/main">
              <a:ext uri="{FF2B5EF4-FFF2-40B4-BE49-F238E27FC236}">
                <a16:creationId xmlns:a16="http://schemas.microsoft.com/office/drawing/2014/main" id="{D0BD0D3B-4953-4C3F-8A29-56689FABE1AD}"/>
              </a:ext>
            </a:extLst>
          </p:cNvPr>
          <p:cNvSpPr>
            <a:spLocks xmlns:a="http://schemas.openxmlformats.org/drawingml/2006/main" noGrp="1"/>
          </p:cNvSpPr>
          <p:nvPr/>
        </p:nvSpPr>
        <p:spPr>
          <a:xfrm xmlns:a="http://schemas.openxmlformats.org/drawingml/2006/main">
            <a:off x="3476625" y="3895725"/>
            <a:ext cx="5353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13262D"/>
                </a:solidFill>
                <a:latin typeface="Segoe UI"/>
                <a:ea typeface="Segoe UI"/>
                <a:cs typeface="Segoe UI"/>
              </a:defRPr>
            </a:defPPr>
            <a:lvl1pPr algn="l">
              <a:defRPr sz="1800" b="0">
                <a:solidFill>
                  <a:srgbClr val="13262D"/>
                </a:solidFill>
                <a:latin typeface="Segoe UI"/>
                <a:ea typeface="Segoe UI"/>
                <a:cs typeface="Segoe UI"/>
              </a:defRPr>
            </a:lvl1pPr>
            <a:lvl2pPr algn="l">
              <a:defRPr sz="1800" b="0">
                <a:solidFill>
                  <a:srgbClr val="13262D"/>
                </a:solidFill>
                <a:latin typeface="Segoe UI"/>
                <a:ea typeface="Segoe UI"/>
                <a:cs typeface="Segoe UI"/>
              </a:defRPr>
            </a:lvl2pPr>
            <a:lvl3pPr algn="l">
              <a:defRPr sz="1800" b="0">
                <a:solidFill>
                  <a:srgbClr val="13262D"/>
                </a:solidFill>
                <a:latin typeface="Segoe UI"/>
                <a:ea typeface="Segoe UI"/>
                <a:cs typeface="Segoe UI"/>
              </a:defRPr>
            </a:lvl3pPr>
            <a:lvl4pPr algn="l">
              <a:defRPr sz="1800" b="0">
                <a:solidFill>
                  <a:srgbClr val="13262D"/>
                </a:solidFill>
                <a:latin typeface="Segoe UI"/>
                <a:ea typeface="Segoe UI"/>
                <a:cs typeface="Segoe UI"/>
              </a:defRPr>
            </a:lvl4pPr>
            <a:lvl5pPr algn="l">
              <a:defRPr sz="1800" b="0">
                <a:solidFill>
                  <a:srgbClr val="13262D"/>
                </a:solidFill>
                <a:latin typeface="Segoe UI"/>
                <a:ea typeface="Segoe UI"/>
                <a:cs typeface="Segoe UI"/>
              </a:defRPr>
            </a:lvl5pPr>
            <a:lvl6pPr algn="l">
              <a:defRPr sz="1800" b="0">
                <a:solidFill>
                  <a:srgbClr val="13262D"/>
                </a:solidFill>
                <a:latin typeface="Segoe UI"/>
                <a:ea typeface="Segoe UI"/>
                <a:cs typeface="Segoe UI"/>
              </a:defRPr>
            </a:lvl6pPr>
            <a:lvl7pPr algn="l">
              <a:defRPr sz="1800" b="0">
                <a:solidFill>
                  <a:srgbClr val="13262D"/>
                </a:solidFill>
                <a:latin typeface="Segoe UI"/>
                <a:ea typeface="Segoe UI"/>
                <a:cs typeface="Segoe UI"/>
              </a:defRPr>
            </a:lvl7pPr>
            <a:lvl8pPr algn="l">
              <a:defRPr sz="1800" b="0">
                <a:solidFill>
                  <a:srgbClr val="13262D"/>
                </a:solidFill>
                <a:latin typeface="Segoe UI"/>
                <a:ea typeface="Segoe UI"/>
                <a:cs typeface="Segoe UI"/>
              </a:defRPr>
            </a:lvl8pPr>
            <a:lvl9pPr algn="l">
              <a:defRPr sz="1800" b="0">
                <a:solidFill>
                  <a:srgbClr val="13262D"/>
                </a:solidFill>
                <a:latin typeface="Segoe UI"/>
                <a:ea typeface="Segoe UI"/>
                <a:cs typeface="Segoe UI"/>
              </a:defRPr>
            </a:lvl9pPr>
          </a:lstStyle>
          <a:p xmlns:a="http://schemas.openxmlformats.org/drawingml/2006/main">
            <a:pPr algn="l">
              <a:lnSpc>
                <a:spcPct val="108000"/>
              </a:lnSpc>
              <a:buNone/>
              <a:defRPr sz="1800" b="0">
                <a:solidFill>
                  <a:srgbClr val="13262D"/>
                </a:solidFill>
                <a:latin typeface="Segoe UI"/>
                <a:ea typeface="Segoe UI"/>
                <a:cs typeface="Segoe UI"/>
              </a:defRPr>
            </a:pPr>
            <a:r>
              <a:rPr sz="1800" b="0">
                <a:solidFill>
                  <a:srgbClr val="13262D"/>
                </a:solidFill>
                <a:latin typeface="Segoe UI"/>
                <a:ea typeface="Segoe UI"/>
                <a:cs typeface="Segoe UI"/>
              </a:rPr>
              <a:t>Copilot Studio agents and workflows</a:t>
            </a:r>
          </a:p>
        </p:txBody>
      </p:sp>
      <p:sp>
        <p:nvSpPr>
          <p:cNvPr id="10" name="">
            <a:extLst xmlns:a="http://schemas.openxmlformats.org/drawingml/2006/main">
              <a:ext uri="{FF2B5EF4-FFF2-40B4-BE49-F238E27FC236}">
                <a16:creationId xmlns:a16="http://schemas.microsoft.com/office/drawing/2014/main" id="{2F88DBB0-E695-428F-BA66-6D2A171C5CC2}"/>
              </a:ext>
            </a:extLst>
          </p:cNvPr>
          <p:cNvSpPr>
            <a:spLocks xmlns:a="http://schemas.openxmlformats.org/drawingml/2006/main" noGrp="1"/>
          </p:cNvSpPr>
          <p:nvPr/>
        </p:nvSpPr>
        <p:spPr>
          <a:xfrm xmlns:a="http://schemas.openxmlformats.org/drawingml/2006/main">
            <a:off x="609600" y="4591050"/>
            <a:ext cx="8448675" cy="733425"/>
          </a:xfrm>
          <a:prstGeom xmlns:a="http://schemas.openxmlformats.org/drawingml/2006/main" prst="rect">
            <a:avLst/>
          </a:prstGeom>
          <a:solidFill xmlns:a="http://schemas.openxmlformats.org/drawingml/2006/main">
            <a:srgbClr val="ECEFEC"/>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7852AFA6-6B8D-4840-9AFE-BD1FE694AAFC}"/>
              </a:ext>
            </a:extLst>
          </p:cNvPr>
          <p:cNvSpPr>
            <a:spLocks xmlns:a="http://schemas.openxmlformats.org/drawingml/2006/main" noGrp="1"/>
          </p:cNvSpPr>
          <p:nvPr/>
        </p:nvSpPr>
        <p:spPr>
          <a:xfrm xmlns:a="http://schemas.openxmlformats.org/drawingml/2006/main">
            <a:off x="800100" y="4772025"/>
            <a:ext cx="2571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1">
                <a:solidFill>
                  <a:srgbClr val="2158D5"/>
                </a:solidFill>
                <a:latin typeface="Segoe UI"/>
                <a:ea typeface="Segoe UI"/>
                <a:cs typeface="Segoe UI"/>
              </a:defRPr>
            </a:defPPr>
            <a:lvl1pPr algn="l">
              <a:defRPr sz="1725" b="1">
                <a:solidFill>
                  <a:srgbClr val="2158D5"/>
                </a:solidFill>
                <a:latin typeface="Segoe UI"/>
                <a:ea typeface="Segoe UI"/>
                <a:cs typeface="Segoe UI"/>
              </a:defRPr>
            </a:lvl1pPr>
            <a:lvl2pPr algn="l">
              <a:defRPr sz="1725" b="1">
                <a:solidFill>
                  <a:srgbClr val="2158D5"/>
                </a:solidFill>
                <a:latin typeface="Segoe UI"/>
                <a:ea typeface="Segoe UI"/>
                <a:cs typeface="Segoe UI"/>
              </a:defRPr>
            </a:lvl2pPr>
            <a:lvl3pPr algn="l">
              <a:defRPr sz="1725" b="1">
                <a:solidFill>
                  <a:srgbClr val="2158D5"/>
                </a:solidFill>
                <a:latin typeface="Segoe UI"/>
                <a:ea typeface="Segoe UI"/>
                <a:cs typeface="Segoe UI"/>
              </a:defRPr>
            </a:lvl3pPr>
            <a:lvl4pPr algn="l">
              <a:defRPr sz="1725" b="1">
                <a:solidFill>
                  <a:srgbClr val="2158D5"/>
                </a:solidFill>
                <a:latin typeface="Segoe UI"/>
                <a:ea typeface="Segoe UI"/>
                <a:cs typeface="Segoe UI"/>
              </a:defRPr>
            </a:lvl4pPr>
            <a:lvl5pPr algn="l">
              <a:defRPr sz="1725" b="1">
                <a:solidFill>
                  <a:srgbClr val="2158D5"/>
                </a:solidFill>
                <a:latin typeface="Segoe UI"/>
                <a:ea typeface="Segoe UI"/>
                <a:cs typeface="Segoe UI"/>
              </a:defRPr>
            </a:lvl5pPr>
            <a:lvl6pPr algn="l">
              <a:defRPr sz="1725" b="1">
                <a:solidFill>
                  <a:srgbClr val="2158D5"/>
                </a:solidFill>
                <a:latin typeface="Segoe UI"/>
                <a:ea typeface="Segoe UI"/>
                <a:cs typeface="Segoe UI"/>
              </a:defRPr>
            </a:lvl6pPr>
            <a:lvl7pPr algn="l">
              <a:defRPr sz="1725" b="1">
                <a:solidFill>
                  <a:srgbClr val="2158D5"/>
                </a:solidFill>
                <a:latin typeface="Segoe UI"/>
                <a:ea typeface="Segoe UI"/>
                <a:cs typeface="Segoe UI"/>
              </a:defRPr>
            </a:lvl7pPr>
            <a:lvl8pPr algn="l">
              <a:defRPr sz="1725" b="1">
                <a:solidFill>
                  <a:srgbClr val="2158D5"/>
                </a:solidFill>
                <a:latin typeface="Segoe UI"/>
                <a:ea typeface="Segoe UI"/>
                <a:cs typeface="Segoe UI"/>
              </a:defRPr>
            </a:lvl8pPr>
            <a:lvl9pPr algn="l">
              <a:defRPr sz="1725" b="1">
                <a:solidFill>
                  <a:srgbClr val="2158D5"/>
                </a:solidFill>
                <a:latin typeface="Segoe UI"/>
                <a:ea typeface="Segoe UI"/>
                <a:cs typeface="Segoe UI"/>
              </a:defRPr>
            </a:lvl9pPr>
          </a:lstStyle>
          <a:p xmlns:a="http://schemas.openxmlformats.org/drawingml/2006/main">
            <a:pPr algn="l">
              <a:lnSpc>
                <a:spcPct val="108000"/>
              </a:lnSpc>
              <a:buNone/>
              <a:defRPr sz="1725" b="1">
                <a:solidFill>
                  <a:srgbClr val="2158D5"/>
                </a:solidFill>
                <a:latin typeface="Segoe UI"/>
                <a:ea typeface="Segoe UI"/>
                <a:cs typeface="Segoe UI"/>
              </a:defRPr>
            </a:pPr>
            <a:r>
              <a:rPr sz="1725" b="1">
                <a:solidFill>
                  <a:srgbClr val="2158D5"/>
                </a:solidFill>
                <a:latin typeface="Segoe UI"/>
                <a:ea typeface="Segoe UI"/>
                <a:cs typeface="Segoe UI"/>
              </a:rPr>
              <a:t>Business knowledge</a:t>
            </a:r>
          </a:p>
        </p:txBody>
      </p:sp>
      <p:sp>
        <p:nvSpPr>
          <p:cNvPr id="12" name="">
            <a:extLst xmlns:a="http://schemas.openxmlformats.org/drawingml/2006/main">
              <a:ext uri="{FF2B5EF4-FFF2-40B4-BE49-F238E27FC236}">
                <a16:creationId xmlns:a16="http://schemas.microsoft.com/office/drawing/2014/main" id="{3DC7FD68-E15D-47AA-836E-DC6392DDEFDC}"/>
              </a:ext>
            </a:extLst>
          </p:cNvPr>
          <p:cNvSpPr>
            <a:spLocks xmlns:a="http://schemas.openxmlformats.org/drawingml/2006/main" noGrp="1"/>
          </p:cNvSpPr>
          <p:nvPr/>
        </p:nvSpPr>
        <p:spPr>
          <a:xfrm xmlns:a="http://schemas.openxmlformats.org/drawingml/2006/main">
            <a:off x="3476625" y="4762500"/>
            <a:ext cx="5353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13262D"/>
                </a:solidFill>
                <a:latin typeface="Segoe UI"/>
                <a:ea typeface="Segoe UI"/>
                <a:cs typeface="Segoe UI"/>
              </a:defRPr>
            </a:defPPr>
            <a:lvl1pPr algn="l">
              <a:defRPr sz="1800" b="0">
                <a:solidFill>
                  <a:srgbClr val="13262D"/>
                </a:solidFill>
                <a:latin typeface="Segoe UI"/>
                <a:ea typeface="Segoe UI"/>
                <a:cs typeface="Segoe UI"/>
              </a:defRPr>
            </a:lvl1pPr>
            <a:lvl2pPr algn="l">
              <a:defRPr sz="1800" b="0">
                <a:solidFill>
                  <a:srgbClr val="13262D"/>
                </a:solidFill>
                <a:latin typeface="Segoe UI"/>
                <a:ea typeface="Segoe UI"/>
                <a:cs typeface="Segoe UI"/>
              </a:defRPr>
            </a:lvl2pPr>
            <a:lvl3pPr algn="l">
              <a:defRPr sz="1800" b="0">
                <a:solidFill>
                  <a:srgbClr val="13262D"/>
                </a:solidFill>
                <a:latin typeface="Segoe UI"/>
                <a:ea typeface="Segoe UI"/>
                <a:cs typeface="Segoe UI"/>
              </a:defRPr>
            </a:lvl3pPr>
            <a:lvl4pPr algn="l">
              <a:defRPr sz="1800" b="0">
                <a:solidFill>
                  <a:srgbClr val="13262D"/>
                </a:solidFill>
                <a:latin typeface="Segoe UI"/>
                <a:ea typeface="Segoe UI"/>
                <a:cs typeface="Segoe UI"/>
              </a:defRPr>
            </a:lvl4pPr>
            <a:lvl5pPr algn="l">
              <a:defRPr sz="1800" b="0">
                <a:solidFill>
                  <a:srgbClr val="13262D"/>
                </a:solidFill>
                <a:latin typeface="Segoe UI"/>
                <a:ea typeface="Segoe UI"/>
                <a:cs typeface="Segoe UI"/>
              </a:defRPr>
            </a:lvl5pPr>
            <a:lvl6pPr algn="l">
              <a:defRPr sz="1800" b="0">
                <a:solidFill>
                  <a:srgbClr val="13262D"/>
                </a:solidFill>
                <a:latin typeface="Segoe UI"/>
                <a:ea typeface="Segoe UI"/>
                <a:cs typeface="Segoe UI"/>
              </a:defRPr>
            </a:lvl6pPr>
            <a:lvl7pPr algn="l">
              <a:defRPr sz="1800" b="0">
                <a:solidFill>
                  <a:srgbClr val="13262D"/>
                </a:solidFill>
                <a:latin typeface="Segoe UI"/>
                <a:ea typeface="Segoe UI"/>
                <a:cs typeface="Segoe UI"/>
              </a:defRPr>
            </a:lvl7pPr>
            <a:lvl8pPr algn="l">
              <a:defRPr sz="1800" b="0">
                <a:solidFill>
                  <a:srgbClr val="13262D"/>
                </a:solidFill>
                <a:latin typeface="Segoe UI"/>
                <a:ea typeface="Segoe UI"/>
                <a:cs typeface="Segoe UI"/>
              </a:defRPr>
            </a:lvl8pPr>
            <a:lvl9pPr algn="l">
              <a:defRPr sz="1800" b="0">
                <a:solidFill>
                  <a:srgbClr val="13262D"/>
                </a:solidFill>
                <a:latin typeface="Segoe UI"/>
                <a:ea typeface="Segoe UI"/>
                <a:cs typeface="Segoe UI"/>
              </a:defRPr>
            </a:lvl9pPr>
          </a:lstStyle>
          <a:p xmlns:a="http://schemas.openxmlformats.org/drawingml/2006/main">
            <a:pPr algn="l">
              <a:lnSpc>
                <a:spcPct val="108000"/>
              </a:lnSpc>
              <a:buNone/>
              <a:defRPr sz="1800" b="0">
                <a:solidFill>
                  <a:srgbClr val="13262D"/>
                </a:solidFill>
                <a:latin typeface="Segoe UI"/>
                <a:ea typeface="Segoe UI"/>
                <a:cs typeface="Segoe UI"/>
              </a:defRPr>
            </a:pPr>
            <a:r>
              <a:rPr sz="1800" b="0">
                <a:solidFill>
                  <a:srgbClr val="13262D"/>
                </a:solidFill>
                <a:latin typeface="Segoe UI"/>
                <a:ea typeface="Segoe UI"/>
                <a:cs typeface="Segoe UI"/>
              </a:rPr>
              <a:t>Approved enterprise systems and data</a:t>
            </a:r>
          </a:p>
        </p:txBody>
      </p:sp>
      <p:sp>
        <p:nvSpPr>
          <p:cNvPr id="13" name="">
            <a:extLst xmlns:a="http://schemas.openxmlformats.org/drawingml/2006/main">
              <a:ext uri="{FF2B5EF4-FFF2-40B4-BE49-F238E27FC236}">
                <a16:creationId xmlns:a16="http://schemas.microsoft.com/office/drawing/2014/main" id="{50D95C4A-025D-4C33-B390-B172AD102E09}"/>
              </a:ext>
            </a:extLst>
          </p:cNvPr>
          <p:cNvSpPr>
            <a:spLocks xmlns:a="http://schemas.openxmlformats.org/drawingml/2006/main" noGrp="1"/>
          </p:cNvSpPr>
          <p:nvPr/>
        </p:nvSpPr>
        <p:spPr>
          <a:xfrm xmlns:a="http://schemas.openxmlformats.org/drawingml/2006/main">
            <a:off x="9353550" y="2857500"/>
            <a:ext cx="2181225" cy="2466975"/>
          </a:xfrm>
          <a:prstGeom xmlns:a="http://schemas.openxmlformats.org/drawingml/2006/main" prst="rect">
            <a:avLst/>
          </a:prstGeom>
          <a:solidFill xmlns:a="http://schemas.openxmlformats.org/drawingml/2006/main">
            <a:srgbClr val="13262D"/>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CDB9993-5ACF-483A-BEDB-AFE3AEA67D18}"/>
              </a:ext>
            </a:extLst>
          </p:cNvPr>
          <p:cNvSpPr>
            <a:spLocks xmlns:a="http://schemas.openxmlformats.org/drawingml/2006/main" noGrp="1"/>
          </p:cNvSpPr>
          <p:nvPr/>
        </p:nvSpPr>
        <p:spPr>
          <a:xfrm xmlns:a="http://schemas.openxmlformats.org/drawingml/2006/main">
            <a:off x="9563100" y="3095625"/>
            <a:ext cx="17716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FFFFFF"/>
                </a:solidFill>
                <a:latin typeface="Segoe UI"/>
                <a:ea typeface="Segoe UI"/>
                <a:cs typeface="Segoe UI"/>
              </a:defRPr>
            </a:defPPr>
            <a:lvl1pPr algn="l">
              <a:defRPr sz="2250" b="1">
                <a:solidFill>
                  <a:srgbClr val="FFFFFF"/>
                </a:solidFill>
                <a:latin typeface="Segoe UI"/>
                <a:ea typeface="Segoe UI"/>
                <a:cs typeface="Segoe UI"/>
              </a:defRPr>
            </a:lvl1pPr>
            <a:lvl2pPr algn="l">
              <a:defRPr sz="2250" b="1">
                <a:solidFill>
                  <a:srgbClr val="FFFFFF"/>
                </a:solidFill>
                <a:latin typeface="Segoe UI"/>
                <a:ea typeface="Segoe UI"/>
                <a:cs typeface="Segoe UI"/>
              </a:defRPr>
            </a:lvl2pPr>
            <a:lvl3pPr algn="l">
              <a:defRPr sz="2250" b="1">
                <a:solidFill>
                  <a:srgbClr val="FFFFFF"/>
                </a:solidFill>
                <a:latin typeface="Segoe UI"/>
                <a:ea typeface="Segoe UI"/>
                <a:cs typeface="Segoe UI"/>
              </a:defRPr>
            </a:lvl3pPr>
            <a:lvl4pPr algn="l">
              <a:defRPr sz="2250" b="1">
                <a:solidFill>
                  <a:srgbClr val="FFFFFF"/>
                </a:solidFill>
                <a:latin typeface="Segoe UI"/>
                <a:ea typeface="Segoe UI"/>
                <a:cs typeface="Segoe UI"/>
              </a:defRPr>
            </a:lvl4pPr>
            <a:lvl5pPr algn="l">
              <a:defRPr sz="2250" b="1">
                <a:solidFill>
                  <a:srgbClr val="FFFFFF"/>
                </a:solidFill>
                <a:latin typeface="Segoe UI"/>
                <a:ea typeface="Segoe UI"/>
                <a:cs typeface="Segoe UI"/>
              </a:defRPr>
            </a:lvl5pPr>
            <a:lvl6pPr algn="l">
              <a:defRPr sz="2250" b="1">
                <a:solidFill>
                  <a:srgbClr val="FFFFFF"/>
                </a:solidFill>
                <a:latin typeface="Segoe UI"/>
                <a:ea typeface="Segoe UI"/>
                <a:cs typeface="Segoe UI"/>
              </a:defRPr>
            </a:lvl6pPr>
            <a:lvl7pPr algn="l">
              <a:defRPr sz="2250" b="1">
                <a:solidFill>
                  <a:srgbClr val="FFFFFF"/>
                </a:solidFill>
                <a:latin typeface="Segoe UI"/>
                <a:ea typeface="Segoe UI"/>
                <a:cs typeface="Segoe UI"/>
              </a:defRPr>
            </a:lvl7pPr>
            <a:lvl8pPr algn="l">
              <a:defRPr sz="2250" b="1">
                <a:solidFill>
                  <a:srgbClr val="FFFFFF"/>
                </a:solidFill>
                <a:latin typeface="Segoe UI"/>
                <a:ea typeface="Segoe UI"/>
                <a:cs typeface="Segoe UI"/>
              </a:defRPr>
            </a:lvl8pPr>
            <a:lvl9pPr algn="l">
              <a:defRPr sz="2250" b="1">
                <a:solidFill>
                  <a:srgbClr val="FFFFFF"/>
                </a:solidFill>
                <a:latin typeface="Segoe UI"/>
                <a:ea typeface="Segoe UI"/>
                <a:cs typeface="Segoe UI"/>
              </a:defRPr>
            </a:lvl9pPr>
          </a:lstStyle>
          <a:p xmlns:a="http://schemas.openxmlformats.org/drawingml/2006/main">
            <a:pPr algn="l">
              <a:lnSpc>
                <a:spcPct val="108000"/>
              </a:lnSpc>
              <a:buNone/>
              <a:defRPr sz="2250" b="1">
                <a:solidFill>
                  <a:srgbClr val="FFFFFF"/>
                </a:solidFill>
                <a:latin typeface="Segoe UI"/>
                <a:ea typeface="Segoe UI"/>
                <a:cs typeface="Segoe UI"/>
              </a:defRPr>
            </a:pPr>
            <a:r>
              <a:rPr sz="2250" b="1">
                <a:solidFill>
                  <a:srgbClr val="FFFFFF"/>
                </a:solidFill>
                <a:latin typeface="Segoe UI"/>
                <a:ea typeface="Segoe UI"/>
                <a:cs typeface="Segoe UI"/>
              </a:rPr>
              <a:t>Trust</a:t>
            </a:r>
          </a:p>
          <a:p xmlns:a="http://schemas.openxmlformats.org/drawingml/2006/main">
            <a:pPr algn="l">
              <a:lnSpc>
                <a:spcPct val="108000"/>
              </a:lnSpc>
              <a:buNone/>
              <a:defRPr sz="2250" b="1">
                <a:solidFill>
                  <a:srgbClr val="FFFFFF"/>
                </a:solidFill>
                <a:latin typeface="Segoe UI"/>
                <a:ea typeface="Segoe UI"/>
                <a:cs typeface="Segoe UI"/>
              </a:defRPr>
            </a:pPr>
            <a:r>
              <a:rPr sz="2250" b="1">
                <a:solidFill>
                  <a:srgbClr val="FFFFFF"/>
                </a:solidFill>
                <a:latin typeface="Segoe UI"/>
                <a:ea typeface="Segoe UI"/>
                <a:cs typeface="Segoe UI"/>
              </a:rPr>
              <a:t>throughout</a:t>
            </a:r>
          </a:p>
        </p:txBody>
      </p:sp>
      <p:sp>
        <p:nvSpPr>
          <p:cNvPr id="15" name="">
            <a:extLst xmlns:a="http://schemas.openxmlformats.org/drawingml/2006/main">
              <a:ext uri="{FF2B5EF4-FFF2-40B4-BE49-F238E27FC236}">
                <a16:creationId xmlns:a16="http://schemas.microsoft.com/office/drawing/2014/main" id="{B7460DD5-61EA-4B43-ADFD-CB62AFCDBE1B}"/>
              </a:ext>
            </a:extLst>
          </p:cNvPr>
          <p:cNvSpPr>
            <a:spLocks xmlns:a="http://schemas.openxmlformats.org/drawingml/2006/main" noGrp="1"/>
          </p:cNvSpPr>
          <p:nvPr/>
        </p:nvSpPr>
        <p:spPr>
          <a:xfrm xmlns:a="http://schemas.openxmlformats.org/drawingml/2006/main">
            <a:off x="9563100" y="4038600"/>
            <a:ext cx="1762125"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C7E1E1"/>
                </a:solidFill>
                <a:latin typeface="Segoe UI"/>
                <a:ea typeface="Segoe UI"/>
                <a:cs typeface="Segoe UI"/>
              </a:defRPr>
            </a:defPPr>
            <a:lvl1pPr algn="l">
              <a:defRPr sz="1650" b="0">
                <a:solidFill>
                  <a:srgbClr val="C7E1E1"/>
                </a:solidFill>
                <a:latin typeface="Segoe UI"/>
                <a:ea typeface="Segoe UI"/>
                <a:cs typeface="Segoe UI"/>
              </a:defRPr>
            </a:lvl1pPr>
            <a:lvl2pPr algn="l">
              <a:defRPr sz="1650" b="0">
                <a:solidFill>
                  <a:srgbClr val="C7E1E1"/>
                </a:solidFill>
                <a:latin typeface="Segoe UI"/>
                <a:ea typeface="Segoe UI"/>
                <a:cs typeface="Segoe UI"/>
              </a:defRPr>
            </a:lvl2pPr>
            <a:lvl3pPr algn="l">
              <a:defRPr sz="1650" b="0">
                <a:solidFill>
                  <a:srgbClr val="C7E1E1"/>
                </a:solidFill>
                <a:latin typeface="Segoe UI"/>
                <a:ea typeface="Segoe UI"/>
                <a:cs typeface="Segoe UI"/>
              </a:defRPr>
            </a:lvl3pPr>
            <a:lvl4pPr algn="l">
              <a:defRPr sz="1650" b="0">
                <a:solidFill>
                  <a:srgbClr val="C7E1E1"/>
                </a:solidFill>
                <a:latin typeface="Segoe UI"/>
                <a:ea typeface="Segoe UI"/>
                <a:cs typeface="Segoe UI"/>
              </a:defRPr>
            </a:lvl4pPr>
            <a:lvl5pPr algn="l">
              <a:defRPr sz="1650" b="0">
                <a:solidFill>
                  <a:srgbClr val="C7E1E1"/>
                </a:solidFill>
                <a:latin typeface="Segoe UI"/>
                <a:ea typeface="Segoe UI"/>
                <a:cs typeface="Segoe UI"/>
              </a:defRPr>
            </a:lvl5pPr>
            <a:lvl6pPr algn="l">
              <a:defRPr sz="1650" b="0">
                <a:solidFill>
                  <a:srgbClr val="C7E1E1"/>
                </a:solidFill>
                <a:latin typeface="Segoe UI"/>
                <a:ea typeface="Segoe UI"/>
                <a:cs typeface="Segoe UI"/>
              </a:defRPr>
            </a:lvl6pPr>
            <a:lvl7pPr algn="l">
              <a:defRPr sz="1650" b="0">
                <a:solidFill>
                  <a:srgbClr val="C7E1E1"/>
                </a:solidFill>
                <a:latin typeface="Segoe UI"/>
                <a:ea typeface="Segoe UI"/>
                <a:cs typeface="Segoe UI"/>
              </a:defRPr>
            </a:lvl7pPr>
            <a:lvl8pPr algn="l">
              <a:defRPr sz="1650" b="0">
                <a:solidFill>
                  <a:srgbClr val="C7E1E1"/>
                </a:solidFill>
                <a:latin typeface="Segoe UI"/>
                <a:ea typeface="Segoe UI"/>
                <a:cs typeface="Segoe UI"/>
              </a:defRPr>
            </a:lvl8pPr>
            <a:lvl9pPr algn="l">
              <a:defRPr sz="1650" b="0">
                <a:solidFill>
                  <a:srgbClr val="C7E1E1"/>
                </a:solidFill>
                <a:latin typeface="Segoe UI"/>
                <a:ea typeface="Segoe UI"/>
                <a:cs typeface="Segoe UI"/>
              </a:defRPr>
            </a:lvl9pPr>
          </a:lstStyle>
          <a:p xmlns:a="http://schemas.openxmlformats.org/drawingml/2006/main">
            <a:pPr algn="l">
              <a:lnSpc>
                <a:spcPct val="108000"/>
              </a:lnSpc>
              <a:buNone/>
              <a:defRPr sz="1650" b="0">
                <a:solidFill>
                  <a:srgbClr val="C7E1E1"/>
                </a:solidFill>
                <a:latin typeface="Segoe UI"/>
                <a:ea typeface="Segoe UI"/>
                <a:cs typeface="Segoe UI"/>
              </a:defRPr>
            </a:pPr>
            <a:r>
              <a:rPr sz="1650" b="0">
                <a:solidFill>
                  <a:srgbClr val="C7E1E1"/>
                </a:solidFill>
                <a:latin typeface="Segoe UI"/>
                <a:ea typeface="Segoe UI"/>
                <a:cs typeface="Segoe UI"/>
              </a:rPr>
              <a:t>Identity</a:t>
            </a:r>
          </a:p>
          <a:p xmlns:a="http://schemas.openxmlformats.org/drawingml/2006/main">
            <a:pPr algn="l">
              <a:lnSpc>
                <a:spcPct val="108000"/>
              </a:lnSpc>
              <a:buNone/>
              <a:defRPr sz="1650" b="0">
                <a:solidFill>
                  <a:srgbClr val="C7E1E1"/>
                </a:solidFill>
                <a:latin typeface="Segoe UI"/>
                <a:ea typeface="Segoe UI"/>
                <a:cs typeface="Segoe UI"/>
              </a:defRPr>
            </a:pPr>
            <a:r>
              <a:rPr sz="1650" b="0">
                <a:solidFill>
                  <a:srgbClr val="C7E1E1"/>
                </a:solidFill>
                <a:latin typeface="Segoe UI"/>
                <a:ea typeface="Segoe UI"/>
                <a:cs typeface="Segoe UI"/>
              </a:rPr>
              <a:t>Access</a:t>
            </a:r>
          </a:p>
          <a:p xmlns:a="http://schemas.openxmlformats.org/drawingml/2006/main">
            <a:pPr algn="l">
              <a:lnSpc>
                <a:spcPct val="108000"/>
              </a:lnSpc>
              <a:buNone/>
              <a:defRPr sz="1650" b="0">
                <a:solidFill>
                  <a:srgbClr val="C7E1E1"/>
                </a:solidFill>
                <a:latin typeface="Segoe UI"/>
                <a:ea typeface="Segoe UI"/>
                <a:cs typeface="Segoe UI"/>
              </a:defRPr>
            </a:pPr>
            <a:r>
              <a:rPr sz="1650" b="0">
                <a:solidFill>
                  <a:srgbClr val="C7E1E1"/>
                </a:solidFill>
                <a:latin typeface="Segoe UI"/>
                <a:ea typeface="Segoe UI"/>
                <a:cs typeface="Segoe UI"/>
              </a:rPr>
              <a:t>Data policy</a:t>
            </a:r>
          </a:p>
          <a:p xmlns:a="http://schemas.openxmlformats.org/drawingml/2006/main">
            <a:pPr algn="l">
              <a:lnSpc>
                <a:spcPct val="108000"/>
              </a:lnSpc>
              <a:buNone/>
              <a:defRPr sz="1650" b="0">
                <a:solidFill>
                  <a:srgbClr val="C7E1E1"/>
                </a:solidFill>
                <a:latin typeface="Segoe UI"/>
                <a:ea typeface="Segoe UI"/>
                <a:cs typeface="Segoe UI"/>
              </a:defRPr>
            </a:pPr>
            <a:r>
              <a:rPr sz="1650" b="0">
                <a:solidFill>
                  <a:srgbClr val="C7E1E1"/>
                </a:solidFill>
                <a:latin typeface="Segoe UI"/>
                <a:ea typeface="Segoe UI"/>
                <a:cs typeface="Segoe UI"/>
              </a:rPr>
              <a:t>Oversight</a:t>
            </a:r>
          </a:p>
        </p:txBody>
      </p:sp>
      <p:sp>
        <p:nvSpPr>
          <p:cNvPr id="16" name="">
            <a:extLst xmlns:a="http://schemas.openxmlformats.org/drawingml/2006/main">
              <a:ext uri="{FF2B5EF4-FFF2-40B4-BE49-F238E27FC236}">
                <a16:creationId xmlns:a16="http://schemas.microsoft.com/office/drawing/2014/main" id="{3F5D57B3-9E8B-46AD-BDC9-864154C3731F}"/>
              </a:ext>
            </a:extLst>
          </p:cNvPr>
          <p:cNvSpPr>
            <a:spLocks xmlns:a="http://schemas.openxmlformats.org/drawingml/2006/main" noGrp="1"/>
          </p:cNvSpPr>
          <p:nvPr/>
        </p:nvSpPr>
        <p:spPr>
          <a:xfrm xmlns:a="http://schemas.openxmlformats.org/drawingml/2006/main">
            <a:off x="609600" y="5819775"/>
            <a:ext cx="10906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00" b="0">
                <a:solidFill>
                  <a:srgbClr val="57666C"/>
                </a:solidFill>
                <a:latin typeface="Segoe UI"/>
                <a:ea typeface="Segoe UI"/>
                <a:cs typeface="Segoe UI"/>
              </a:defRPr>
            </a:defPPr>
            <a:lvl1pPr algn="l">
              <a:defRPr sz="1500" b="0">
                <a:solidFill>
                  <a:srgbClr val="57666C"/>
                </a:solidFill>
                <a:latin typeface="Segoe UI"/>
                <a:ea typeface="Segoe UI"/>
                <a:cs typeface="Segoe UI"/>
              </a:defRPr>
            </a:lvl1pPr>
            <a:lvl2pPr algn="l">
              <a:defRPr sz="1500" b="0">
                <a:solidFill>
                  <a:srgbClr val="57666C"/>
                </a:solidFill>
                <a:latin typeface="Segoe UI"/>
                <a:ea typeface="Segoe UI"/>
                <a:cs typeface="Segoe UI"/>
              </a:defRPr>
            </a:lvl2pPr>
            <a:lvl3pPr algn="l">
              <a:defRPr sz="1500" b="0">
                <a:solidFill>
                  <a:srgbClr val="57666C"/>
                </a:solidFill>
                <a:latin typeface="Segoe UI"/>
                <a:ea typeface="Segoe UI"/>
                <a:cs typeface="Segoe UI"/>
              </a:defRPr>
            </a:lvl3pPr>
            <a:lvl4pPr algn="l">
              <a:defRPr sz="1500" b="0">
                <a:solidFill>
                  <a:srgbClr val="57666C"/>
                </a:solidFill>
                <a:latin typeface="Segoe UI"/>
                <a:ea typeface="Segoe UI"/>
                <a:cs typeface="Segoe UI"/>
              </a:defRPr>
            </a:lvl4pPr>
            <a:lvl5pPr algn="l">
              <a:defRPr sz="1500" b="0">
                <a:solidFill>
                  <a:srgbClr val="57666C"/>
                </a:solidFill>
                <a:latin typeface="Segoe UI"/>
                <a:ea typeface="Segoe UI"/>
                <a:cs typeface="Segoe UI"/>
              </a:defRPr>
            </a:lvl5pPr>
            <a:lvl6pPr algn="l">
              <a:defRPr sz="1500" b="0">
                <a:solidFill>
                  <a:srgbClr val="57666C"/>
                </a:solidFill>
                <a:latin typeface="Segoe UI"/>
                <a:ea typeface="Segoe UI"/>
                <a:cs typeface="Segoe UI"/>
              </a:defRPr>
            </a:lvl6pPr>
            <a:lvl7pPr algn="l">
              <a:defRPr sz="1500" b="0">
                <a:solidFill>
                  <a:srgbClr val="57666C"/>
                </a:solidFill>
                <a:latin typeface="Segoe UI"/>
                <a:ea typeface="Segoe UI"/>
                <a:cs typeface="Segoe UI"/>
              </a:defRPr>
            </a:lvl7pPr>
            <a:lvl8pPr algn="l">
              <a:defRPr sz="1500" b="0">
                <a:solidFill>
                  <a:srgbClr val="57666C"/>
                </a:solidFill>
                <a:latin typeface="Segoe UI"/>
                <a:ea typeface="Segoe UI"/>
                <a:cs typeface="Segoe UI"/>
              </a:defRPr>
            </a:lvl8pPr>
            <a:lvl9pPr algn="l">
              <a:defRPr sz="1500" b="0">
                <a:solidFill>
                  <a:srgbClr val="57666C"/>
                </a:solidFill>
                <a:latin typeface="Segoe UI"/>
                <a:ea typeface="Segoe UI"/>
                <a:cs typeface="Segoe UI"/>
              </a:defRPr>
            </a:lvl9pPr>
          </a:lstStyle>
          <a:p xmlns:a="http://schemas.openxmlformats.org/drawingml/2006/main">
            <a:pPr algn="l">
              <a:lnSpc>
                <a:spcPct val="108000"/>
              </a:lnSpc>
              <a:buNone/>
              <a:defRPr sz="1500" b="0">
                <a:solidFill>
                  <a:srgbClr val="57666C"/>
                </a:solidFill>
                <a:latin typeface="Segoe UI"/>
                <a:ea typeface="Segoe UI"/>
                <a:cs typeface="Segoe UI"/>
              </a:defRPr>
            </a:pPr>
            <a:r>
              <a:rPr sz="1500" b="0">
                <a:solidFill>
                  <a:srgbClr val="57666C"/>
                </a:solidFill>
                <a:latin typeface="Segoe UI"/>
                <a:ea typeface="Segoe UI"/>
                <a:cs typeface="Segoe UI"/>
              </a:rPr>
              <a:t>Illustrative pattern. Validate integration, permissions, controls and licensing.</a:t>
            </a:r>
          </a:p>
        </p:txBody>
      </p:sp>
    </p:spTree>
    <p:extLst>
      <p:ext uri="{BB962C8B-B14F-4D97-AF65-F5344CB8AC3E}">
        <p14:creationId xmlns:p14="http://schemas.microsoft.com/office/powerpoint/2010/main" val="1431152604"/>
      </p:ext>
    </p:extLst>
  </p:cSld>
</p:sld>
</file>

<file path=ppt/slides/slide11.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D60EFB1-3D5B-4601-9149-ACBBECC09156}"/>
              </a:ext>
            </a:extLst>
          </p:cNvPr>
          <p:cNvSpPr>
            <a:spLocks xmlns:a="http://schemas.openxmlformats.org/drawingml/2006/main" noGrp="1"/>
          </p:cNvSpPr>
          <p:nvPr/>
        </p:nvSpPr>
        <p:spPr>
          <a:xfrm xmlns:a="http://schemas.openxmlformats.org/drawingml/2006/main">
            <a:off x="609600" y="6486525"/>
            <a:ext cx="762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57666C"/>
                </a:solidFill>
                <a:latin typeface="Segoe UI"/>
                <a:ea typeface="Segoe UI"/>
                <a:cs typeface="Segoe UI"/>
              </a:defRPr>
            </a:defPPr>
            <a:lvl1pPr algn="l">
              <a:defRPr sz="900" b="0">
                <a:solidFill>
                  <a:srgbClr val="57666C"/>
                </a:solidFill>
                <a:latin typeface="Segoe UI"/>
                <a:ea typeface="Segoe UI"/>
                <a:cs typeface="Segoe UI"/>
              </a:defRPr>
            </a:lvl1pPr>
            <a:lvl2pPr algn="l">
              <a:defRPr sz="900" b="0">
                <a:solidFill>
                  <a:srgbClr val="57666C"/>
                </a:solidFill>
                <a:latin typeface="Segoe UI"/>
                <a:ea typeface="Segoe UI"/>
                <a:cs typeface="Segoe UI"/>
              </a:defRPr>
            </a:lvl2pPr>
            <a:lvl3pPr algn="l">
              <a:defRPr sz="900" b="0">
                <a:solidFill>
                  <a:srgbClr val="57666C"/>
                </a:solidFill>
                <a:latin typeface="Segoe UI"/>
                <a:ea typeface="Segoe UI"/>
                <a:cs typeface="Segoe UI"/>
              </a:defRPr>
            </a:lvl3pPr>
            <a:lvl4pPr algn="l">
              <a:defRPr sz="900" b="0">
                <a:solidFill>
                  <a:srgbClr val="57666C"/>
                </a:solidFill>
                <a:latin typeface="Segoe UI"/>
                <a:ea typeface="Segoe UI"/>
                <a:cs typeface="Segoe UI"/>
              </a:defRPr>
            </a:lvl4pPr>
            <a:lvl5pPr algn="l">
              <a:defRPr sz="900" b="0">
                <a:solidFill>
                  <a:srgbClr val="57666C"/>
                </a:solidFill>
                <a:latin typeface="Segoe UI"/>
                <a:ea typeface="Segoe UI"/>
                <a:cs typeface="Segoe UI"/>
              </a:defRPr>
            </a:lvl5pPr>
            <a:lvl6pPr algn="l">
              <a:defRPr sz="900" b="0">
                <a:solidFill>
                  <a:srgbClr val="57666C"/>
                </a:solidFill>
                <a:latin typeface="Segoe UI"/>
                <a:ea typeface="Segoe UI"/>
                <a:cs typeface="Segoe UI"/>
              </a:defRPr>
            </a:lvl6pPr>
            <a:lvl7pPr algn="l">
              <a:defRPr sz="900" b="0">
                <a:solidFill>
                  <a:srgbClr val="57666C"/>
                </a:solidFill>
                <a:latin typeface="Segoe UI"/>
                <a:ea typeface="Segoe UI"/>
                <a:cs typeface="Segoe UI"/>
              </a:defRPr>
            </a:lvl7pPr>
            <a:lvl8pPr algn="l">
              <a:defRPr sz="900" b="0">
                <a:solidFill>
                  <a:srgbClr val="57666C"/>
                </a:solidFill>
                <a:latin typeface="Segoe UI"/>
                <a:ea typeface="Segoe UI"/>
                <a:cs typeface="Segoe UI"/>
              </a:defRPr>
            </a:lvl8pPr>
            <a:lvl9pPr algn="l">
              <a:defRPr sz="900" b="0">
                <a:solidFill>
                  <a:srgbClr val="57666C"/>
                </a:solidFill>
                <a:latin typeface="Segoe UI"/>
                <a:ea typeface="Segoe UI"/>
                <a:cs typeface="Segoe UI"/>
              </a:defRPr>
            </a:lvl9pPr>
          </a:lstStyle>
          <a:p xmlns:a="http://schemas.openxmlformats.org/drawingml/2006/main">
            <a:pPr algn="l">
              <a:lnSpc>
                <a:spcPct val="108000"/>
              </a:lnSpc>
              <a:buNone/>
              <a:defRPr sz="900" b="0">
                <a:solidFill>
                  <a:srgbClr val="57666C"/>
                </a:solidFill>
                <a:latin typeface="Segoe UI"/>
                <a:ea typeface="Segoe UI"/>
                <a:cs typeface="Segoe UI"/>
              </a:defRPr>
            </a:pPr>
            <a:r>
              <a:rPr sz="900" b="0">
                <a:solidFill>
                  <a:srgbClr val="57666C"/>
                </a:solidFill>
                <a:latin typeface="Segoe UI"/>
                <a:ea typeface="Segoe UI"/>
                <a:cs typeface="Segoe UI"/>
              </a:rPr>
              <a:t>Meghan Fasano  /  Customer narrative concept</a:t>
            </a:r>
          </a:p>
        </p:txBody>
      </p:sp>
      <p:sp>
        <p:nvSpPr>
          <p:cNvPr id="2" name="">
            <a:extLst xmlns:a="http://schemas.openxmlformats.org/drawingml/2006/main">
              <a:ext uri="{FF2B5EF4-FFF2-40B4-BE49-F238E27FC236}">
                <a16:creationId xmlns:a16="http://schemas.microsoft.com/office/drawing/2014/main" id="{39DC3989-D5D2-4186-862D-C265251DCBCE}"/>
              </a:ext>
            </a:extLst>
          </p:cNvPr>
          <p:cNvSpPr>
            <a:spLocks xmlns:a="http://schemas.openxmlformats.org/drawingml/2006/main" noGrp="1"/>
          </p:cNvSpPr>
          <p:nvPr/>
        </p:nvSpPr>
        <p:spPr>
          <a:xfrm xmlns:a="http://schemas.openxmlformats.org/drawingml/2006/main">
            <a:off x="11049000" y="6438900"/>
            <a:ext cx="533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57666C"/>
                </a:solidFill>
                <a:latin typeface="Segoe UI"/>
                <a:ea typeface="Segoe UI"/>
                <a:cs typeface="Segoe UI"/>
              </a:defRPr>
            </a:defPPr>
            <a:lvl1pPr algn="r">
              <a:defRPr sz="1200" b="0">
                <a:solidFill>
                  <a:srgbClr val="57666C"/>
                </a:solidFill>
                <a:latin typeface="Segoe UI"/>
                <a:ea typeface="Segoe UI"/>
                <a:cs typeface="Segoe UI"/>
              </a:defRPr>
            </a:lvl1pPr>
            <a:lvl2pPr algn="r">
              <a:defRPr sz="1200" b="0">
                <a:solidFill>
                  <a:srgbClr val="57666C"/>
                </a:solidFill>
                <a:latin typeface="Segoe UI"/>
                <a:ea typeface="Segoe UI"/>
                <a:cs typeface="Segoe UI"/>
              </a:defRPr>
            </a:lvl2pPr>
            <a:lvl3pPr algn="r">
              <a:defRPr sz="1200" b="0">
                <a:solidFill>
                  <a:srgbClr val="57666C"/>
                </a:solidFill>
                <a:latin typeface="Segoe UI"/>
                <a:ea typeface="Segoe UI"/>
                <a:cs typeface="Segoe UI"/>
              </a:defRPr>
            </a:lvl3pPr>
            <a:lvl4pPr algn="r">
              <a:defRPr sz="1200" b="0">
                <a:solidFill>
                  <a:srgbClr val="57666C"/>
                </a:solidFill>
                <a:latin typeface="Segoe UI"/>
                <a:ea typeface="Segoe UI"/>
                <a:cs typeface="Segoe UI"/>
              </a:defRPr>
            </a:lvl4pPr>
            <a:lvl5pPr algn="r">
              <a:defRPr sz="1200" b="0">
                <a:solidFill>
                  <a:srgbClr val="57666C"/>
                </a:solidFill>
                <a:latin typeface="Segoe UI"/>
                <a:ea typeface="Segoe UI"/>
                <a:cs typeface="Segoe UI"/>
              </a:defRPr>
            </a:lvl5pPr>
            <a:lvl6pPr algn="r">
              <a:defRPr sz="1200" b="0">
                <a:solidFill>
                  <a:srgbClr val="57666C"/>
                </a:solidFill>
                <a:latin typeface="Segoe UI"/>
                <a:ea typeface="Segoe UI"/>
                <a:cs typeface="Segoe UI"/>
              </a:defRPr>
            </a:lvl6pPr>
            <a:lvl7pPr algn="r">
              <a:defRPr sz="1200" b="0">
                <a:solidFill>
                  <a:srgbClr val="57666C"/>
                </a:solidFill>
                <a:latin typeface="Segoe UI"/>
                <a:ea typeface="Segoe UI"/>
                <a:cs typeface="Segoe UI"/>
              </a:defRPr>
            </a:lvl7pPr>
            <a:lvl8pPr algn="r">
              <a:defRPr sz="1200" b="0">
                <a:solidFill>
                  <a:srgbClr val="57666C"/>
                </a:solidFill>
                <a:latin typeface="Segoe UI"/>
                <a:ea typeface="Segoe UI"/>
                <a:cs typeface="Segoe UI"/>
              </a:defRPr>
            </a:lvl8pPr>
            <a:lvl9pPr algn="r">
              <a:defRPr sz="1200" b="0">
                <a:solidFill>
                  <a:srgbClr val="57666C"/>
                </a:solidFill>
                <a:latin typeface="Segoe UI"/>
                <a:ea typeface="Segoe UI"/>
                <a:cs typeface="Segoe UI"/>
              </a:defRPr>
            </a:lvl9pPr>
          </a:lstStyle>
          <a:p xmlns:a="http://schemas.openxmlformats.org/drawingml/2006/main">
            <a:pPr algn="r">
              <a:lnSpc>
                <a:spcPct val="108000"/>
              </a:lnSpc>
              <a:buNone/>
              <a:defRPr sz="1200" b="0">
                <a:solidFill>
                  <a:srgbClr val="57666C"/>
                </a:solidFill>
                <a:latin typeface="Segoe UI"/>
                <a:ea typeface="Segoe UI"/>
                <a:cs typeface="Segoe UI"/>
              </a:defRPr>
            </a:pPr>
            <a:r>
              <a:rPr sz="1200" b="0">
                <a:solidFill>
                  <a:srgbClr val="57666C"/>
                </a:solidFill>
                <a:latin typeface="Segoe UI"/>
                <a:ea typeface="Segoe UI"/>
                <a:cs typeface="Segoe UI"/>
              </a:rPr>
              <a:t>11</a:t>
            </a:r>
          </a:p>
        </p:txBody>
      </p:sp>
      <p:sp>
        <p:nvSpPr>
          <p:cNvPr id="3" name="">
            <a:extLst xmlns:a="http://schemas.openxmlformats.org/drawingml/2006/main">
              <a:ext uri="{FF2B5EF4-FFF2-40B4-BE49-F238E27FC236}">
                <a16:creationId xmlns:a16="http://schemas.microsoft.com/office/drawing/2014/main" id="{84DA4F50-69EF-419F-A32D-70758589CBDC}"/>
              </a:ext>
            </a:extLst>
          </p:cNvPr>
          <p:cNvSpPr>
            <a:spLocks xmlns:a="http://schemas.openxmlformats.org/drawingml/2006/main" noGrp="1"/>
          </p:cNvSpPr>
          <p:nvPr/>
        </p:nvSpPr>
        <p:spPr>
          <a:xfrm xmlns:a="http://schemas.openxmlformats.org/drawingml/2006/main">
            <a:off x="609600" y="628650"/>
            <a:ext cx="10858500" cy="1314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4050" b="1">
                <a:solidFill>
                  <a:srgbClr val="13262D"/>
                </a:solidFill>
                <a:latin typeface="Segoe UI"/>
                <a:ea typeface="Segoe UI"/>
                <a:cs typeface="Segoe UI"/>
              </a:defRPr>
            </a:defPPr>
            <a:lvl1pPr algn="l">
              <a:defRPr sz="4050" b="1">
                <a:solidFill>
                  <a:srgbClr val="13262D"/>
                </a:solidFill>
                <a:latin typeface="Segoe UI"/>
                <a:ea typeface="Segoe UI"/>
                <a:cs typeface="Segoe UI"/>
              </a:defRPr>
            </a:lvl1pPr>
            <a:lvl2pPr algn="l">
              <a:defRPr sz="4050" b="1">
                <a:solidFill>
                  <a:srgbClr val="13262D"/>
                </a:solidFill>
                <a:latin typeface="Segoe UI"/>
                <a:ea typeface="Segoe UI"/>
                <a:cs typeface="Segoe UI"/>
              </a:defRPr>
            </a:lvl2pPr>
            <a:lvl3pPr algn="l">
              <a:defRPr sz="4050" b="1">
                <a:solidFill>
                  <a:srgbClr val="13262D"/>
                </a:solidFill>
                <a:latin typeface="Segoe UI"/>
                <a:ea typeface="Segoe UI"/>
                <a:cs typeface="Segoe UI"/>
              </a:defRPr>
            </a:lvl3pPr>
            <a:lvl4pPr algn="l">
              <a:defRPr sz="4050" b="1">
                <a:solidFill>
                  <a:srgbClr val="13262D"/>
                </a:solidFill>
                <a:latin typeface="Segoe UI"/>
                <a:ea typeface="Segoe UI"/>
                <a:cs typeface="Segoe UI"/>
              </a:defRPr>
            </a:lvl4pPr>
            <a:lvl5pPr algn="l">
              <a:defRPr sz="4050" b="1">
                <a:solidFill>
                  <a:srgbClr val="13262D"/>
                </a:solidFill>
                <a:latin typeface="Segoe UI"/>
                <a:ea typeface="Segoe UI"/>
                <a:cs typeface="Segoe UI"/>
              </a:defRPr>
            </a:lvl5pPr>
            <a:lvl6pPr algn="l">
              <a:defRPr sz="4050" b="1">
                <a:solidFill>
                  <a:srgbClr val="13262D"/>
                </a:solidFill>
                <a:latin typeface="Segoe UI"/>
                <a:ea typeface="Segoe UI"/>
                <a:cs typeface="Segoe UI"/>
              </a:defRPr>
            </a:lvl6pPr>
            <a:lvl7pPr algn="l">
              <a:defRPr sz="4050" b="1">
                <a:solidFill>
                  <a:srgbClr val="13262D"/>
                </a:solidFill>
                <a:latin typeface="Segoe UI"/>
                <a:ea typeface="Segoe UI"/>
                <a:cs typeface="Segoe UI"/>
              </a:defRPr>
            </a:lvl7pPr>
            <a:lvl8pPr algn="l">
              <a:defRPr sz="4050" b="1">
                <a:solidFill>
                  <a:srgbClr val="13262D"/>
                </a:solidFill>
                <a:latin typeface="Segoe UI"/>
                <a:ea typeface="Segoe UI"/>
                <a:cs typeface="Segoe UI"/>
              </a:defRPr>
            </a:lvl8pPr>
            <a:lvl9pPr algn="l">
              <a:defRPr sz="4050" b="1">
                <a:solidFill>
                  <a:srgbClr val="13262D"/>
                </a:solidFill>
                <a:latin typeface="Segoe UI"/>
                <a:ea typeface="Segoe UI"/>
                <a:cs typeface="Segoe UI"/>
              </a:defRPr>
            </a:lvl9pPr>
          </a:lstStyle>
          <a:p xmlns:a="http://schemas.openxmlformats.org/drawingml/2006/main">
            <a:pPr algn="l">
              <a:lnSpc>
                <a:spcPct val="108000"/>
              </a:lnSpc>
              <a:buNone/>
              <a:defRPr sz="4050" b="1">
                <a:solidFill>
                  <a:srgbClr val="13262D"/>
                </a:solidFill>
                <a:latin typeface="Segoe UI"/>
                <a:ea typeface="Segoe UI"/>
                <a:cs typeface="Segoe UI"/>
              </a:defRPr>
            </a:pPr>
            <a:r>
              <a:rPr sz="4050" b="1">
                <a:solidFill>
                  <a:srgbClr val="13262D"/>
                </a:solidFill>
                <a:latin typeface="Segoe UI"/>
                <a:ea typeface="Segoe UI"/>
                <a:cs typeface="Segoe UI"/>
              </a:rPr>
              <a:t>Success is visible in</a:t>
            </a:r>
          </a:p>
          <a:p xmlns:a="http://schemas.openxmlformats.org/drawingml/2006/main">
            <a:pPr algn="l">
              <a:lnSpc>
                <a:spcPct val="108000"/>
              </a:lnSpc>
              <a:buNone/>
              <a:defRPr sz="4050" b="1">
                <a:solidFill>
                  <a:srgbClr val="13262D"/>
                </a:solidFill>
                <a:latin typeface="Segoe UI"/>
                <a:ea typeface="Segoe UI"/>
                <a:cs typeface="Segoe UI"/>
              </a:defRPr>
            </a:pPr>
            <a:r>
              <a:rPr sz="4050" b="1">
                <a:solidFill>
                  <a:srgbClr val="13262D"/>
                </a:solidFill>
                <a:latin typeface="Segoe UI"/>
                <a:ea typeface="Segoe UI"/>
                <a:cs typeface="Segoe UI"/>
              </a:rPr>
              <a:t>the customer experience</a:t>
            </a:r>
          </a:p>
        </p:txBody>
      </p:sp>
      <p:graphicFrame>
        <p:nvGraphicFramePr>
          <p:cNvPr id="4" name="">
            <a:extLst xmlns:a="http://schemas.openxmlformats.org/drawingml/2006/main">
              <a:ext uri="{FF2B5EF4-FFF2-40B4-BE49-F238E27FC236}">
                <a16:creationId xmlns:a16="http://schemas.microsoft.com/office/drawing/2014/main" id="{0C143EA1-4F28-4D9F-AF30-8C988A83515A}"/>
              </a:ext>
            </a:extLst>
          </p:cNvPr>
          <p:cNvGraphicFramePr/>
          <p:nvPr/>
        </p:nvGraphicFramePr>
        <p:xfrm>
          <a:off xmlns:a="http://schemas.openxmlformats.org/drawingml/2006/main" x="609600" y="2724150"/>
          <a:ext xmlns:a="http://schemas.openxmlformats.org/drawingml/2006/main" cx="10972800" cy="2905125"/>
        </p:xfrm>
        <a:graphic xmlns:a="http://schemas.openxmlformats.org/drawingml/2006/main">
          <a:graphicData uri="http://schemas.openxmlformats.org/drawingml/2006/table">
            <a:tbl>
              <a:tblPr/>
              <a:tblGrid>
                <a:gridCol w="2886075"/>
                <a:gridCol w="4543425"/>
                <a:gridCol w="3543300"/>
              </a:tblGrid>
              <a:tr h="581025">
                <a:tc>
                  <a:txBody>
                    <a:bodyPr lIns="133350" tIns="133350" rIns="133350" bIns="133350">
                      <a:noAutofit/>
                    </a:bodyPr>
                    <a:lstStyle/>
                    <a:p>
                      <a:r>
                        <a:rPr sz="1650" b="1">
                          <a:solidFill>
                            <a:srgbClr val="FFFFFF"/>
                          </a:solidFill>
                          <a:latin typeface="Segoe UI"/>
                          <a:ea typeface="Segoe UI"/>
                          <a:cs typeface="Segoe UI"/>
                        </a:rPr>
                        <a:t>Measure</a:t>
                      </a:r>
                    </a:p>
                  </a:txBody>
                  <a:tcPr marL="91440" marR="91440" marT="45720" marB="45720" anchor="ctr">
                    <a:lnL w="9525">
                      <a:solidFill>
                        <a:srgbClr val="D0D8D9"/>
                      </a:solidFill>
                      <a:prstDash val="solid"/>
                    </a:lnL>
                    <a:lnR w="9525">
                      <a:solidFill>
                        <a:srgbClr val="D0D8D9"/>
                      </a:solidFill>
                      <a:prstDash val="solid"/>
                    </a:lnR>
                    <a:lnT w="9525">
                      <a:solidFill>
                        <a:srgbClr val="D0D8D9"/>
                      </a:solidFill>
                      <a:prstDash val="solid"/>
                    </a:lnT>
                    <a:lnB w="9525">
                      <a:solidFill>
                        <a:srgbClr val="D0D8D9"/>
                      </a:solidFill>
                      <a:prstDash val="solid"/>
                    </a:lnB>
                    <a:solidFill>
                      <a:srgbClr val="13262D"/>
                    </a:solidFill>
                  </a:tcPr>
                </a:tc>
                <a:tc>
                  <a:txBody>
                    <a:bodyPr lIns="133350" tIns="133350" rIns="133350" bIns="133350">
                      <a:noAutofit/>
                    </a:bodyPr>
                    <a:lstStyle/>
                    <a:p>
                      <a:r>
                        <a:rPr sz="1650" b="1">
                          <a:solidFill>
                            <a:srgbClr val="FFFFFF"/>
                          </a:solidFill>
                          <a:latin typeface="Segoe UI"/>
                          <a:ea typeface="Segoe UI"/>
                          <a:cs typeface="Segoe UI"/>
                        </a:rPr>
                        <a:t>What it tells us</a:t>
                      </a:r>
                    </a:p>
                  </a:txBody>
                  <a:tcPr marL="91440" marR="91440" marT="45720" marB="45720" anchor="ctr">
                    <a:lnR w="9525">
                      <a:solidFill>
                        <a:srgbClr val="D0D8D9"/>
                      </a:solidFill>
                      <a:prstDash val="solid"/>
                    </a:lnR>
                    <a:lnT w="9525">
                      <a:solidFill>
                        <a:srgbClr val="D0D8D9"/>
                      </a:solidFill>
                      <a:prstDash val="solid"/>
                    </a:lnT>
                    <a:lnB w="9525">
                      <a:solidFill>
                        <a:srgbClr val="D0D8D9"/>
                      </a:solidFill>
                      <a:prstDash val="solid"/>
                    </a:lnB>
                    <a:solidFill>
                      <a:srgbClr val="13262D"/>
                    </a:solidFill>
                  </a:tcPr>
                </a:tc>
                <a:tc>
                  <a:txBody>
                    <a:bodyPr lIns="133350" tIns="133350" rIns="133350" bIns="133350">
                      <a:noAutofit/>
                    </a:bodyPr>
                    <a:lstStyle/>
                    <a:p>
                      <a:r>
                        <a:rPr sz="1650" b="1">
                          <a:solidFill>
                            <a:srgbClr val="FFFFFF"/>
                          </a:solidFill>
                          <a:latin typeface="Segoe UI"/>
                          <a:ea typeface="Segoe UI"/>
                          <a:cs typeface="Segoe UI"/>
                        </a:rPr>
                        <a:t>Decision it supports</a:t>
                      </a:r>
                    </a:p>
                  </a:txBody>
                  <a:tcPr marL="91440" marR="91440" marT="45720" marB="45720" anchor="ctr">
                    <a:lnR w="9525">
                      <a:solidFill>
                        <a:srgbClr val="D0D8D9"/>
                      </a:solidFill>
                      <a:prstDash val="solid"/>
                    </a:lnR>
                    <a:lnT w="9525">
                      <a:solidFill>
                        <a:srgbClr val="D0D8D9"/>
                      </a:solidFill>
                      <a:prstDash val="solid"/>
                    </a:lnT>
                    <a:lnB w="9525">
                      <a:solidFill>
                        <a:srgbClr val="D0D8D9"/>
                      </a:solidFill>
                      <a:prstDash val="solid"/>
                    </a:lnB>
                    <a:solidFill>
                      <a:srgbClr val="13262D"/>
                    </a:solidFill>
                  </a:tcPr>
                </a:tc>
              </a:tr>
              <a:tr h="581025">
                <a:tc>
                  <a:txBody>
                    <a:bodyPr lIns="133350" tIns="133350" rIns="133350" bIns="133350">
                      <a:noAutofit/>
                    </a:bodyPr>
                    <a:lstStyle/>
                    <a:p>
                      <a:r>
                        <a:rPr sz="1575" b="1">
                          <a:solidFill>
                            <a:srgbClr val="13262D"/>
                          </a:solidFill>
                          <a:latin typeface="Segoe UI"/>
                          <a:ea typeface="Segoe UI"/>
                          <a:cs typeface="Segoe UI"/>
                        </a:rPr>
                        <a:t>Time to resolution</a:t>
                      </a:r>
                    </a:p>
                  </a:txBody>
                  <a:tcPr marL="91440" marR="91440" marT="45720" marB="45720" anchor="ctr">
                    <a:lnL w="9525">
                      <a:solidFill>
                        <a:srgbClr val="D0D8D9"/>
                      </a:solidFill>
                      <a:prstDash val="solid"/>
                    </a:lnL>
                    <a:lnR w="9525">
                      <a:solidFill>
                        <a:srgbClr val="D0D8D9"/>
                      </a:solidFill>
                      <a:prstDash val="solid"/>
                    </a:lnR>
                    <a:lnB w="9525">
                      <a:solidFill>
                        <a:srgbClr val="D0D8D9"/>
                      </a:solidFill>
                      <a:prstDash val="solid"/>
                    </a:lnB>
                    <a:solidFill>
                      <a:srgbClr val="F7F6F2"/>
                    </a:solidFill>
                  </a:tcPr>
                </a:tc>
                <a:tc>
                  <a:txBody>
                    <a:bodyPr lIns="133350" tIns="133350" rIns="133350" bIns="133350">
                      <a:noAutofit/>
                    </a:bodyPr>
                    <a:lstStyle/>
                    <a:p>
                      <a:r>
                        <a:rPr sz="1575" b="0">
                          <a:solidFill>
                            <a:srgbClr val="13262D"/>
                          </a:solidFill>
                          <a:latin typeface="Segoe UI"/>
                          <a:ea typeface="Segoe UI"/>
                          <a:cs typeface="Segoe UI"/>
                        </a:rPr>
                        <a:t>How long customers wait for an answer</a:t>
                      </a:r>
                    </a:p>
                  </a:txBody>
                  <a:tcPr marL="91440" marR="91440" marT="45720" marB="45720" anchor="ctr">
                    <a:lnR w="9525">
                      <a:solidFill>
                        <a:srgbClr val="D0D8D9"/>
                      </a:solidFill>
                      <a:prstDash val="solid"/>
                    </a:lnR>
                    <a:lnB w="9525">
                      <a:solidFill>
                        <a:srgbClr val="D0D8D9"/>
                      </a:solidFill>
                      <a:prstDash val="solid"/>
                    </a:lnB>
                    <a:solidFill>
                      <a:srgbClr val="F7F6F2"/>
                    </a:solidFill>
                  </a:tcPr>
                </a:tc>
                <a:tc>
                  <a:txBody>
                    <a:bodyPr lIns="133350" tIns="133350" rIns="133350" bIns="133350">
                      <a:noAutofit/>
                    </a:bodyPr>
                    <a:lstStyle/>
                    <a:p>
                      <a:r>
                        <a:rPr sz="1575" b="0">
                          <a:solidFill>
                            <a:srgbClr val="13262D"/>
                          </a:solidFill>
                          <a:latin typeface="Segoe UI"/>
                          <a:ea typeface="Segoe UI"/>
                          <a:cs typeface="Segoe UI"/>
                        </a:rPr>
                        <a:t>Is the workflow faster?</a:t>
                      </a:r>
                    </a:p>
                  </a:txBody>
                  <a:tcPr marL="91440" marR="91440" marT="45720" marB="45720" anchor="ctr">
                    <a:lnR w="9525">
                      <a:solidFill>
                        <a:srgbClr val="D0D8D9"/>
                      </a:solidFill>
                      <a:prstDash val="solid"/>
                    </a:lnR>
                    <a:lnB w="9525">
                      <a:solidFill>
                        <a:srgbClr val="D0D8D9"/>
                      </a:solidFill>
                      <a:prstDash val="solid"/>
                    </a:lnB>
                    <a:solidFill>
                      <a:srgbClr val="F7F6F2"/>
                    </a:solidFill>
                  </a:tcPr>
                </a:tc>
              </a:tr>
              <a:tr h="581025">
                <a:tc>
                  <a:txBody>
                    <a:bodyPr lIns="133350" tIns="133350" rIns="133350" bIns="133350">
                      <a:noAutofit/>
                    </a:bodyPr>
                    <a:lstStyle/>
                    <a:p>
                      <a:r>
                        <a:rPr sz="1575" b="1">
                          <a:solidFill>
                            <a:srgbClr val="13262D"/>
                          </a:solidFill>
                          <a:latin typeface="Segoe UI"/>
                          <a:ea typeface="Segoe UI"/>
                          <a:cs typeface="Segoe UI"/>
                        </a:rPr>
                        <a:t>Commitments kept</a:t>
                      </a:r>
                    </a:p>
                  </a:txBody>
                  <a:tcPr marL="91440" marR="91440" marT="45720" marB="45720" anchor="ctr">
                    <a:lnL w="9525">
                      <a:solidFill>
                        <a:srgbClr val="D0D8D9"/>
                      </a:solidFill>
                      <a:prstDash val="solid"/>
                    </a:lnL>
                    <a:lnR w="9525">
                      <a:solidFill>
                        <a:srgbClr val="D0D8D9"/>
                      </a:solidFill>
                      <a:prstDash val="solid"/>
                    </a:lnR>
                    <a:lnB w="9525">
                      <a:solidFill>
                        <a:srgbClr val="D0D8D9"/>
                      </a:solidFill>
                      <a:prstDash val="solid"/>
                    </a:lnB>
                    <a:solidFill>
                      <a:srgbClr val="F7F6F2"/>
                    </a:solidFill>
                  </a:tcPr>
                </a:tc>
                <a:tc>
                  <a:txBody>
                    <a:bodyPr lIns="133350" tIns="133350" rIns="133350" bIns="133350">
                      <a:noAutofit/>
                    </a:bodyPr>
                    <a:lstStyle/>
                    <a:p>
                      <a:r>
                        <a:rPr sz="1575" b="0">
                          <a:solidFill>
                            <a:srgbClr val="13262D"/>
                          </a:solidFill>
                          <a:latin typeface="Segoe UI"/>
                          <a:ea typeface="Segoe UI"/>
                          <a:cs typeface="Segoe UI"/>
                        </a:rPr>
                        <a:t>Whether the agreed promise holds</a:t>
                      </a:r>
                    </a:p>
                  </a:txBody>
                  <a:tcPr marL="91440" marR="91440" marT="45720" marB="45720" anchor="ctr">
                    <a:lnR w="9525">
                      <a:solidFill>
                        <a:srgbClr val="D0D8D9"/>
                      </a:solidFill>
                      <a:prstDash val="solid"/>
                    </a:lnR>
                    <a:lnB w="9525">
                      <a:solidFill>
                        <a:srgbClr val="D0D8D9"/>
                      </a:solidFill>
                      <a:prstDash val="solid"/>
                    </a:lnB>
                    <a:solidFill>
                      <a:srgbClr val="F7F6F2"/>
                    </a:solidFill>
                  </a:tcPr>
                </a:tc>
                <a:tc>
                  <a:txBody>
                    <a:bodyPr lIns="133350" tIns="133350" rIns="133350" bIns="133350">
                      <a:noAutofit/>
                    </a:bodyPr>
                    <a:lstStyle/>
                    <a:p>
                      <a:r>
                        <a:rPr sz="1575" b="0">
                          <a:solidFill>
                            <a:srgbClr val="13262D"/>
                          </a:solidFill>
                          <a:latin typeface="Segoe UI"/>
                          <a:ea typeface="Segoe UI"/>
                          <a:cs typeface="Segoe UI"/>
                        </a:rPr>
                        <a:t>Is the service more reliable?</a:t>
                      </a:r>
                    </a:p>
                  </a:txBody>
                  <a:tcPr marL="91440" marR="91440" marT="45720" marB="45720" anchor="ctr">
                    <a:lnR w="9525">
                      <a:solidFill>
                        <a:srgbClr val="D0D8D9"/>
                      </a:solidFill>
                      <a:prstDash val="solid"/>
                    </a:lnR>
                    <a:lnB w="9525">
                      <a:solidFill>
                        <a:srgbClr val="D0D8D9"/>
                      </a:solidFill>
                      <a:prstDash val="solid"/>
                    </a:lnB>
                    <a:solidFill>
                      <a:srgbClr val="F7F6F2"/>
                    </a:solidFill>
                  </a:tcPr>
                </a:tc>
              </a:tr>
              <a:tr h="581025">
                <a:tc>
                  <a:txBody>
                    <a:bodyPr lIns="133350" tIns="133350" rIns="133350" bIns="133350">
                      <a:noAutofit/>
                    </a:bodyPr>
                    <a:lstStyle/>
                    <a:p>
                      <a:r>
                        <a:rPr sz="1575" b="1">
                          <a:solidFill>
                            <a:srgbClr val="13262D"/>
                          </a:solidFill>
                          <a:latin typeface="Segoe UI"/>
                          <a:ea typeface="Segoe UI"/>
                          <a:cs typeface="Segoe UI"/>
                        </a:rPr>
                        <a:t>Repeat contact</a:t>
                      </a:r>
                    </a:p>
                  </a:txBody>
                  <a:tcPr marL="91440" marR="91440" marT="45720" marB="45720" anchor="ctr">
                    <a:lnL w="9525">
                      <a:solidFill>
                        <a:srgbClr val="D0D8D9"/>
                      </a:solidFill>
                      <a:prstDash val="solid"/>
                    </a:lnL>
                    <a:lnR w="9525">
                      <a:solidFill>
                        <a:srgbClr val="D0D8D9"/>
                      </a:solidFill>
                      <a:prstDash val="solid"/>
                    </a:lnR>
                    <a:lnB w="9525">
                      <a:solidFill>
                        <a:srgbClr val="D0D8D9"/>
                      </a:solidFill>
                      <a:prstDash val="solid"/>
                    </a:lnB>
                    <a:solidFill>
                      <a:srgbClr val="F7F6F2"/>
                    </a:solidFill>
                  </a:tcPr>
                </a:tc>
                <a:tc>
                  <a:txBody>
                    <a:bodyPr lIns="133350" tIns="133350" rIns="133350" bIns="133350">
                      <a:noAutofit/>
                    </a:bodyPr>
                    <a:lstStyle/>
                    <a:p>
                      <a:r>
                        <a:rPr sz="1575" b="0">
                          <a:solidFill>
                            <a:srgbClr val="13262D"/>
                          </a:solidFill>
                          <a:latin typeface="Segoe UI"/>
                          <a:ea typeface="Segoe UI"/>
                          <a:cs typeface="Segoe UI"/>
                        </a:rPr>
                        <a:t>Whether the customer has to ask again</a:t>
                      </a:r>
                    </a:p>
                  </a:txBody>
                  <a:tcPr marL="91440" marR="91440" marT="45720" marB="45720" anchor="ctr">
                    <a:lnR w="9525">
                      <a:solidFill>
                        <a:srgbClr val="D0D8D9"/>
                      </a:solidFill>
                      <a:prstDash val="solid"/>
                    </a:lnR>
                    <a:lnB w="9525">
                      <a:solidFill>
                        <a:srgbClr val="D0D8D9"/>
                      </a:solidFill>
                      <a:prstDash val="solid"/>
                    </a:lnB>
                    <a:solidFill>
                      <a:srgbClr val="F7F6F2"/>
                    </a:solidFill>
                  </a:tcPr>
                </a:tc>
                <a:tc>
                  <a:txBody>
                    <a:bodyPr lIns="133350" tIns="133350" rIns="133350" bIns="133350">
                      <a:noAutofit/>
                    </a:bodyPr>
                    <a:lstStyle/>
                    <a:p>
                      <a:r>
                        <a:rPr sz="1575" b="0">
                          <a:solidFill>
                            <a:srgbClr val="13262D"/>
                          </a:solidFill>
                          <a:latin typeface="Segoe UI"/>
                          <a:ea typeface="Segoe UI"/>
                          <a:cs typeface="Segoe UI"/>
                        </a:rPr>
                        <a:t>Did we resolve the issue?</a:t>
                      </a:r>
                    </a:p>
                  </a:txBody>
                  <a:tcPr marL="91440" marR="91440" marT="45720" marB="45720" anchor="ctr">
                    <a:lnR w="9525">
                      <a:solidFill>
                        <a:srgbClr val="D0D8D9"/>
                      </a:solidFill>
                      <a:prstDash val="solid"/>
                    </a:lnR>
                    <a:lnB w="9525">
                      <a:solidFill>
                        <a:srgbClr val="D0D8D9"/>
                      </a:solidFill>
                      <a:prstDash val="solid"/>
                    </a:lnB>
                    <a:solidFill>
                      <a:srgbClr val="F7F6F2"/>
                    </a:solidFill>
                  </a:tcPr>
                </a:tc>
              </a:tr>
              <a:tr h="581025">
                <a:tc>
                  <a:txBody>
                    <a:bodyPr lIns="133350" tIns="133350" rIns="133350" bIns="133350">
                      <a:noAutofit/>
                    </a:bodyPr>
                    <a:lstStyle/>
                    <a:p>
                      <a:r>
                        <a:rPr sz="1575" b="1">
                          <a:solidFill>
                            <a:srgbClr val="13262D"/>
                          </a:solidFill>
                          <a:latin typeface="Segoe UI"/>
                          <a:ea typeface="Segoe UI"/>
                          <a:cs typeface="Segoe UI"/>
                        </a:rPr>
                        <a:t>Cost per exception</a:t>
                      </a:r>
                    </a:p>
                  </a:txBody>
                  <a:tcPr marL="91440" marR="91440" marT="45720" marB="45720" anchor="ctr">
                    <a:lnL w="9525">
                      <a:solidFill>
                        <a:srgbClr val="D0D8D9"/>
                      </a:solidFill>
                      <a:prstDash val="solid"/>
                    </a:lnL>
                    <a:lnR w="9525">
                      <a:solidFill>
                        <a:srgbClr val="D0D8D9"/>
                      </a:solidFill>
                      <a:prstDash val="solid"/>
                    </a:lnR>
                    <a:lnB w="9525">
                      <a:solidFill>
                        <a:srgbClr val="D0D8D9"/>
                      </a:solidFill>
                      <a:prstDash val="solid"/>
                    </a:lnB>
                    <a:solidFill>
                      <a:srgbClr val="F7F6F2"/>
                    </a:solidFill>
                  </a:tcPr>
                </a:tc>
                <a:tc>
                  <a:txBody>
                    <a:bodyPr lIns="133350" tIns="133350" rIns="133350" bIns="133350">
                      <a:noAutofit/>
                    </a:bodyPr>
                    <a:lstStyle/>
                    <a:p>
                      <a:r>
                        <a:rPr sz="1575" b="0">
                          <a:solidFill>
                            <a:srgbClr val="13262D"/>
                          </a:solidFill>
                          <a:latin typeface="Segoe UI"/>
                          <a:ea typeface="Segoe UI"/>
                          <a:cs typeface="Segoe UI"/>
                        </a:rPr>
                        <a:t>Total handling, AI and recovery costs</a:t>
                      </a:r>
                    </a:p>
                  </a:txBody>
                  <a:tcPr marL="91440" marR="91440" marT="45720" marB="45720" anchor="ctr">
                    <a:lnR w="9525">
                      <a:solidFill>
                        <a:srgbClr val="D0D8D9"/>
                      </a:solidFill>
                      <a:prstDash val="solid"/>
                    </a:lnR>
                    <a:lnB w="9525">
                      <a:solidFill>
                        <a:srgbClr val="D0D8D9"/>
                      </a:solidFill>
                      <a:prstDash val="solid"/>
                    </a:lnB>
                    <a:solidFill>
                      <a:srgbClr val="F7F6F2"/>
                    </a:solidFill>
                  </a:tcPr>
                </a:tc>
                <a:tc>
                  <a:txBody>
                    <a:bodyPr lIns="133350" tIns="133350" rIns="133350" bIns="133350">
                      <a:noAutofit/>
                    </a:bodyPr>
                    <a:lstStyle/>
                    <a:p>
                      <a:r>
                        <a:rPr sz="1575" b="0">
                          <a:solidFill>
                            <a:srgbClr val="13262D"/>
                          </a:solidFill>
                          <a:latin typeface="Segoe UI"/>
                          <a:ea typeface="Segoe UI"/>
                          <a:cs typeface="Segoe UI"/>
                        </a:rPr>
                        <a:t>Does value justify the cost?</a:t>
                      </a:r>
                    </a:p>
                  </a:txBody>
                  <a:tcPr marL="91440" marR="91440" marT="45720" marB="45720" anchor="ctr">
                    <a:lnR w="9525">
                      <a:solidFill>
                        <a:srgbClr val="D0D8D9"/>
                      </a:solidFill>
                      <a:prstDash val="solid"/>
                    </a:lnR>
                    <a:lnB w="9525">
                      <a:solidFill>
                        <a:srgbClr val="D0D8D9"/>
                      </a:solidFill>
                      <a:prstDash val="solid"/>
                    </a:lnB>
                    <a:solidFill>
                      <a:srgbClr val="F7F6F2"/>
                    </a:solidFill>
                  </a:tcPr>
                </a:tc>
              </a:tr>
            </a:tbl>
          </a:graphicData>
        </a:graphic>
      </p:graphicFrame>
      <p:sp>
        <p:nvSpPr>
          <p:cNvPr id="5" name="">
            <a:extLst xmlns:a="http://schemas.openxmlformats.org/drawingml/2006/main">
              <a:ext uri="{FF2B5EF4-FFF2-40B4-BE49-F238E27FC236}">
                <a16:creationId xmlns:a16="http://schemas.microsoft.com/office/drawing/2014/main" id="{F64AF539-A75C-4552-B082-D7A51F732871}"/>
              </a:ext>
            </a:extLst>
          </p:cNvPr>
          <p:cNvSpPr>
            <a:spLocks xmlns:a="http://schemas.openxmlformats.org/drawingml/2006/main" noGrp="1"/>
          </p:cNvSpPr>
          <p:nvPr/>
        </p:nvSpPr>
        <p:spPr>
          <a:xfrm xmlns:a="http://schemas.openxmlformats.org/drawingml/2006/main">
            <a:off x="609600" y="5857875"/>
            <a:ext cx="109728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00" b="0">
                <a:solidFill>
                  <a:srgbClr val="57666C"/>
                </a:solidFill>
                <a:latin typeface="Segoe UI"/>
                <a:ea typeface="Segoe UI"/>
                <a:cs typeface="Segoe UI"/>
              </a:defRPr>
            </a:defPPr>
            <a:lvl1pPr algn="l">
              <a:defRPr sz="1500" b="0">
                <a:solidFill>
                  <a:srgbClr val="57666C"/>
                </a:solidFill>
                <a:latin typeface="Segoe UI"/>
                <a:ea typeface="Segoe UI"/>
                <a:cs typeface="Segoe UI"/>
              </a:defRPr>
            </a:lvl1pPr>
            <a:lvl2pPr algn="l">
              <a:defRPr sz="1500" b="0">
                <a:solidFill>
                  <a:srgbClr val="57666C"/>
                </a:solidFill>
                <a:latin typeface="Segoe UI"/>
                <a:ea typeface="Segoe UI"/>
                <a:cs typeface="Segoe UI"/>
              </a:defRPr>
            </a:lvl2pPr>
            <a:lvl3pPr algn="l">
              <a:defRPr sz="1500" b="0">
                <a:solidFill>
                  <a:srgbClr val="57666C"/>
                </a:solidFill>
                <a:latin typeface="Segoe UI"/>
                <a:ea typeface="Segoe UI"/>
                <a:cs typeface="Segoe UI"/>
              </a:defRPr>
            </a:lvl3pPr>
            <a:lvl4pPr algn="l">
              <a:defRPr sz="1500" b="0">
                <a:solidFill>
                  <a:srgbClr val="57666C"/>
                </a:solidFill>
                <a:latin typeface="Segoe UI"/>
                <a:ea typeface="Segoe UI"/>
                <a:cs typeface="Segoe UI"/>
              </a:defRPr>
            </a:lvl4pPr>
            <a:lvl5pPr algn="l">
              <a:defRPr sz="1500" b="0">
                <a:solidFill>
                  <a:srgbClr val="57666C"/>
                </a:solidFill>
                <a:latin typeface="Segoe UI"/>
                <a:ea typeface="Segoe UI"/>
                <a:cs typeface="Segoe UI"/>
              </a:defRPr>
            </a:lvl5pPr>
            <a:lvl6pPr algn="l">
              <a:defRPr sz="1500" b="0">
                <a:solidFill>
                  <a:srgbClr val="57666C"/>
                </a:solidFill>
                <a:latin typeface="Segoe UI"/>
                <a:ea typeface="Segoe UI"/>
                <a:cs typeface="Segoe UI"/>
              </a:defRPr>
            </a:lvl6pPr>
            <a:lvl7pPr algn="l">
              <a:defRPr sz="1500" b="0">
                <a:solidFill>
                  <a:srgbClr val="57666C"/>
                </a:solidFill>
                <a:latin typeface="Segoe UI"/>
                <a:ea typeface="Segoe UI"/>
                <a:cs typeface="Segoe UI"/>
              </a:defRPr>
            </a:lvl7pPr>
            <a:lvl8pPr algn="l">
              <a:defRPr sz="1500" b="0">
                <a:solidFill>
                  <a:srgbClr val="57666C"/>
                </a:solidFill>
                <a:latin typeface="Segoe UI"/>
                <a:ea typeface="Segoe UI"/>
                <a:cs typeface="Segoe UI"/>
              </a:defRPr>
            </a:lvl8pPr>
            <a:lvl9pPr algn="l">
              <a:defRPr sz="1500" b="0">
                <a:solidFill>
                  <a:srgbClr val="57666C"/>
                </a:solidFill>
                <a:latin typeface="Segoe UI"/>
                <a:ea typeface="Segoe UI"/>
                <a:cs typeface="Segoe UI"/>
              </a:defRPr>
            </a:lvl9pPr>
          </a:lstStyle>
          <a:p xmlns:a="http://schemas.openxmlformats.org/drawingml/2006/main">
            <a:pPr algn="l">
              <a:lnSpc>
                <a:spcPct val="108000"/>
              </a:lnSpc>
              <a:buNone/>
              <a:defRPr sz="1500" b="0">
                <a:solidFill>
                  <a:srgbClr val="57666C"/>
                </a:solidFill>
                <a:latin typeface="Segoe UI"/>
                <a:ea typeface="Segoe UI"/>
                <a:cs typeface="Segoe UI"/>
              </a:defRPr>
            </a:pPr>
            <a:r>
              <a:rPr sz="1500" b="0">
                <a:solidFill>
                  <a:srgbClr val="57666C"/>
                </a:solidFill>
                <a:latin typeface="Segoe UI"/>
                <a:ea typeface="Segoe UI"/>
                <a:cs typeface="Segoe UI"/>
              </a:rPr>
              <a:t>Proposed measures. Establish a baseline and agree targets before deployment.</a:t>
            </a:r>
          </a:p>
        </p:txBody>
      </p:sp>
    </p:spTree>
    <p:extLst>
      <p:ext uri="{BB962C8B-B14F-4D97-AF65-F5344CB8AC3E}">
        <p14:creationId xmlns:p14="http://schemas.microsoft.com/office/powerpoint/2010/main" val="511907810"/>
      </p:ext>
    </p:extLst>
  </p:cSld>
</p:sld>
</file>

<file path=ppt/slides/slide12.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B732AB72-D55D-46E2-85C2-75F0CEED99B0}"/>
              </a:ext>
            </a:extLst>
          </p:cNvPr>
          <p:cNvSpPr>
            <a:spLocks xmlns:a="http://schemas.openxmlformats.org/drawingml/2006/main" noGrp="1"/>
          </p:cNvSpPr>
          <p:nvPr/>
        </p:nvSpPr>
        <p:spPr>
          <a:xfrm xmlns:a="http://schemas.openxmlformats.org/drawingml/2006/main">
            <a:off x="609600" y="6486525"/>
            <a:ext cx="762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57666C"/>
                </a:solidFill>
                <a:latin typeface="Segoe UI"/>
                <a:ea typeface="Segoe UI"/>
                <a:cs typeface="Segoe UI"/>
              </a:defRPr>
            </a:defPPr>
            <a:lvl1pPr algn="l">
              <a:defRPr sz="900" b="0">
                <a:solidFill>
                  <a:srgbClr val="57666C"/>
                </a:solidFill>
                <a:latin typeface="Segoe UI"/>
                <a:ea typeface="Segoe UI"/>
                <a:cs typeface="Segoe UI"/>
              </a:defRPr>
            </a:lvl1pPr>
            <a:lvl2pPr algn="l">
              <a:defRPr sz="900" b="0">
                <a:solidFill>
                  <a:srgbClr val="57666C"/>
                </a:solidFill>
                <a:latin typeface="Segoe UI"/>
                <a:ea typeface="Segoe UI"/>
                <a:cs typeface="Segoe UI"/>
              </a:defRPr>
            </a:lvl2pPr>
            <a:lvl3pPr algn="l">
              <a:defRPr sz="900" b="0">
                <a:solidFill>
                  <a:srgbClr val="57666C"/>
                </a:solidFill>
                <a:latin typeface="Segoe UI"/>
                <a:ea typeface="Segoe UI"/>
                <a:cs typeface="Segoe UI"/>
              </a:defRPr>
            </a:lvl3pPr>
            <a:lvl4pPr algn="l">
              <a:defRPr sz="900" b="0">
                <a:solidFill>
                  <a:srgbClr val="57666C"/>
                </a:solidFill>
                <a:latin typeface="Segoe UI"/>
                <a:ea typeface="Segoe UI"/>
                <a:cs typeface="Segoe UI"/>
              </a:defRPr>
            </a:lvl4pPr>
            <a:lvl5pPr algn="l">
              <a:defRPr sz="900" b="0">
                <a:solidFill>
                  <a:srgbClr val="57666C"/>
                </a:solidFill>
                <a:latin typeface="Segoe UI"/>
                <a:ea typeface="Segoe UI"/>
                <a:cs typeface="Segoe UI"/>
              </a:defRPr>
            </a:lvl5pPr>
            <a:lvl6pPr algn="l">
              <a:defRPr sz="900" b="0">
                <a:solidFill>
                  <a:srgbClr val="57666C"/>
                </a:solidFill>
                <a:latin typeface="Segoe UI"/>
                <a:ea typeface="Segoe UI"/>
                <a:cs typeface="Segoe UI"/>
              </a:defRPr>
            </a:lvl6pPr>
            <a:lvl7pPr algn="l">
              <a:defRPr sz="900" b="0">
                <a:solidFill>
                  <a:srgbClr val="57666C"/>
                </a:solidFill>
                <a:latin typeface="Segoe UI"/>
                <a:ea typeface="Segoe UI"/>
                <a:cs typeface="Segoe UI"/>
              </a:defRPr>
            </a:lvl7pPr>
            <a:lvl8pPr algn="l">
              <a:defRPr sz="900" b="0">
                <a:solidFill>
                  <a:srgbClr val="57666C"/>
                </a:solidFill>
                <a:latin typeface="Segoe UI"/>
                <a:ea typeface="Segoe UI"/>
                <a:cs typeface="Segoe UI"/>
              </a:defRPr>
            </a:lvl8pPr>
            <a:lvl9pPr algn="l">
              <a:defRPr sz="900" b="0">
                <a:solidFill>
                  <a:srgbClr val="57666C"/>
                </a:solidFill>
                <a:latin typeface="Segoe UI"/>
                <a:ea typeface="Segoe UI"/>
                <a:cs typeface="Segoe UI"/>
              </a:defRPr>
            </a:lvl9pPr>
          </a:lstStyle>
          <a:p xmlns:a="http://schemas.openxmlformats.org/drawingml/2006/main">
            <a:pPr algn="l">
              <a:lnSpc>
                <a:spcPct val="108000"/>
              </a:lnSpc>
              <a:buNone/>
              <a:defRPr sz="900" b="0">
                <a:solidFill>
                  <a:srgbClr val="57666C"/>
                </a:solidFill>
                <a:latin typeface="Segoe UI"/>
                <a:ea typeface="Segoe UI"/>
                <a:cs typeface="Segoe UI"/>
              </a:defRPr>
            </a:pPr>
            <a:r>
              <a:rPr sz="900" b="0">
                <a:solidFill>
                  <a:srgbClr val="57666C"/>
                </a:solidFill>
                <a:latin typeface="Segoe UI"/>
                <a:ea typeface="Segoe UI"/>
                <a:cs typeface="Segoe UI"/>
              </a:rPr>
              <a:t>Meghan Fasano  /  Customer narrative concept</a:t>
            </a:r>
          </a:p>
        </p:txBody>
      </p:sp>
      <p:sp>
        <p:nvSpPr>
          <p:cNvPr id="2" name="">
            <a:extLst xmlns:a="http://schemas.openxmlformats.org/drawingml/2006/main">
              <a:ext uri="{FF2B5EF4-FFF2-40B4-BE49-F238E27FC236}">
                <a16:creationId xmlns:a16="http://schemas.microsoft.com/office/drawing/2014/main" id="{CF51213B-28C4-401D-BC07-A7DE6F393C23}"/>
              </a:ext>
            </a:extLst>
          </p:cNvPr>
          <p:cNvSpPr>
            <a:spLocks xmlns:a="http://schemas.openxmlformats.org/drawingml/2006/main" noGrp="1"/>
          </p:cNvSpPr>
          <p:nvPr/>
        </p:nvSpPr>
        <p:spPr>
          <a:xfrm xmlns:a="http://schemas.openxmlformats.org/drawingml/2006/main">
            <a:off x="11049000" y="6438900"/>
            <a:ext cx="533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57666C"/>
                </a:solidFill>
                <a:latin typeface="Segoe UI"/>
                <a:ea typeface="Segoe UI"/>
                <a:cs typeface="Segoe UI"/>
              </a:defRPr>
            </a:defPPr>
            <a:lvl1pPr algn="r">
              <a:defRPr sz="1200" b="0">
                <a:solidFill>
                  <a:srgbClr val="57666C"/>
                </a:solidFill>
                <a:latin typeface="Segoe UI"/>
                <a:ea typeface="Segoe UI"/>
                <a:cs typeface="Segoe UI"/>
              </a:defRPr>
            </a:lvl1pPr>
            <a:lvl2pPr algn="r">
              <a:defRPr sz="1200" b="0">
                <a:solidFill>
                  <a:srgbClr val="57666C"/>
                </a:solidFill>
                <a:latin typeface="Segoe UI"/>
                <a:ea typeface="Segoe UI"/>
                <a:cs typeface="Segoe UI"/>
              </a:defRPr>
            </a:lvl2pPr>
            <a:lvl3pPr algn="r">
              <a:defRPr sz="1200" b="0">
                <a:solidFill>
                  <a:srgbClr val="57666C"/>
                </a:solidFill>
                <a:latin typeface="Segoe UI"/>
                <a:ea typeface="Segoe UI"/>
                <a:cs typeface="Segoe UI"/>
              </a:defRPr>
            </a:lvl3pPr>
            <a:lvl4pPr algn="r">
              <a:defRPr sz="1200" b="0">
                <a:solidFill>
                  <a:srgbClr val="57666C"/>
                </a:solidFill>
                <a:latin typeface="Segoe UI"/>
                <a:ea typeface="Segoe UI"/>
                <a:cs typeface="Segoe UI"/>
              </a:defRPr>
            </a:lvl4pPr>
            <a:lvl5pPr algn="r">
              <a:defRPr sz="1200" b="0">
                <a:solidFill>
                  <a:srgbClr val="57666C"/>
                </a:solidFill>
                <a:latin typeface="Segoe UI"/>
                <a:ea typeface="Segoe UI"/>
                <a:cs typeface="Segoe UI"/>
              </a:defRPr>
            </a:lvl5pPr>
            <a:lvl6pPr algn="r">
              <a:defRPr sz="1200" b="0">
                <a:solidFill>
                  <a:srgbClr val="57666C"/>
                </a:solidFill>
                <a:latin typeface="Segoe UI"/>
                <a:ea typeface="Segoe UI"/>
                <a:cs typeface="Segoe UI"/>
              </a:defRPr>
            </a:lvl6pPr>
            <a:lvl7pPr algn="r">
              <a:defRPr sz="1200" b="0">
                <a:solidFill>
                  <a:srgbClr val="57666C"/>
                </a:solidFill>
                <a:latin typeface="Segoe UI"/>
                <a:ea typeface="Segoe UI"/>
                <a:cs typeface="Segoe UI"/>
              </a:defRPr>
            </a:lvl7pPr>
            <a:lvl8pPr algn="r">
              <a:defRPr sz="1200" b="0">
                <a:solidFill>
                  <a:srgbClr val="57666C"/>
                </a:solidFill>
                <a:latin typeface="Segoe UI"/>
                <a:ea typeface="Segoe UI"/>
                <a:cs typeface="Segoe UI"/>
              </a:defRPr>
            </a:lvl8pPr>
            <a:lvl9pPr algn="r">
              <a:defRPr sz="1200" b="0">
                <a:solidFill>
                  <a:srgbClr val="57666C"/>
                </a:solidFill>
                <a:latin typeface="Segoe UI"/>
                <a:ea typeface="Segoe UI"/>
                <a:cs typeface="Segoe UI"/>
              </a:defRPr>
            </a:lvl9pPr>
          </a:lstStyle>
          <a:p xmlns:a="http://schemas.openxmlformats.org/drawingml/2006/main">
            <a:pPr algn="r">
              <a:lnSpc>
                <a:spcPct val="108000"/>
              </a:lnSpc>
              <a:buNone/>
              <a:defRPr sz="1200" b="0">
                <a:solidFill>
                  <a:srgbClr val="57666C"/>
                </a:solidFill>
                <a:latin typeface="Segoe UI"/>
                <a:ea typeface="Segoe UI"/>
                <a:cs typeface="Segoe UI"/>
              </a:defRPr>
            </a:pPr>
            <a:r>
              <a:rPr sz="1200" b="0">
                <a:solidFill>
                  <a:srgbClr val="57666C"/>
                </a:solidFill>
                <a:latin typeface="Segoe UI"/>
                <a:ea typeface="Segoe UI"/>
                <a:cs typeface="Segoe UI"/>
              </a:rPr>
              <a:t>12</a:t>
            </a:r>
          </a:p>
        </p:txBody>
      </p:sp>
      <p:sp>
        <p:nvSpPr>
          <p:cNvPr id="3" name="">
            <a:extLst xmlns:a="http://schemas.openxmlformats.org/drawingml/2006/main">
              <a:ext uri="{FF2B5EF4-FFF2-40B4-BE49-F238E27FC236}">
                <a16:creationId xmlns:a16="http://schemas.microsoft.com/office/drawing/2014/main" id="{26E95F63-511A-4CB2-91D4-ED6B258A01F6}"/>
              </a:ext>
            </a:extLst>
          </p:cNvPr>
          <p:cNvSpPr>
            <a:spLocks xmlns:a="http://schemas.openxmlformats.org/drawingml/2006/main" noGrp="1"/>
          </p:cNvSpPr>
          <p:nvPr/>
        </p:nvSpPr>
        <p:spPr>
          <a:xfrm xmlns:a="http://schemas.openxmlformats.org/drawingml/2006/main">
            <a:off x="609600" y="628650"/>
            <a:ext cx="10858500" cy="1314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4050" b="1">
                <a:solidFill>
                  <a:srgbClr val="13262D"/>
                </a:solidFill>
                <a:latin typeface="Segoe UI"/>
                <a:ea typeface="Segoe UI"/>
                <a:cs typeface="Segoe UI"/>
              </a:defRPr>
            </a:defPPr>
            <a:lvl1pPr algn="l">
              <a:defRPr sz="4050" b="1">
                <a:solidFill>
                  <a:srgbClr val="13262D"/>
                </a:solidFill>
                <a:latin typeface="Segoe UI"/>
                <a:ea typeface="Segoe UI"/>
                <a:cs typeface="Segoe UI"/>
              </a:defRPr>
            </a:lvl1pPr>
            <a:lvl2pPr algn="l">
              <a:defRPr sz="4050" b="1">
                <a:solidFill>
                  <a:srgbClr val="13262D"/>
                </a:solidFill>
                <a:latin typeface="Segoe UI"/>
                <a:ea typeface="Segoe UI"/>
                <a:cs typeface="Segoe UI"/>
              </a:defRPr>
            </a:lvl2pPr>
            <a:lvl3pPr algn="l">
              <a:defRPr sz="4050" b="1">
                <a:solidFill>
                  <a:srgbClr val="13262D"/>
                </a:solidFill>
                <a:latin typeface="Segoe UI"/>
                <a:ea typeface="Segoe UI"/>
                <a:cs typeface="Segoe UI"/>
              </a:defRPr>
            </a:lvl3pPr>
            <a:lvl4pPr algn="l">
              <a:defRPr sz="4050" b="1">
                <a:solidFill>
                  <a:srgbClr val="13262D"/>
                </a:solidFill>
                <a:latin typeface="Segoe UI"/>
                <a:ea typeface="Segoe UI"/>
                <a:cs typeface="Segoe UI"/>
              </a:defRPr>
            </a:lvl4pPr>
            <a:lvl5pPr algn="l">
              <a:defRPr sz="4050" b="1">
                <a:solidFill>
                  <a:srgbClr val="13262D"/>
                </a:solidFill>
                <a:latin typeface="Segoe UI"/>
                <a:ea typeface="Segoe UI"/>
                <a:cs typeface="Segoe UI"/>
              </a:defRPr>
            </a:lvl5pPr>
            <a:lvl6pPr algn="l">
              <a:defRPr sz="4050" b="1">
                <a:solidFill>
                  <a:srgbClr val="13262D"/>
                </a:solidFill>
                <a:latin typeface="Segoe UI"/>
                <a:ea typeface="Segoe UI"/>
                <a:cs typeface="Segoe UI"/>
              </a:defRPr>
            </a:lvl6pPr>
            <a:lvl7pPr algn="l">
              <a:defRPr sz="4050" b="1">
                <a:solidFill>
                  <a:srgbClr val="13262D"/>
                </a:solidFill>
                <a:latin typeface="Segoe UI"/>
                <a:ea typeface="Segoe UI"/>
                <a:cs typeface="Segoe UI"/>
              </a:defRPr>
            </a:lvl7pPr>
            <a:lvl8pPr algn="l">
              <a:defRPr sz="4050" b="1">
                <a:solidFill>
                  <a:srgbClr val="13262D"/>
                </a:solidFill>
                <a:latin typeface="Segoe UI"/>
                <a:ea typeface="Segoe UI"/>
                <a:cs typeface="Segoe UI"/>
              </a:defRPr>
            </a:lvl8pPr>
            <a:lvl9pPr algn="l">
              <a:defRPr sz="4050" b="1">
                <a:solidFill>
                  <a:srgbClr val="13262D"/>
                </a:solidFill>
                <a:latin typeface="Segoe UI"/>
                <a:ea typeface="Segoe UI"/>
                <a:cs typeface="Segoe UI"/>
              </a:defRPr>
            </a:lvl9pPr>
          </a:lstStyle>
          <a:p xmlns:a="http://schemas.openxmlformats.org/drawingml/2006/main">
            <a:pPr algn="l">
              <a:lnSpc>
                <a:spcPct val="108000"/>
              </a:lnSpc>
              <a:buNone/>
              <a:defRPr sz="4050" b="1">
                <a:solidFill>
                  <a:srgbClr val="13262D"/>
                </a:solidFill>
                <a:latin typeface="Segoe UI"/>
                <a:ea typeface="Segoe UI"/>
                <a:cs typeface="Segoe UI"/>
              </a:defRPr>
            </a:pPr>
            <a:r>
              <a:rPr sz="4050" b="1">
                <a:solidFill>
                  <a:srgbClr val="13262D"/>
                </a:solidFill>
                <a:latin typeface="Segoe UI"/>
                <a:ea typeface="Segoe UI"/>
                <a:cs typeface="Segoe UI"/>
              </a:rPr>
              <a:t>One production workflow</a:t>
            </a:r>
          </a:p>
          <a:p xmlns:a="http://schemas.openxmlformats.org/drawingml/2006/main">
            <a:pPr algn="l">
              <a:lnSpc>
                <a:spcPct val="108000"/>
              </a:lnSpc>
              <a:buNone/>
              <a:defRPr sz="4050" b="1">
                <a:solidFill>
                  <a:srgbClr val="13262D"/>
                </a:solidFill>
                <a:latin typeface="Segoe UI"/>
                <a:ea typeface="Segoe UI"/>
                <a:cs typeface="Segoe UI"/>
              </a:defRPr>
            </a:pPr>
            <a:r>
              <a:rPr sz="4050" b="1">
                <a:solidFill>
                  <a:srgbClr val="13262D"/>
                </a:solidFill>
                <a:latin typeface="Segoe UI"/>
                <a:ea typeface="Segoe UI"/>
                <a:cs typeface="Segoe UI"/>
              </a:rPr>
              <a:t>creates a path to scale</a:t>
            </a:r>
          </a:p>
        </p:txBody>
      </p:sp>
      <p:sp>
        <p:nvSpPr>
          <p:cNvPr id="4" name="">
            <a:extLst xmlns:a="http://schemas.openxmlformats.org/drawingml/2006/main">
              <a:ext uri="{FF2B5EF4-FFF2-40B4-BE49-F238E27FC236}">
                <a16:creationId xmlns:a16="http://schemas.microsoft.com/office/drawing/2014/main" id="{247527A3-4E88-4CE3-A918-8FD74C9B6D9D}"/>
              </a:ext>
            </a:extLst>
          </p:cNvPr>
          <p:cNvSpPr>
            <a:spLocks xmlns:a="http://schemas.openxmlformats.org/drawingml/2006/main" noGrp="1"/>
          </p:cNvSpPr>
          <p:nvPr/>
        </p:nvSpPr>
        <p:spPr>
          <a:xfrm xmlns:a="http://schemas.openxmlformats.org/drawingml/2006/main">
            <a:off x="609600" y="2809875"/>
            <a:ext cx="10477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4575" b="1">
                <a:solidFill>
                  <a:srgbClr val="2158D5"/>
                </a:solidFill>
                <a:latin typeface="Segoe UI"/>
                <a:ea typeface="Segoe UI"/>
                <a:cs typeface="Segoe UI"/>
              </a:defRPr>
            </a:defPPr>
            <a:lvl1pPr algn="l">
              <a:defRPr sz="4575" b="1">
                <a:solidFill>
                  <a:srgbClr val="2158D5"/>
                </a:solidFill>
                <a:latin typeface="Segoe UI"/>
                <a:ea typeface="Segoe UI"/>
                <a:cs typeface="Segoe UI"/>
              </a:defRPr>
            </a:lvl1pPr>
            <a:lvl2pPr algn="l">
              <a:defRPr sz="4575" b="1">
                <a:solidFill>
                  <a:srgbClr val="2158D5"/>
                </a:solidFill>
                <a:latin typeface="Segoe UI"/>
                <a:ea typeface="Segoe UI"/>
                <a:cs typeface="Segoe UI"/>
              </a:defRPr>
            </a:lvl2pPr>
            <a:lvl3pPr algn="l">
              <a:defRPr sz="4575" b="1">
                <a:solidFill>
                  <a:srgbClr val="2158D5"/>
                </a:solidFill>
                <a:latin typeface="Segoe UI"/>
                <a:ea typeface="Segoe UI"/>
                <a:cs typeface="Segoe UI"/>
              </a:defRPr>
            </a:lvl3pPr>
            <a:lvl4pPr algn="l">
              <a:defRPr sz="4575" b="1">
                <a:solidFill>
                  <a:srgbClr val="2158D5"/>
                </a:solidFill>
                <a:latin typeface="Segoe UI"/>
                <a:ea typeface="Segoe UI"/>
                <a:cs typeface="Segoe UI"/>
              </a:defRPr>
            </a:lvl4pPr>
            <a:lvl5pPr algn="l">
              <a:defRPr sz="4575" b="1">
                <a:solidFill>
                  <a:srgbClr val="2158D5"/>
                </a:solidFill>
                <a:latin typeface="Segoe UI"/>
                <a:ea typeface="Segoe UI"/>
                <a:cs typeface="Segoe UI"/>
              </a:defRPr>
            </a:lvl5pPr>
            <a:lvl6pPr algn="l">
              <a:defRPr sz="4575" b="1">
                <a:solidFill>
                  <a:srgbClr val="2158D5"/>
                </a:solidFill>
                <a:latin typeface="Segoe UI"/>
                <a:ea typeface="Segoe UI"/>
                <a:cs typeface="Segoe UI"/>
              </a:defRPr>
            </a:lvl6pPr>
            <a:lvl7pPr algn="l">
              <a:defRPr sz="4575" b="1">
                <a:solidFill>
                  <a:srgbClr val="2158D5"/>
                </a:solidFill>
                <a:latin typeface="Segoe UI"/>
                <a:ea typeface="Segoe UI"/>
                <a:cs typeface="Segoe UI"/>
              </a:defRPr>
            </a:lvl7pPr>
            <a:lvl8pPr algn="l">
              <a:defRPr sz="4575" b="1">
                <a:solidFill>
                  <a:srgbClr val="2158D5"/>
                </a:solidFill>
                <a:latin typeface="Segoe UI"/>
                <a:ea typeface="Segoe UI"/>
                <a:cs typeface="Segoe UI"/>
              </a:defRPr>
            </a:lvl8pPr>
            <a:lvl9pPr algn="l">
              <a:defRPr sz="4575" b="1">
                <a:solidFill>
                  <a:srgbClr val="2158D5"/>
                </a:solidFill>
                <a:latin typeface="Segoe UI"/>
                <a:ea typeface="Segoe UI"/>
                <a:cs typeface="Segoe UI"/>
              </a:defRPr>
            </a:lvl9pPr>
          </a:lstStyle>
          <a:p xmlns:a="http://schemas.openxmlformats.org/drawingml/2006/main">
            <a:pPr algn="l">
              <a:lnSpc>
                <a:spcPct val="108000"/>
              </a:lnSpc>
              <a:buNone/>
              <a:defRPr sz="4575" b="1">
                <a:solidFill>
                  <a:srgbClr val="2158D5"/>
                </a:solidFill>
                <a:latin typeface="Segoe UI"/>
                <a:ea typeface="Segoe UI"/>
                <a:cs typeface="Segoe UI"/>
              </a:defRPr>
            </a:pPr>
            <a:r>
              <a:rPr sz="4575" b="1">
                <a:solidFill>
                  <a:srgbClr val="2158D5"/>
                </a:solidFill>
                <a:latin typeface="Segoe UI"/>
                <a:ea typeface="Segoe UI"/>
                <a:cs typeface="Segoe UI"/>
              </a:rPr>
              <a:t>01</a:t>
            </a:r>
          </a:p>
        </p:txBody>
      </p:sp>
      <p:sp>
        <p:nvSpPr>
          <p:cNvPr id="5" name="">
            <a:extLst xmlns:a="http://schemas.openxmlformats.org/drawingml/2006/main">
              <a:ext uri="{FF2B5EF4-FFF2-40B4-BE49-F238E27FC236}">
                <a16:creationId xmlns:a16="http://schemas.microsoft.com/office/drawing/2014/main" id="{BACBF26F-F375-4215-85BA-E8BB0E589747}"/>
              </a:ext>
            </a:extLst>
          </p:cNvPr>
          <p:cNvSpPr>
            <a:spLocks xmlns:a="http://schemas.openxmlformats.org/drawingml/2006/main" noGrp="1"/>
          </p:cNvSpPr>
          <p:nvPr/>
        </p:nvSpPr>
        <p:spPr>
          <a:xfrm xmlns:a="http://schemas.openxmlformats.org/drawingml/2006/main">
            <a:off x="609600" y="3705225"/>
            <a:ext cx="2343150" cy="19050"/>
          </a:xfrm>
          <a:prstGeom xmlns:a="http://schemas.openxmlformats.org/drawingml/2006/main" prst="rect">
            <a:avLst/>
          </a:prstGeom>
          <a:solidFill xmlns:a="http://schemas.openxmlformats.org/drawingml/2006/main">
            <a:srgbClr val="D0D8D9"/>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FCB04F7-70FD-4116-BA1B-8854CB8E0B8C}"/>
              </a:ext>
            </a:extLst>
          </p:cNvPr>
          <p:cNvSpPr>
            <a:spLocks xmlns:a="http://schemas.openxmlformats.org/drawingml/2006/main" noGrp="1"/>
          </p:cNvSpPr>
          <p:nvPr/>
        </p:nvSpPr>
        <p:spPr>
          <a:xfrm xmlns:a="http://schemas.openxmlformats.org/drawingml/2006/main">
            <a:off x="609600" y="3962400"/>
            <a:ext cx="2352675" cy="923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62D"/>
                </a:solidFill>
                <a:latin typeface="Segoe UI"/>
                <a:ea typeface="Segoe UI"/>
                <a:cs typeface="Segoe UI"/>
              </a:defRPr>
            </a:defPPr>
            <a:lvl1pPr algn="l">
              <a:defRPr sz="2250" b="1">
                <a:solidFill>
                  <a:srgbClr val="13262D"/>
                </a:solidFill>
                <a:latin typeface="Segoe UI"/>
                <a:ea typeface="Segoe UI"/>
                <a:cs typeface="Segoe UI"/>
              </a:defRPr>
            </a:lvl1pPr>
            <a:lvl2pPr algn="l">
              <a:defRPr sz="2250" b="1">
                <a:solidFill>
                  <a:srgbClr val="13262D"/>
                </a:solidFill>
                <a:latin typeface="Segoe UI"/>
                <a:ea typeface="Segoe UI"/>
                <a:cs typeface="Segoe UI"/>
              </a:defRPr>
            </a:lvl2pPr>
            <a:lvl3pPr algn="l">
              <a:defRPr sz="2250" b="1">
                <a:solidFill>
                  <a:srgbClr val="13262D"/>
                </a:solidFill>
                <a:latin typeface="Segoe UI"/>
                <a:ea typeface="Segoe UI"/>
                <a:cs typeface="Segoe UI"/>
              </a:defRPr>
            </a:lvl3pPr>
            <a:lvl4pPr algn="l">
              <a:defRPr sz="2250" b="1">
                <a:solidFill>
                  <a:srgbClr val="13262D"/>
                </a:solidFill>
                <a:latin typeface="Segoe UI"/>
                <a:ea typeface="Segoe UI"/>
                <a:cs typeface="Segoe UI"/>
              </a:defRPr>
            </a:lvl4pPr>
            <a:lvl5pPr algn="l">
              <a:defRPr sz="2250" b="1">
                <a:solidFill>
                  <a:srgbClr val="13262D"/>
                </a:solidFill>
                <a:latin typeface="Segoe UI"/>
                <a:ea typeface="Segoe UI"/>
                <a:cs typeface="Segoe UI"/>
              </a:defRPr>
            </a:lvl5pPr>
            <a:lvl6pPr algn="l">
              <a:defRPr sz="2250" b="1">
                <a:solidFill>
                  <a:srgbClr val="13262D"/>
                </a:solidFill>
                <a:latin typeface="Segoe UI"/>
                <a:ea typeface="Segoe UI"/>
                <a:cs typeface="Segoe UI"/>
              </a:defRPr>
            </a:lvl6pPr>
            <a:lvl7pPr algn="l">
              <a:defRPr sz="2250" b="1">
                <a:solidFill>
                  <a:srgbClr val="13262D"/>
                </a:solidFill>
                <a:latin typeface="Segoe UI"/>
                <a:ea typeface="Segoe UI"/>
                <a:cs typeface="Segoe UI"/>
              </a:defRPr>
            </a:lvl7pPr>
            <a:lvl8pPr algn="l">
              <a:defRPr sz="2250" b="1">
                <a:solidFill>
                  <a:srgbClr val="13262D"/>
                </a:solidFill>
                <a:latin typeface="Segoe UI"/>
                <a:ea typeface="Segoe UI"/>
                <a:cs typeface="Segoe UI"/>
              </a:defRPr>
            </a:lvl8pPr>
            <a:lvl9pPr algn="l">
              <a:defRPr sz="2250" b="1">
                <a:solidFill>
                  <a:srgbClr val="13262D"/>
                </a:solidFill>
                <a:latin typeface="Segoe UI"/>
                <a:ea typeface="Segoe UI"/>
                <a:cs typeface="Segoe UI"/>
              </a:defRPr>
            </a:lvl9pPr>
          </a:lstStyle>
          <a:p xmlns:a="http://schemas.openxmlformats.org/drawingml/2006/main">
            <a:pPr algn="l">
              <a:lnSpc>
                <a:spcPct val="108000"/>
              </a:lnSpc>
              <a:buNone/>
              <a:defRPr sz="2250" b="1">
                <a:solidFill>
                  <a:srgbClr val="13262D"/>
                </a:solidFill>
                <a:latin typeface="Segoe UI"/>
                <a:ea typeface="Segoe UI"/>
                <a:cs typeface="Segoe UI"/>
              </a:defRPr>
            </a:pPr>
            <a:r>
              <a:rPr sz="2250" b="1">
                <a:solidFill>
                  <a:srgbClr val="13262D"/>
                </a:solidFill>
                <a:latin typeface="Segoe UI"/>
                <a:ea typeface="Segoe UI"/>
                <a:cs typeface="Segoe UI"/>
              </a:rPr>
              <a:t>Define the result</a:t>
            </a:r>
          </a:p>
        </p:txBody>
      </p:sp>
      <p:sp>
        <p:nvSpPr>
          <p:cNvPr id="7" name="">
            <a:extLst xmlns:a="http://schemas.openxmlformats.org/drawingml/2006/main">
              <a:ext uri="{FF2B5EF4-FFF2-40B4-BE49-F238E27FC236}">
                <a16:creationId xmlns:a16="http://schemas.microsoft.com/office/drawing/2014/main" id="{B9C0D7B3-6242-4275-964A-F83850989185}"/>
              </a:ext>
            </a:extLst>
          </p:cNvPr>
          <p:cNvSpPr>
            <a:spLocks xmlns:a="http://schemas.openxmlformats.org/drawingml/2006/main" noGrp="1"/>
          </p:cNvSpPr>
          <p:nvPr/>
        </p:nvSpPr>
        <p:spPr>
          <a:xfrm xmlns:a="http://schemas.openxmlformats.org/drawingml/2006/main">
            <a:off x="609600" y="5067300"/>
            <a:ext cx="2390775" cy="1085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57666C"/>
                </a:solidFill>
                <a:latin typeface="Segoe UI"/>
                <a:ea typeface="Segoe UI"/>
                <a:cs typeface="Segoe UI"/>
              </a:defRPr>
            </a:defPPr>
            <a:lvl1pPr algn="l">
              <a:defRPr sz="1725" b="0">
                <a:solidFill>
                  <a:srgbClr val="57666C"/>
                </a:solidFill>
                <a:latin typeface="Segoe UI"/>
                <a:ea typeface="Segoe UI"/>
                <a:cs typeface="Segoe UI"/>
              </a:defRPr>
            </a:lvl1pPr>
            <a:lvl2pPr algn="l">
              <a:defRPr sz="1725" b="0">
                <a:solidFill>
                  <a:srgbClr val="57666C"/>
                </a:solidFill>
                <a:latin typeface="Segoe UI"/>
                <a:ea typeface="Segoe UI"/>
                <a:cs typeface="Segoe UI"/>
              </a:defRPr>
            </a:lvl2pPr>
            <a:lvl3pPr algn="l">
              <a:defRPr sz="1725" b="0">
                <a:solidFill>
                  <a:srgbClr val="57666C"/>
                </a:solidFill>
                <a:latin typeface="Segoe UI"/>
                <a:ea typeface="Segoe UI"/>
                <a:cs typeface="Segoe UI"/>
              </a:defRPr>
            </a:lvl3pPr>
            <a:lvl4pPr algn="l">
              <a:defRPr sz="1725" b="0">
                <a:solidFill>
                  <a:srgbClr val="57666C"/>
                </a:solidFill>
                <a:latin typeface="Segoe UI"/>
                <a:ea typeface="Segoe UI"/>
                <a:cs typeface="Segoe UI"/>
              </a:defRPr>
            </a:lvl4pPr>
            <a:lvl5pPr algn="l">
              <a:defRPr sz="1725" b="0">
                <a:solidFill>
                  <a:srgbClr val="57666C"/>
                </a:solidFill>
                <a:latin typeface="Segoe UI"/>
                <a:ea typeface="Segoe UI"/>
                <a:cs typeface="Segoe UI"/>
              </a:defRPr>
            </a:lvl5pPr>
            <a:lvl6pPr algn="l">
              <a:defRPr sz="1725" b="0">
                <a:solidFill>
                  <a:srgbClr val="57666C"/>
                </a:solidFill>
                <a:latin typeface="Segoe UI"/>
                <a:ea typeface="Segoe UI"/>
                <a:cs typeface="Segoe UI"/>
              </a:defRPr>
            </a:lvl6pPr>
            <a:lvl7pPr algn="l">
              <a:defRPr sz="1725" b="0">
                <a:solidFill>
                  <a:srgbClr val="57666C"/>
                </a:solidFill>
                <a:latin typeface="Segoe UI"/>
                <a:ea typeface="Segoe UI"/>
                <a:cs typeface="Segoe UI"/>
              </a:defRPr>
            </a:lvl7pPr>
            <a:lvl8pPr algn="l">
              <a:defRPr sz="1725" b="0">
                <a:solidFill>
                  <a:srgbClr val="57666C"/>
                </a:solidFill>
                <a:latin typeface="Segoe UI"/>
                <a:ea typeface="Segoe UI"/>
                <a:cs typeface="Segoe UI"/>
              </a:defRPr>
            </a:lvl8pPr>
            <a:lvl9pPr algn="l">
              <a:defRPr sz="1725" b="0">
                <a:solidFill>
                  <a:srgbClr val="57666C"/>
                </a:solidFill>
                <a:latin typeface="Segoe UI"/>
                <a:ea typeface="Segoe UI"/>
                <a:cs typeface="Segoe UI"/>
              </a:defRPr>
            </a:lvl9pPr>
          </a:lstStyle>
          <a:p xmlns:a="http://schemas.openxmlformats.org/drawingml/2006/main">
            <a:pPr algn="l">
              <a:lnSpc>
                <a:spcPct val="108000"/>
              </a:lnSpc>
              <a:buNone/>
              <a:defRPr sz="1725" b="0">
                <a:solidFill>
                  <a:srgbClr val="57666C"/>
                </a:solidFill>
                <a:latin typeface="Segoe UI"/>
                <a:ea typeface="Segoe UI"/>
                <a:cs typeface="Segoe UI"/>
              </a:defRPr>
            </a:pPr>
            <a:r>
              <a:rPr sz="1725" b="0">
                <a:solidFill>
                  <a:srgbClr val="57666C"/>
                </a:solidFill>
                <a:latin typeface="Segoe UI"/>
                <a:ea typeface="Segoe UI"/>
                <a:cs typeface="Segoe UI"/>
              </a:rPr>
              <a:t>Business owner, baseline, scope and decision rights.</a:t>
            </a:r>
          </a:p>
        </p:txBody>
      </p:sp>
      <p:sp>
        <p:nvSpPr>
          <p:cNvPr id="8" name="">
            <a:extLst xmlns:a="http://schemas.openxmlformats.org/drawingml/2006/main">
              <a:ext uri="{FF2B5EF4-FFF2-40B4-BE49-F238E27FC236}">
                <a16:creationId xmlns:a16="http://schemas.microsoft.com/office/drawing/2014/main" id="{F90E0BA0-62D1-4409-95D4-DF53B55780BD}"/>
              </a:ext>
            </a:extLst>
          </p:cNvPr>
          <p:cNvSpPr>
            <a:spLocks xmlns:a="http://schemas.openxmlformats.org/drawingml/2006/main" noGrp="1"/>
          </p:cNvSpPr>
          <p:nvPr/>
        </p:nvSpPr>
        <p:spPr>
          <a:xfrm xmlns:a="http://schemas.openxmlformats.org/drawingml/2006/main">
            <a:off x="3448050" y="2809875"/>
            <a:ext cx="10477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4575" b="1">
                <a:solidFill>
                  <a:srgbClr val="A8B7BD"/>
                </a:solidFill>
                <a:latin typeface="Segoe UI"/>
                <a:ea typeface="Segoe UI"/>
                <a:cs typeface="Segoe UI"/>
              </a:defRPr>
            </a:defPPr>
            <a:lvl1pPr algn="l">
              <a:defRPr sz="4575" b="1">
                <a:solidFill>
                  <a:srgbClr val="A8B7BD"/>
                </a:solidFill>
                <a:latin typeface="Segoe UI"/>
                <a:ea typeface="Segoe UI"/>
                <a:cs typeface="Segoe UI"/>
              </a:defRPr>
            </a:lvl1pPr>
            <a:lvl2pPr algn="l">
              <a:defRPr sz="4575" b="1">
                <a:solidFill>
                  <a:srgbClr val="A8B7BD"/>
                </a:solidFill>
                <a:latin typeface="Segoe UI"/>
                <a:ea typeface="Segoe UI"/>
                <a:cs typeface="Segoe UI"/>
              </a:defRPr>
            </a:lvl2pPr>
            <a:lvl3pPr algn="l">
              <a:defRPr sz="4575" b="1">
                <a:solidFill>
                  <a:srgbClr val="A8B7BD"/>
                </a:solidFill>
                <a:latin typeface="Segoe UI"/>
                <a:ea typeface="Segoe UI"/>
                <a:cs typeface="Segoe UI"/>
              </a:defRPr>
            </a:lvl3pPr>
            <a:lvl4pPr algn="l">
              <a:defRPr sz="4575" b="1">
                <a:solidFill>
                  <a:srgbClr val="A8B7BD"/>
                </a:solidFill>
                <a:latin typeface="Segoe UI"/>
                <a:ea typeface="Segoe UI"/>
                <a:cs typeface="Segoe UI"/>
              </a:defRPr>
            </a:lvl4pPr>
            <a:lvl5pPr algn="l">
              <a:defRPr sz="4575" b="1">
                <a:solidFill>
                  <a:srgbClr val="A8B7BD"/>
                </a:solidFill>
                <a:latin typeface="Segoe UI"/>
                <a:ea typeface="Segoe UI"/>
                <a:cs typeface="Segoe UI"/>
              </a:defRPr>
            </a:lvl5pPr>
            <a:lvl6pPr algn="l">
              <a:defRPr sz="4575" b="1">
                <a:solidFill>
                  <a:srgbClr val="A8B7BD"/>
                </a:solidFill>
                <a:latin typeface="Segoe UI"/>
                <a:ea typeface="Segoe UI"/>
                <a:cs typeface="Segoe UI"/>
              </a:defRPr>
            </a:lvl6pPr>
            <a:lvl7pPr algn="l">
              <a:defRPr sz="4575" b="1">
                <a:solidFill>
                  <a:srgbClr val="A8B7BD"/>
                </a:solidFill>
                <a:latin typeface="Segoe UI"/>
                <a:ea typeface="Segoe UI"/>
                <a:cs typeface="Segoe UI"/>
              </a:defRPr>
            </a:lvl7pPr>
            <a:lvl8pPr algn="l">
              <a:defRPr sz="4575" b="1">
                <a:solidFill>
                  <a:srgbClr val="A8B7BD"/>
                </a:solidFill>
                <a:latin typeface="Segoe UI"/>
                <a:ea typeface="Segoe UI"/>
                <a:cs typeface="Segoe UI"/>
              </a:defRPr>
            </a:lvl8pPr>
            <a:lvl9pPr algn="l">
              <a:defRPr sz="4575" b="1">
                <a:solidFill>
                  <a:srgbClr val="A8B7BD"/>
                </a:solidFill>
                <a:latin typeface="Segoe UI"/>
                <a:ea typeface="Segoe UI"/>
                <a:cs typeface="Segoe UI"/>
              </a:defRPr>
            </a:lvl9pPr>
          </a:lstStyle>
          <a:p xmlns:a="http://schemas.openxmlformats.org/drawingml/2006/main">
            <a:pPr algn="l">
              <a:lnSpc>
                <a:spcPct val="108000"/>
              </a:lnSpc>
              <a:buNone/>
              <a:defRPr sz="4575" b="1">
                <a:solidFill>
                  <a:srgbClr val="A8B7BD"/>
                </a:solidFill>
                <a:latin typeface="Segoe UI"/>
                <a:ea typeface="Segoe UI"/>
                <a:cs typeface="Segoe UI"/>
              </a:defRPr>
            </a:pPr>
            <a:r>
              <a:rPr sz="4575" b="1">
                <a:solidFill>
                  <a:srgbClr val="A8B7BD"/>
                </a:solidFill>
                <a:latin typeface="Segoe UI"/>
                <a:ea typeface="Segoe UI"/>
                <a:cs typeface="Segoe UI"/>
              </a:rPr>
              <a:t>02</a:t>
            </a:r>
          </a:p>
        </p:txBody>
      </p:sp>
      <p:sp>
        <p:nvSpPr>
          <p:cNvPr id="9" name="">
            <a:extLst xmlns:a="http://schemas.openxmlformats.org/drawingml/2006/main">
              <a:ext uri="{FF2B5EF4-FFF2-40B4-BE49-F238E27FC236}">
                <a16:creationId xmlns:a16="http://schemas.microsoft.com/office/drawing/2014/main" id="{6CAAC660-493D-4A57-A8FC-D4762A69B27E}"/>
              </a:ext>
            </a:extLst>
          </p:cNvPr>
          <p:cNvSpPr>
            <a:spLocks xmlns:a="http://schemas.openxmlformats.org/drawingml/2006/main" noGrp="1"/>
          </p:cNvSpPr>
          <p:nvPr/>
        </p:nvSpPr>
        <p:spPr>
          <a:xfrm xmlns:a="http://schemas.openxmlformats.org/drawingml/2006/main">
            <a:off x="3448050" y="3705225"/>
            <a:ext cx="2343150" cy="19050"/>
          </a:xfrm>
          <a:prstGeom xmlns:a="http://schemas.openxmlformats.org/drawingml/2006/main" prst="rect">
            <a:avLst/>
          </a:prstGeom>
          <a:solidFill xmlns:a="http://schemas.openxmlformats.org/drawingml/2006/main">
            <a:srgbClr val="D0D8D9"/>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CDC9F73-DBC0-4764-9B35-96954CBCE51A}"/>
              </a:ext>
            </a:extLst>
          </p:cNvPr>
          <p:cNvSpPr>
            <a:spLocks xmlns:a="http://schemas.openxmlformats.org/drawingml/2006/main" noGrp="1"/>
          </p:cNvSpPr>
          <p:nvPr/>
        </p:nvSpPr>
        <p:spPr>
          <a:xfrm xmlns:a="http://schemas.openxmlformats.org/drawingml/2006/main">
            <a:off x="3448050" y="3962400"/>
            <a:ext cx="2352675" cy="923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62D"/>
                </a:solidFill>
                <a:latin typeface="Segoe UI"/>
                <a:ea typeface="Segoe UI"/>
                <a:cs typeface="Segoe UI"/>
              </a:defRPr>
            </a:defPPr>
            <a:lvl1pPr algn="l">
              <a:defRPr sz="2250" b="1">
                <a:solidFill>
                  <a:srgbClr val="13262D"/>
                </a:solidFill>
                <a:latin typeface="Segoe UI"/>
                <a:ea typeface="Segoe UI"/>
                <a:cs typeface="Segoe UI"/>
              </a:defRPr>
            </a:lvl1pPr>
            <a:lvl2pPr algn="l">
              <a:defRPr sz="2250" b="1">
                <a:solidFill>
                  <a:srgbClr val="13262D"/>
                </a:solidFill>
                <a:latin typeface="Segoe UI"/>
                <a:ea typeface="Segoe UI"/>
                <a:cs typeface="Segoe UI"/>
              </a:defRPr>
            </a:lvl2pPr>
            <a:lvl3pPr algn="l">
              <a:defRPr sz="2250" b="1">
                <a:solidFill>
                  <a:srgbClr val="13262D"/>
                </a:solidFill>
                <a:latin typeface="Segoe UI"/>
                <a:ea typeface="Segoe UI"/>
                <a:cs typeface="Segoe UI"/>
              </a:defRPr>
            </a:lvl3pPr>
            <a:lvl4pPr algn="l">
              <a:defRPr sz="2250" b="1">
                <a:solidFill>
                  <a:srgbClr val="13262D"/>
                </a:solidFill>
                <a:latin typeface="Segoe UI"/>
                <a:ea typeface="Segoe UI"/>
                <a:cs typeface="Segoe UI"/>
              </a:defRPr>
            </a:lvl4pPr>
            <a:lvl5pPr algn="l">
              <a:defRPr sz="2250" b="1">
                <a:solidFill>
                  <a:srgbClr val="13262D"/>
                </a:solidFill>
                <a:latin typeface="Segoe UI"/>
                <a:ea typeface="Segoe UI"/>
                <a:cs typeface="Segoe UI"/>
              </a:defRPr>
            </a:lvl5pPr>
            <a:lvl6pPr algn="l">
              <a:defRPr sz="2250" b="1">
                <a:solidFill>
                  <a:srgbClr val="13262D"/>
                </a:solidFill>
                <a:latin typeface="Segoe UI"/>
                <a:ea typeface="Segoe UI"/>
                <a:cs typeface="Segoe UI"/>
              </a:defRPr>
            </a:lvl6pPr>
            <a:lvl7pPr algn="l">
              <a:defRPr sz="2250" b="1">
                <a:solidFill>
                  <a:srgbClr val="13262D"/>
                </a:solidFill>
                <a:latin typeface="Segoe UI"/>
                <a:ea typeface="Segoe UI"/>
                <a:cs typeface="Segoe UI"/>
              </a:defRPr>
            </a:lvl7pPr>
            <a:lvl8pPr algn="l">
              <a:defRPr sz="2250" b="1">
                <a:solidFill>
                  <a:srgbClr val="13262D"/>
                </a:solidFill>
                <a:latin typeface="Segoe UI"/>
                <a:ea typeface="Segoe UI"/>
                <a:cs typeface="Segoe UI"/>
              </a:defRPr>
            </a:lvl8pPr>
            <a:lvl9pPr algn="l">
              <a:defRPr sz="2250" b="1">
                <a:solidFill>
                  <a:srgbClr val="13262D"/>
                </a:solidFill>
                <a:latin typeface="Segoe UI"/>
                <a:ea typeface="Segoe UI"/>
                <a:cs typeface="Segoe UI"/>
              </a:defRPr>
            </a:lvl9pPr>
          </a:lstStyle>
          <a:p xmlns:a="http://schemas.openxmlformats.org/drawingml/2006/main">
            <a:pPr algn="l">
              <a:lnSpc>
                <a:spcPct val="108000"/>
              </a:lnSpc>
              <a:buNone/>
              <a:defRPr sz="2250" b="1">
                <a:solidFill>
                  <a:srgbClr val="13262D"/>
                </a:solidFill>
                <a:latin typeface="Segoe UI"/>
                <a:ea typeface="Segoe UI"/>
                <a:cs typeface="Segoe UI"/>
              </a:defRPr>
            </a:pPr>
            <a:r>
              <a:rPr sz="2250" b="1">
                <a:solidFill>
                  <a:srgbClr val="13262D"/>
                </a:solidFill>
                <a:latin typeface="Segoe UI"/>
                <a:ea typeface="Segoe UI"/>
                <a:cs typeface="Segoe UI"/>
              </a:rPr>
              <a:t>Build for real work</a:t>
            </a:r>
          </a:p>
        </p:txBody>
      </p:sp>
      <p:sp>
        <p:nvSpPr>
          <p:cNvPr id="11" name="">
            <a:extLst xmlns:a="http://schemas.openxmlformats.org/drawingml/2006/main">
              <a:ext uri="{FF2B5EF4-FFF2-40B4-BE49-F238E27FC236}">
                <a16:creationId xmlns:a16="http://schemas.microsoft.com/office/drawing/2014/main" id="{FDCE534D-1219-4F28-818C-CDB83E55DDB8}"/>
              </a:ext>
            </a:extLst>
          </p:cNvPr>
          <p:cNvSpPr>
            <a:spLocks xmlns:a="http://schemas.openxmlformats.org/drawingml/2006/main" noGrp="1"/>
          </p:cNvSpPr>
          <p:nvPr/>
        </p:nvSpPr>
        <p:spPr>
          <a:xfrm xmlns:a="http://schemas.openxmlformats.org/drawingml/2006/main">
            <a:off x="3448050" y="5067300"/>
            <a:ext cx="2390775" cy="1085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57666C"/>
                </a:solidFill>
                <a:latin typeface="Segoe UI"/>
                <a:ea typeface="Segoe UI"/>
                <a:cs typeface="Segoe UI"/>
              </a:defRPr>
            </a:defPPr>
            <a:lvl1pPr algn="l">
              <a:defRPr sz="1725" b="0">
                <a:solidFill>
                  <a:srgbClr val="57666C"/>
                </a:solidFill>
                <a:latin typeface="Segoe UI"/>
                <a:ea typeface="Segoe UI"/>
                <a:cs typeface="Segoe UI"/>
              </a:defRPr>
            </a:lvl1pPr>
            <a:lvl2pPr algn="l">
              <a:defRPr sz="1725" b="0">
                <a:solidFill>
                  <a:srgbClr val="57666C"/>
                </a:solidFill>
                <a:latin typeface="Segoe UI"/>
                <a:ea typeface="Segoe UI"/>
                <a:cs typeface="Segoe UI"/>
              </a:defRPr>
            </a:lvl2pPr>
            <a:lvl3pPr algn="l">
              <a:defRPr sz="1725" b="0">
                <a:solidFill>
                  <a:srgbClr val="57666C"/>
                </a:solidFill>
                <a:latin typeface="Segoe UI"/>
                <a:ea typeface="Segoe UI"/>
                <a:cs typeface="Segoe UI"/>
              </a:defRPr>
            </a:lvl3pPr>
            <a:lvl4pPr algn="l">
              <a:defRPr sz="1725" b="0">
                <a:solidFill>
                  <a:srgbClr val="57666C"/>
                </a:solidFill>
                <a:latin typeface="Segoe UI"/>
                <a:ea typeface="Segoe UI"/>
                <a:cs typeface="Segoe UI"/>
              </a:defRPr>
            </a:lvl4pPr>
            <a:lvl5pPr algn="l">
              <a:defRPr sz="1725" b="0">
                <a:solidFill>
                  <a:srgbClr val="57666C"/>
                </a:solidFill>
                <a:latin typeface="Segoe UI"/>
                <a:ea typeface="Segoe UI"/>
                <a:cs typeface="Segoe UI"/>
              </a:defRPr>
            </a:lvl5pPr>
            <a:lvl6pPr algn="l">
              <a:defRPr sz="1725" b="0">
                <a:solidFill>
                  <a:srgbClr val="57666C"/>
                </a:solidFill>
                <a:latin typeface="Segoe UI"/>
                <a:ea typeface="Segoe UI"/>
                <a:cs typeface="Segoe UI"/>
              </a:defRPr>
            </a:lvl6pPr>
            <a:lvl7pPr algn="l">
              <a:defRPr sz="1725" b="0">
                <a:solidFill>
                  <a:srgbClr val="57666C"/>
                </a:solidFill>
                <a:latin typeface="Segoe UI"/>
                <a:ea typeface="Segoe UI"/>
                <a:cs typeface="Segoe UI"/>
              </a:defRPr>
            </a:lvl7pPr>
            <a:lvl8pPr algn="l">
              <a:defRPr sz="1725" b="0">
                <a:solidFill>
                  <a:srgbClr val="57666C"/>
                </a:solidFill>
                <a:latin typeface="Segoe UI"/>
                <a:ea typeface="Segoe UI"/>
                <a:cs typeface="Segoe UI"/>
              </a:defRPr>
            </a:lvl8pPr>
            <a:lvl9pPr algn="l">
              <a:defRPr sz="1725" b="0">
                <a:solidFill>
                  <a:srgbClr val="57666C"/>
                </a:solidFill>
                <a:latin typeface="Segoe UI"/>
                <a:ea typeface="Segoe UI"/>
                <a:cs typeface="Segoe UI"/>
              </a:defRPr>
            </a:lvl9pPr>
          </a:lstStyle>
          <a:p xmlns:a="http://schemas.openxmlformats.org/drawingml/2006/main">
            <a:pPr algn="l">
              <a:lnSpc>
                <a:spcPct val="108000"/>
              </a:lnSpc>
              <a:buNone/>
              <a:defRPr sz="1725" b="0">
                <a:solidFill>
                  <a:srgbClr val="57666C"/>
                </a:solidFill>
                <a:latin typeface="Segoe UI"/>
                <a:ea typeface="Segoe UI"/>
                <a:cs typeface="Segoe UI"/>
              </a:defRPr>
            </a:pPr>
            <a:r>
              <a:rPr sz="1725" b="0">
                <a:solidFill>
                  <a:srgbClr val="57666C"/>
                </a:solidFill>
                <a:latin typeface="Segoe UI"/>
                <a:ea typeface="Segoe UI"/>
                <a:cs typeface="Segoe UI"/>
              </a:rPr>
              <a:t>Approved data, integration, controls and user training.</a:t>
            </a:r>
          </a:p>
        </p:txBody>
      </p:sp>
      <p:sp>
        <p:nvSpPr>
          <p:cNvPr id="12" name="">
            <a:extLst xmlns:a="http://schemas.openxmlformats.org/drawingml/2006/main">
              <a:ext uri="{FF2B5EF4-FFF2-40B4-BE49-F238E27FC236}">
                <a16:creationId xmlns:a16="http://schemas.microsoft.com/office/drawing/2014/main" id="{FDC0F404-FADA-4BD2-8FD4-BE68C93F45D4}"/>
              </a:ext>
            </a:extLst>
          </p:cNvPr>
          <p:cNvSpPr>
            <a:spLocks xmlns:a="http://schemas.openxmlformats.org/drawingml/2006/main" noGrp="1"/>
          </p:cNvSpPr>
          <p:nvPr/>
        </p:nvSpPr>
        <p:spPr>
          <a:xfrm xmlns:a="http://schemas.openxmlformats.org/drawingml/2006/main">
            <a:off x="6286500" y="2809875"/>
            <a:ext cx="10477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4575" b="1">
                <a:solidFill>
                  <a:srgbClr val="A8B7BD"/>
                </a:solidFill>
                <a:latin typeface="Segoe UI"/>
                <a:ea typeface="Segoe UI"/>
                <a:cs typeface="Segoe UI"/>
              </a:defRPr>
            </a:defPPr>
            <a:lvl1pPr algn="l">
              <a:defRPr sz="4575" b="1">
                <a:solidFill>
                  <a:srgbClr val="A8B7BD"/>
                </a:solidFill>
                <a:latin typeface="Segoe UI"/>
                <a:ea typeface="Segoe UI"/>
                <a:cs typeface="Segoe UI"/>
              </a:defRPr>
            </a:lvl1pPr>
            <a:lvl2pPr algn="l">
              <a:defRPr sz="4575" b="1">
                <a:solidFill>
                  <a:srgbClr val="A8B7BD"/>
                </a:solidFill>
                <a:latin typeface="Segoe UI"/>
                <a:ea typeface="Segoe UI"/>
                <a:cs typeface="Segoe UI"/>
              </a:defRPr>
            </a:lvl2pPr>
            <a:lvl3pPr algn="l">
              <a:defRPr sz="4575" b="1">
                <a:solidFill>
                  <a:srgbClr val="A8B7BD"/>
                </a:solidFill>
                <a:latin typeface="Segoe UI"/>
                <a:ea typeface="Segoe UI"/>
                <a:cs typeface="Segoe UI"/>
              </a:defRPr>
            </a:lvl3pPr>
            <a:lvl4pPr algn="l">
              <a:defRPr sz="4575" b="1">
                <a:solidFill>
                  <a:srgbClr val="A8B7BD"/>
                </a:solidFill>
                <a:latin typeface="Segoe UI"/>
                <a:ea typeface="Segoe UI"/>
                <a:cs typeface="Segoe UI"/>
              </a:defRPr>
            </a:lvl4pPr>
            <a:lvl5pPr algn="l">
              <a:defRPr sz="4575" b="1">
                <a:solidFill>
                  <a:srgbClr val="A8B7BD"/>
                </a:solidFill>
                <a:latin typeface="Segoe UI"/>
                <a:ea typeface="Segoe UI"/>
                <a:cs typeface="Segoe UI"/>
              </a:defRPr>
            </a:lvl5pPr>
            <a:lvl6pPr algn="l">
              <a:defRPr sz="4575" b="1">
                <a:solidFill>
                  <a:srgbClr val="A8B7BD"/>
                </a:solidFill>
                <a:latin typeface="Segoe UI"/>
                <a:ea typeface="Segoe UI"/>
                <a:cs typeface="Segoe UI"/>
              </a:defRPr>
            </a:lvl6pPr>
            <a:lvl7pPr algn="l">
              <a:defRPr sz="4575" b="1">
                <a:solidFill>
                  <a:srgbClr val="A8B7BD"/>
                </a:solidFill>
                <a:latin typeface="Segoe UI"/>
                <a:ea typeface="Segoe UI"/>
                <a:cs typeface="Segoe UI"/>
              </a:defRPr>
            </a:lvl7pPr>
            <a:lvl8pPr algn="l">
              <a:defRPr sz="4575" b="1">
                <a:solidFill>
                  <a:srgbClr val="A8B7BD"/>
                </a:solidFill>
                <a:latin typeface="Segoe UI"/>
                <a:ea typeface="Segoe UI"/>
                <a:cs typeface="Segoe UI"/>
              </a:defRPr>
            </a:lvl8pPr>
            <a:lvl9pPr algn="l">
              <a:defRPr sz="4575" b="1">
                <a:solidFill>
                  <a:srgbClr val="A8B7BD"/>
                </a:solidFill>
                <a:latin typeface="Segoe UI"/>
                <a:ea typeface="Segoe UI"/>
                <a:cs typeface="Segoe UI"/>
              </a:defRPr>
            </a:lvl9pPr>
          </a:lstStyle>
          <a:p xmlns:a="http://schemas.openxmlformats.org/drawingml/2006/main">
            <a:pPr algn="l">
              <a:lnSpc>
                <a:spcPct val="108000"/>
              </a:lnSpc>
              <a:buNone/>
              <a:defRPr sz="4575" b="1">
                <a:solidFill>
                  <a:srgbClr val="A8B7BD"/>
                </a:solidFill>
                <a:latin typeface="Segoe UI"/>
                <a:ea typeface="Segoe UI"/>
                <a:cs typeface="Segoe UI"/>
              </a:defRPr>
            </a:pPr>
            <a:r>
              <a:rPr sz="4575" b="1">
                <a:solidFill>
                  <a:srgbClr val="A8B7BD"/>
                </a:solidFill>
                <a:latin typeface="Segoe UI"/>
                <a:ea typeface="Segoe UI"/>
                <a:cs typeface="Segoe UI"/>
              </a:rPr>
              <a:t>03</a:t>
            </a:r>
          </a:p>
        </p:txBody>
      </p:sp>
      <p:sp>
        <p:nvSpPr>
          <p:cNvPr id="13" name="">
            <a:extLst xmlns:a="http://schemas.openxmlformats.org/drawingml/2006/main">
              <a:ext uri="{FF2B5EF4-FFF2-40B4-BE49-F238E27FC236}">
                <a16:creationId xmlns:a16="http://schemas.microsoft.com/office/drawing/2014/main" id="{D2918CCB-10F8-4992-9AA7-0710EF5236E9}"/>
              </a:ext>
            </a:extLst>
          </p:cNvPr>
          <p:cNvSpPr>
            <a:spLocks xmlns:a="http://schemas.openxmlformats.org/drawingml/2006/main" noGrp="1"/>
          </p:cNvSpPr>
          <p:nvPr/>
        </p:nvSpPr>
        <p:spPr>
          <a:xfrm xmlns:a="http://schemas.openxmlformats.org/drawingml/2006/main">
            <a:off x="6286500" y="3705225"/>
            <a:ext cx="2343150" cy="19050"/>
          </a:xfrm>
          <a:prstGeom xmlns:a="http://schemas.openxmlformats.org/drawingml/2006/main" prst="rect">
            <a:avLst/>
          </a:prstGeom>
          <a:solidFill xmlns:a="http://schemas.openxmlformats.org/drawingml/2006/main">
            <a:srgbClr val="D0D8D9"/>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6D994CE-7864-4936-A93C-3C93AEBA5024}"/>
              </a:ext>
            </a:extLst>
          </p:cNvPr>
          <p:cNvSpPr>
            <a:spLocks xmlns:a="http://schemas.openxmlformats.org/drawingml/2006/main" noGrp="1"/>
          </p:cNvSpPr>
          <p:nvPr/>
        </p:nvSpPr>
        <p:spPr>
          <a:xfrm xmlns:a="http://schemas.openxmlformats.org/drawingml/2006/main">
            <a:off x="6286500" y="3962400"/>
            <a:ext cx="2352675" cy="923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62D"/>
                </a:solidFill>
                <a:latin typeface="Segoe UI"/>
                <a:ea typeface="Segoe UI"/>
                <a:cs typeface="Segoe UI"/>
              </a:defRPr>
            </a:defPPr>
            <a:lvl1pPr algn="l">
              <a:defRPr sz="2250" b="1">
                <a:solidFill>
                  <a:srgbClr val="13262D"/>
                </a:solidFill>
                <a:latin typeface="Segoe UI"/>
                <a:ea typeface="Segoe UI"/>
                <a:cs typeface="Segoe UI"/>
              </a:defRPr>
            </a:lvl1pPr>
            <a:lvl2pPr algn="l">
              <a:defRPr sz="2250" b="1">
                <a:solidFill>
                  <a:srgbClr val="13262D"/>
                </a:solidFill>
                <a:latin typeface="Segoe UI"/>
                <a:ea typeface="Segoe UI"/>
                <a:cs typeface="Segoe UI"/>
              </a:defRPr>
            </a:lvl2pPr>
            <a:lvl3pPr algn="l">
              <a:defRPr sz="2250" b="1">
                <a:solidFill>
                  <a:srgbClr val="13262D"/>
                </a:solidFill>
                <a:latin typeface="Segoe UI"/>
                <a:ea typeface="Segoe UI"/>
                <a:cs typeface="Segoe UI"/>
              </a:defRPr>
            </a:lvl3pPr>
            <a:lvl4pPr algn="l">
              <a:defRPr sz="2250" b="1">
                <a:solidFill>
                  <a:srgbClr val="13262D"/>
                </a:solidFill>
                <a:latin typeface="Segoe UI"/>
                <a:ea typeface="Segoe UI"/>
                <a:cs typeface="Segoe UI"/>
              </a:defRPr>
            </a:lvl4pPr>
            <a:lvl5pPr algn="l">
              <a:defRPr sz="2250" b="1">
                <a:solidFill>
                  <a:srgbClr val="13262D"/>
                </a:solidFill>
                <a:latin typeface="Segoe UI"/>
                <a:ea typeface="Segoe UI"/>
                <a:cs typeface="Segoe UI"/>
              </a:defRPr>
            </a:lvl5pPr>
            <a:lvl6pPr algn="l">
              <a:defRPr sz="2250" b="1">
                <a:solidFill>
                  <a:srgbClr val="13262D"/>
                </a:solidFill>
                <a:latin typeface="Segoe UI"/>
                <a:ea typeface="Segoe UI"/>
                <a:cs typeface="Segoe UI"/>
              </a:defRPr>
            </a:lvl6pPr>
            <a:lvl7pPr algn="l">
              <a:defRPr sz="2250" b="1">
                <a:solidFill>
                  <a:srgbClr val="13262D"/>
                </a:solidFill>
                <a:latin typeface="Segoe UI"/>
                <a:ea typeface="Segoe UI"/>
                <a:cs typeface="Segoe UI"/>
              </a:defRPr>
            </a:lvl7pPr>
            <a:lvl8pPr algn="l">
              <a:defRPr sz="2250" b="1">
                <a:solidFill>
                  <a:srgbClr val="13262D"/>
                </a:solidFill>
                <a:latin typeface="Segoe UI"/>
                <a:ea typeface="Segoe UI"/>
                <a:cs typeface="Segoe UI"/>
              </a:defRPr>
            </a:lvl8pPr>
            <a:lvl9pPr algn="l">
              <a:defRPr sz="2250" b="1">
                <a:solidFill>
                  <a:srgbClr val="13262D"/>
                </a:solidFill>
                <a:latin typeface="Segoe UI"/>
                <a:ea typeface="Segoe UI"/>
                <a:cs typeface="Segoe UI"/>
              </a:defRPr>
            </a:lvl9pPr>
          </a:lstStyle>
          <a:p xmlns:a="http://schemas.openxmlformats.org/drawingml/2006/main">
            <a:pPr algn="l">
              <a:lnSpc>
                <a:spcPct val="108000"/>
              </a:lnSpc>
              <a:buNone/>
              <a:defRPr sz="2250" b="1">
                <a:solidFill>
                  <a:srgbClr val="13262D"/>
                </a:solidFill>
                <a:latin typeface="Segoe UI"/>
                <a:ea typeface="Segoe UI"/>
                <a:cs typeface="Segoe UI"/>
              </a:defRPr>
            </a:pPr>
            <a:r>
              <a:rPr sz="2250" b="1">
                <a:solidFill>
                  <a:srgbClr val="13262D"/>
                </a:solidFill>
                <a:latin typeface="Segoe UI"/>
                <a:ea typeface="Segoe UI"/>
                <a:cs typeface="Segoe UI"/>
              </a:rPr>
              <a:t>Earn operational trust</a:t>
            </a:r>
          </a:p>
        </p:txBody>
      </p:sp>
      <p:sp>
        <p:nvSpPr>
          <p:cNvPr id="15" name="">
            <a:extLst xmlns:a="http://schemas.openxmlformats.org/drawingml/2006/main">
              <a:ext uri="{FF2B5EF4-FFF2-40B4-BE49-F238E27FC236}">
                <a16:creationId xmlns:a16="http://schemas.microsoft.com/office/drawing/2014/main" id="{B22B90FE-971D-4F5D-8108-B094E5B5097E}"/>
              </a:ext>
            </a:extLst>
          </p:cNvPr>
          <p:cNvSpPr>
            <a:spLocks xmlns:a="http://schemas.openxmlformats.org/drawingml/2006/main" noGrp="1"/>
          </p:cNvSpPr>
          <p:nvPr/>
        </p:nvSpPr>
        <p:spPr>
          <a:xfrm xmlns:a="http://schemas.openxmlformats.org/drawingml/2006/main">
            <a:off x="6286500" y="5067300"/>
            <a:ext cx="2390775" cy="1085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57666C"/>
                </a:solidFill>
                <a:latin typeface="Segoe UI"/>
                <a:ea typeface="Segoe UI"/>
                <a:cs typeface="Segoe UI"/>
              </a:defRPr>
            </a:defPPr>
            <a:lvl1pPr algn="l">
              <a:defRPr sz="1725" b="0">
                <a:solidFill>
                  <a:srgbClr val="57666C"/>
                </a:solidFill>
                <a:latin typeface="Segoe UI"/>
                <a:ea typeface="Segoe UI"/>
                <a:cs typeface="Segoe UI"/>
              </a:defRPr>
            </a:lvl1pPr>
            <a:lvl2pPr algn="l">
              <a:defRPr sz="1725" b="0">
                <a:solidFill>
                  <a:srgbClr val="57666C"/>
                </a:solidFill>
                <a:latin typeface="Segoe UI"/>
                <a:ea typeface="Segoe UI"/>
                <a:cs typeface="Segoe UI"/>
              </a:defRPr>
            </a:lvl2pPr>
            <a:lvl3pPr algn="l">
              <a:defRPr sz="1725" b="0">
                <a:solidFill>
                  <a:srgbClr val="57666C"/>
                </a:solidFill>
                <a:latin typeface="Segoe UI"/>
                <a:ea typeface="Segoe UI"/>
                <a:cs typeface="Segoe UI"/>
              </a:defRPr>
            </a:lvl3pPr>
            <a:lvl4pPr algn="l">
              <a:defRPr sz="1725" b="0">
                <a:solidFill>
                  <a:srgbClr val="57666C"/>
                </a:solidFill>
                <a:latin typeface="Segoe UI"/>
                <a:ea typeface="Segoe UI"/>
                <a:cs typeface="Segoe UI"/>
              </a:defRPr>
            </a:lvl4pPr>
            <a:lvl5pPr algn="l">
              <a:defRPr sz="1725" b="0">
                <a:solidFill>
                  <a:srgbClr val="57666C"/>
                </a:solidFill>
                <a:latin typeface="Segoe UI"/>
                <a:ea typeface="Segoe UI"/>
                <a:cs typeface="Segoe UI"/>
              </a:defRPr>
            </a:lvl5pPr>
            <a:lvl6pPr algn="l">
              <a:defRPr sz="1725" b="0">
                <a:solidFill>
                  <a:srgbClr val="57666C"/>
                </a:solidFill>
                <a:latin typeface="Segoe UI"/>
                <a:ea typeface="Segoe UI"/>
                <a:cs typeface="Segoe UI"/>
              </a:defRPr>
            </a:lvl6pPr>
            <a:lvl7pPr algn="l">
              <a:defRPr sz="1725" b="0">
                <a:solidFill>
                  <a:srgbClr val="57666C"/>
                </a:solidFill>
                <a:latin typeface="Segoe UI"/>
                <a:ea typeface="Segoe UI"/>
                <a:cs typeface="Segoe UI"/>
              </a:defRPr>
            </a:lvl7pPr>
            <a:lvl8pPr algn="l">
              <a:defRPr sz="1725" b="0">
                <a:solidFill>
                  <a:srgbClr val="57666C"/>
                </a:solidFill>
                <a:latin typeface="Segoe UI"/>
                <a:ea typeface="Segoe UI"/>
                <a:cs typeface="Segoe UI"/>
              </a:defRPr>
            </a:lvl8pPr>
            <a:lvl9pPr algn="l">
              <a:defRPr sz="1725" b="0">
                <a:solidFill>
                  <a:srgbClr val="57666C"/>
                </a:solidFill>
                <a:latin typeface="Segoe UI"/>
                <a:ea typeface="Segoe UI"/>
                <a:cs typeface="Segoe UI"/>
              </a:defRPr>
            </a:lvl9pPr>
          </a:lstStyle>
          <a:p xmlns:a="http://schemas.openxmlformats.org/drawingml/2006/main">
            <a:pPr algn="l">
              <a:lnSpc>
                <a:spcPct val="108000"/>
              </a:lnSpc>
              <a:buNone/>
              <a:defRPr sz="1725" b="0">
                <a:solidFill>
                  <a:srgbClr val="57666C"/>
                </a:solidFill>
                <a:latin typeface="Segoe UI"/>
                <a:ea typeface="Segoe UI"/>
                <a:cs typeface="Segoe UI"/>
              </a:defRPr>
            </a:pPr>
            <a:r>
              <a:rPr sz="1725" b="0">
                <a:solidFill>
                  <a:srgbClr val="57666C"/>
                </a:solidFill>
                <a:latin typeface="Segoe UI"/>
                <a:ea typeface="Segoe UI"/>
                <a:cs typeface="Segoe UI"/>
              </a:rPr>
              <a:t>Evaluate cases, gate rollout, monitor and retain fallback.</a:t>
            </a:r>
          </a:p>
        </p:txBody>
      </p:sp>
      <p:sp>
        <p:nvSpPr>
          <p:cNvPr id="16" name="">
            <a:extLst xmlns:a="http://schemas.openxmlformats.org/drawingml/2006/main">
              <a:ext uri="{FF2B5EF4-FFF2-40B4-BE49-F238E27FC236}">
                <a16:creationId xmlns:a16="http://schemas.microsoft.com/office/drawing/2014/main" id="{E06E7C8C-7A2F-45AA-BF86-72E5F59B7117}"/>
              </a:ext>
            </a:extLst>
          </p:cNvPr>
          <p:cNvSpPr>
            <a:spLocks xmlns:a="http://schemas.openxmlformats.org/drawingml/2006/main" noGrp="1"/>
          </p:cNvSpPr>
          <p:nvPr/>
        </p:nvSpPr>
        <p:spPr>
          <a:xfrm xmlns:a="http://schemas.openxmlformats.org/drawingml/2006/main">
            <a:off x="9124950" y="2809875"/>
            <a:ext cx="10477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4575" b="1">
                <a:solidFill>
                  <a:srgbClr val="A8B7BD"/>
                </a:solidFill>
                <a:latin typeface="Segoe UI"/>
                <a:ea typeface="Segoe UI"/>
                <a:cs typeface="Segoe UI"/>
              </a:defRPr>
            </a:defPPr>
            <a:lvl1pPr algn="l">
              <a:defRPr sz="4575" b="1">
                <a:solidFill>
                  <a:srgbClr val="A8B7BD"/>
                </a:solidFill>
                <a:latin typeface="Segoe UI"/>
                <a:ea typeface="Segoe UI"/>
                <a:cs typeface="Segoe UI"/>
              </a:defRPr>
            </a:lvl1pPr>
            <a:lvl2pPr algn="l">
              <a:defRPr sz="4575" b="1">
                <a:solidFill>
                  <a:srgbClr val="A8B7BD"/>
                </a:solidFill>
                <a:latin typeface="Segoe UI"/>
                <a:ea typeface="Segoe UI"/>
                <a:cs typeface="Segoe UI"/>
              </a:defRPr>
            </a:lvl2pPr>
            <a:lvl3pPr algn="l">
              <a:defRPr sz="4575" b="1">
                <a:solidFill>
                  <a:srgbClr val="A8B7BD"/>
                </a:solidFill>
                <a:latin typeface="Segoe UI"/>
                <a:ea typeface="Segoe UI"/>
                <a:cs typeface="Segoe UI"/>
              </a:defRPr>
            </a:lvl3pPr>
            <a:lvl4pPr algn="l">
              <a:defRPr sz="4575" b="1">
                <a:solidFill>
                  <a:srgbClr val="A8B7BD"/>
                </a:solidFill>
                <a:latin typeface="Segoe UI"/>
                <a:ea typeface="Segoe UI"/>
                <a:cs typeface="Segoe UI"/>
              </a:defRPr>
            </a:lvl4pPr>
            <a:lvl5pPr algn="l">
              <a:defRPr sz="4575" b="1">
                <a:solidFill>
                  <a:srgbClr val="A8B7BD"/>
                </a:solidFill>
                <a:latin typeface="Segoe UI"/>
                <a:ea typeface="Segoe UI"/>
                <a:cs typeface="Segoe UI"/>
              </a:defRPr>
            </a:lvl5pPr>
            <a:lvl6pPr algn="l">
              <a:defRPr sz="4575" b="1">
                <a:solidFill>
                  <a:srgbClr val="A8B7BD"/>
                </a:solidFill>
                <a:latin typeface="Segoe UI"/>
                <a:ea typeface="Segoe UI"/>
                <a:cs typeface="Segoe UI"/>
              </a:defRPr>
            </a:lvl6pPr>
            <a:lvl7pPr algn="l">
              <a:defRPr sz="4575" b="1">
                <a:solidFill>
                  <a:srgbClr val="A8B7BD"/>
                </a:solidFill>
                <a:latin typeface="Segoe UI"/>
                <a:ea typeface="Segoe UI"/>
                <a:cs typeface="Segoe UI"/>
              </a:defRPr>
            </a:lvl7pPr>
            <a:lvl8pPr algn="l">
              <a:defRPr sz="4575" b="1">
                <a:solidFill>
                  <a:srgbClr val="A8B7BD"/>
                </a:solidFill>
                <a:latin typeface="Segoe UI"/>
                <a:ea typeface="Segoe UI"/>
                <a:cs typeface="Segoe UI"/>
              </a:defRPr>
            </a:lvl8pPr>
            <a:lvl9pPr algn="l">
              <a:defRPr sz="4575" b="1">
                <a:solidFill>
                  <a:srgbClr val="A8B7BD"/>
                </a:solidFill>
                <a:latin typeface="Segoe UI"/>
                <a:ea typeface="Segoe UI"/>
                <a:cs typeface="Segoe UI"/>
              </a:defRPr>
            </a:lvl9pPr>
          </a:lstStyle>
          <a:p xmlns:a="http://schemas.openxmlformats.org/drawingml/2006/main">
            <a:pPr algn="l">
              <a:lnSpc>
                <a:spcPct val="108000"/>
              </a:lnSpc>
              <a:buNone/>
              <a:defRPr sz="4575" b="1">
                <a:solidFill>
                  <a:srgbClr val="A8B7BD"/>
                </a:solidFill>
                <a:latin typeface="Segoe UI"/>
                <a:ea typeface="Segoe UI"/>
                <a:cs typeface="Segoe UI"/>
              </a:defRPr>
            </a:pPr>
            <a:r>
              <a:rPr sz="4575" b="1">
                <a:solidFill>
                  <a:srgbClr val="A8B7BD"/>
                </a:solidFill>
                <a:latin typeface="Segoe UI"/>
                <a:ea typeface="Segoe UI"/>
                <a:cs typeface="Segoe UI"/>
              </a:rPr>
              <a:t>04</a:t>
            </a:r>
          </a:p>
        </p:txBody>
      </p:sp>
      <p:sp>
        <p:nvSpPr>
          <p:cNvPr id="17" name="">
            <a:extLst xmlns:a="http://schemas.openxmlformats.org/drawingml/2006/main">
              <a:ext uri="{FF2B5EF4-FFF2-40B4-BE49-F238E27FC236}">
                <a16:creationId xmlns:a16="http://schemas.microsoft.com/office/drawing/2014/main" id="{8EF45E69-EC2E-4804-B6A9-2355BDE4DEA7}"/>
              </a:ext>
            </a:extLst>
          </p:cNvPr>
          <p:cNvSpPr>
            <a:spLocks xmlns:a="http://schemas.openxmlformats.org/drawingml/2006/main" noGrp="1"/>
          </p:cNvSpPr>
          <p:nvPr/>
        </p:nvSpPr>
        <p:spPr>
          <a:xfrm xmlns:a="http://schemas.openxmlformats.org/drawingml/2006/main">
            <a:off x="9124950" y="3705225"/>
            <a:ext cx="2343150" cy="19050"/>
          </a:xfrm>
          <a:prstGeom xmlns:a="http://schemas.openxmlformats.org/drawingml/2006/main" prst="rect">
            <a:avLst/>
          </a:prstGeom>
          <a:solidFill xmlns:a="http://schemas.openxmlformats.org/drawingml/2006/main">
            <a:srgbClr val="D0D8D9"/>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A79F8F0-BE8F-41CB-B76B-3EDF0048EB33}"/>
              </a:ext>
            </a:extLst>
          </p:cNvPr>
          <p:cNvSpPr>
            <a:spLocks xmlns:a="http://schemas.openxmlformats.org/drawingml/2006/main" noGrp="1"/>
          </p:cNvSpPr>
          <p:nvPr/>
        </p:nvSpPr>
        <p:spPr>
          <a:xfrm xmlns:a="http://schemas.openxmlformats.org/drawingml/2006/main">
            <a:off x="9124950" y="3962400"/>
            <a:ext cx="2352675" cy="923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62D"/>
                </a:solidFill>
                <a:latin typeface="Segoe UI"/>
                <a:ea typeface="Segoe UI"/>
                <a:cs typeface="Segoe UI"/>
              </a:defRPr>
            </a:defPPr>
            <a:lvl1pPr algn="l">
              <a:defRPr sz="2250" b="1">
                <a:solidFill>
                  <a:srgbClr val="13262D"/>
                </a:solidFill>
                <a:latin typeface="Segoe UI"/>
                <a:ea typeface="Segoe UI"/>
                <a:cs typeface="Segoe UI"/>
              </a:defRPr>
            </a:lvl1pPr>
            <a:lvl2pPr algn="l">
              <a:defRPr sz="2250" b="1">
                <a:solidFill>
                  <a:srgbClr val="13262D"/>
                </a:solidFill>
                <a:latin typeface="Segoe UI"/>
                <a:ea typeface="Segoe UI"/>
                <a:cs typeface="Segoe UI"/>
              </a:defRPr>
            </a:lvl2pPr>
            <a:lvl3pPr algn="l">
              <a:defRPr sz="2250" b="1">
                <a:solidFill>
                  <a:srgbClr val="13262D"/>
                </a:solidFill>
                <a:latin typeface="Segoe UI"/>
                <a:ea typeface="Segoe UI"/>
                <a:cs typeface="Segoe UI"/>
              </a:defRPr>
            </a:lvl3pPr>
            <a:lvl4pPr algn="l">
              <a:defRPr sz="2250" b="1">
                <a:solidFill>
                  <a:srgbClr val="13262D"/>
                </a:solidFill>
                <a:latin typeface="Segoe UI"/>
                <a:ea typeface="Segoe UI"/>
                <a:cs typeface="Segoe UI"/>
              </a:defRPr>
            </a:lvl4pPr>
            <a:lvl5pPr algn="l">
              <a:defRPr sz="2250" b="1">
                <a:solidFill>
                  <a:srgbClr val="13262D"/>
                </a:solidFill>
                <a:latin typeface="Segoe UI"/>
                <a:ea typeface="Segoe UI"/>
                <a:cs typeface="Segoe UI"/>
              </a:defRPr>
            </a:lvl5pPr>
            <a:lvl6pPr algn="l">
              <a:defRPr sz="2250" b="1">
                <a:solidFill>
                  <a:srgbClr val="13262D"/>
                </a:solidFill>
                <a:latin typeface="Segoe UI"/>
                <a:ea typeface="Segoe UI"/>
                <a:cs typeface="Segoe UI"/>
              </a:defRPr>
            </a:lvl6pPr>
            <a:lvl7pPr algn="l">
              <a:defRPr sz="2250" b="1">
                <a:solidFill>
                  <a:srgbClr val="13262D"/>
                </a:solidFill>
                <a:latin typeface="Segoe UI"/>
                <a:ea typeface="Segoe UI"/>
                <a:cs typeface="Segoe UI"/>
              </a:defRPr>
            </a:lvl7pPr>
            <a:lvl8pPr algn="l">
              <a:defRPr sz="2250" b="1">
                <a:solidFill>
                  <a:srgbClr val="13262D"/>
                </a:solidFill>
                <a:latin typeface="Segoe UI"/>
                <a:ea typeface="Segoe UI"/>
                <a:cs typeface="Segoe UI"/>
              </a:defRPr>
            </a:lvl8pPr>
            <a:lvl9pPr algn="l">
              <a:defRPr sz="2250" b="1">
                <a:solidFill>
                  <a:srgbClr val="13262D"/>
                </a:solidFill>
                <a:latin typeface="Segoe UI"/>
                <a:ea typeface="Segoe UI"/>
                <a:cs typeface="Segoe UI"/>
              </a:defRPr>
            </a:lvl9pPr>
          </a:lstStyle>
          <a:p xmlns:a="http://schemas.openxmlformats.org/drawingml/2006/main">
            <a:pPr algn="l">
              <a:lnSpc>
                <a:spcPct val="108000"/>
              </a:lnSpc>
              <a:buNone/>
              <a:defRPr sz="2250" b="1">
                <a:solidFill>
                  <a:srgbClr val="13262D"/>
                </a:solidFill>
                <a:latin typeface="Segoe UI"/>
                <a:ea typeface="Segoe UI"/>
                <a:cs typeface="Segoe UI"/>
              </a:defRPr>
            </a:pPr>
            <a:r>
              <a:rPr sz="2250" b="1">
                <a:solidFill>
                  <a:srgbClr val="13262D"/>
                </a:solidFill>
                <a:latin typeface="Segoe UI"/>
                <a:ea typeface="Segoe UI"/>
                <a:cs typeface="Segoe UI"/>
              </a:rPr>
              <a:t>Expand with evidence</a:t>
            </a:r>
          </a:p>
        </p:txBody>
      </p:sp>
      <p:sp>
        <p:nvSpPr>
          <p:cNvPr id="19" name="">
            <a:extLst xmlns:a="http://schemas.openxmlformats.org/drawingml/2006/main">
              <a:ext uri="{FF2B5EF4-FFF2-40B4-BE49-F238E27FC236}">
                <a16:creationId xmlns:a16="http://schemas.microsoft.com/office/drawing/2014/main" id="{02DA5B08-A354-4BCE-AF17-87845019AD24}"/>
              </a:ext>
            </a:extLst>
          </p:cNvPr>
          <p:cNvSpPr>
            <a:spLocks xmlns:a="http://schemas.openxmlformats.org/drawingml/2006/main" noGrp="1"/>
          </p:cNvSpPr>
          <p:nvPr/>
        </p:nvSpPr>
        <p:spPr>
          <a:xfrm xmlns:a="http://schemas.openxmlformats.org/drawingml/2006/main">
            <a:off x="9124950" y="5067300"/>
            <a:ext cx="2390775" cy="1085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57666C"/>
                </a:solidFill>
                <a:latin typeface="Segoe UI"/>
                <a:ea typeface="Segoe UI"/>
                <a:cs typeface="Segoe UI"/>
              </a:defRPr>
            </a:defPPr>
            <a:lvl1pPr algn="l">
              <a:defRPr sz="1725" b="0">
                <a:solidFill>
                  <a:srgbClr val="57666C"/>
                </a:solidFill>
                <a:latin typeface="Segoe UI"/>
                <a:ea typeface="Segoe UI"/>
                <a:cs typeface="Segoe UI"/>
              </a:defRPr>
            </a:lvl1pPr>
            <a:lvl2pPr algn="l">
              <a:defRPr sz="1725" b="0">
                <a:solidFill>
                  <a:srgbClr val="57666C"/>
                </a:solidFill>
                <a:latin typeface="Segoe UI"/>
                <a:ea typeface="Segoe UI"/>
                <a:cs typeface="Segoe UI"/>
              </a:defRPr>
            </a:lvl2pPr>
            <a:lvl3pPr algn="l">
              <a:defRPr sz="1725" b="0">
                <a:solidFill>
                  <a:srgbClr val="57666C"/>
                </a:solidFill>
                <a:latin typeface="Segoe UI"/>
                <a:ea typeface="Segoe UI"/>
                <a:cs typeface="Segoe UI"/>
              </a:defRPr>
            </a:lvl3pPr>
            <a:lvl4pPr algn="l">
              <a:defRPr sz="1725" b="0">
                <a:solidFill>
                  <a:srgbClr val="57666C"/>
                </a:solidFill>
                <a:latin typeface="Segoe UI"/>
                <a:ea typeface="Segoe UI"/>
                <a:cs typeface="Segoe UI"/>
              </a:defRPr>
            </a:lvl4pPr>
            <a:lvl5pPr algn="l">
              <a:defRPr sz="1725" b="0">
                <a:solidFill>
                  <a:srgbClr val="57666C"/>
                </a:solidFill>
                <a:latin typeface="Segoe UI"/>
                <a:ea typeface="Segoe UI"/>
                <a:cs typeface="Segoe UI"/>
              </a:defRPr>
            </a:lvl5pPr>
            <a:lvl6pPr algn="l">
              <a:defRPr sz="1725" b="0">
                <a:solidFill>
                  <a:srgbClr val="57666C"/>
                </a:solidFill>
                <a:latin typeface="Segoe UI"/>
                <a:ea typeface="Segoe UI"/>
                <a:cs typeface="Segoe UI"/>
              </a:defRPr>
            </a:lvl6pPr>
            <a:lvl7pPr algn="l">
              <a:defRPr sz="1725" b="0">
                <a:solidFill>
                  <a:srgbClr val="57666C"/>
                </a:solidFill>
                <a:latin typeface="Segoe UI"/>
                <a:ea typeface="Segoe UI"/>
                <a:cs typeface="Segoe UI"/>
              </a:defRPr>
            </a:lvl7pPr>
            <a:lvl8pPr algn="l">
              <a:defRPr sz="1725" b="0">
                <a:solidFill>
                  <a:srgbClr val="57666C"/>
                </a:solidFill>
                <a:latin typeface="Segoe UI"/>
                <a:ea typeface="Segoe UI"/>
                <a:cs typeface="Segoe UI"/>
              </a:defRPr>
            </a:lvl8pPr>
            <a:lvl9pPr algn="l">
              <a:defRPr sz="1725" b="0">
                <a:solidFill>
                  <a:srgbClr val="57666C"/>
                </a:solidFill>
                <a:latin typeface="Segoe UI"/>
                <a:ea typeface="Segoe UI"/>
                <a:cs typeface="Segoe UI"/>
              </a:defRPr>
            </a:lvl9pPr>
          </a:lstStyle>
          <a:p xmlns:a="http://schemas.openxmlformats.org/drawingml/2006/main">
            <a:pPr algn="l">
              <a:lnSpc>
                <a:spcPct val="108000"/>
              </a:lnSpc>
              <a:buNone/>
              <a:defRPr sz="1725" b="0">
                <a:solidFill>
                  <a:srgbClr val="57666C"/>
                </a:solidFill>
                <a:latin typeface="Segoe UI"/>
                <a:ea typeface="Segoe UI"/>
                <a:cs typeface="Segoe UI"/>
              </a:defRPr>
            </a:pPr>
            <a:r>
              <a:rPr sz="1725" b="0">
                <a:solidFill>
                  <a:srgbClr val="57666C"/>
                </a:solidFill>
                <a:latin typeface="Segoe UI"/>
                <a:ea typeface="Segoe UI"/>
                <a:cs typeface="Segoe UI"/>
              </a:rPr>
              <a:t>Review outcomes, cost and quality before broader use.</a:t>
            </a:r>
          </a:p>
        </p:txBody>
      </p:sp>
    </p:spTree>
    <p:extLst>
      <p:ext uri="{BB962C8B-B14F-4D97-AF65-F5344CB8AC3E}">
        <p14:creationId xmlns:p14="http://schemas.microsoft.com/office/powerpoint/2010/main" val="1712549210"/>
      </p:ext>
    </p:extLst>
  </p:cSld>
</p:sld>
</file>

<file path=ppt/slides/slide13.xml><?xml version="1.0" encoding="utf-8"?>
<p:sld xmlns:p="http://schemas.openxmlformats.org/presentationml/2006/main">
  <p:cSld>
    <p:bg>
      <p:bgPr>
        <a:solidFill xmlns:a="http://schemas.openxmlformats.org/drawingml/2006/main">
          <a:srgbClr val="13262D"/>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3449F5A-9A07-471D-9186-89FF88431AFB}"/>
              </a:ext>
            </a:extLst>
          </p:cNvPr>
          <p:cNvSpPr>
            <a:spLocks xmlns:a="http://schemas.openxmlformats.org/drawingml/2006/main" noGrp="1"/>
          </p:cNvSpPr>
          <p:nvPr/>
        </p:nvSpPr>
        <p:spPr>
          <a:xfrm xmlns:a="http://schemas.openxmlformats.org/drawingml/2006/main">
            <a:off x="609600" y="6486525"/>
            <a:ext cx="762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B1C0C4"/>
                </a:solidFill>
                <a:latin typeface="Segoe UI"/>
                <a:ea typeface="Segoe UI"/>
                <a:cs typeface="Segoe UI"/>
              </a:defRPr>
            </a:defPPr>
            <a:lvl1pPr algn="l">
              <a:defRPr sz="900" b="0">
                <a:solidFill>
                  <a:srgbClr val="B1C0C4"/>
                </a:solidFill>
                <a:latin typeface="Segoe UI"/>
                <a:ea typeface="Segoe UI"/>
                <a:cs typeface="Segoe UI"/>
              </a:defRPr>
            </a:lvl1pPr>
            <a:lvl2pPr algn="l">
              <a:defRPr sz="900" b="0">
                <a:solidFill>
                  <a:srgbClr val="B1C0C4"/>
                </a:solidFill>
                <a:latin typeface="Segoe UI"/>
                <a:ea typeface="Segoe UI"/>
                <a:cs typeface="Segoe UI"/>
              </a:defRPr>
            </a:lvl2pPr>
            <a:lvl3pPr algn="l">
              <a:defRPr sz="900" b="0">
                <a:solidFill>
                  <a:srgbClr val="B1C0C4"/>
                </a:solidFill>
                <a:latin typeface="Segoe UI"/>
                <a:ea typeface="Segoe UI"/>
                <a:cs typeface="Segoe UI"/>
              </a:defRPr>
            </a:lvl3pPr>
            <a:lvl4pPr algn="l">
              <a:defRPr sz="900" b="0">
                <a:solidFill>
                  <a:srgbClr val="B1C0C4"/>
                </a:solidFill>
                <a:latin typeface="Segoe UI"/>
                <a:ea typeface="Segoe UI"/>
                <a:cs typeface="Segoe UI"/>
              </a:defRPr>
            </a:lvl4pPr>
            <a:lvl5pPr algn="l">
              <a:defRPr sz="900" b="0">
                <a:solidFill>
                  <a:srgbClr val="B1C0C4"/>
                </a:solidFill>
                <a:latin typeface="Segoe UI"/>
                <a:ea typeface="Segoe UI"/>
                <a:cs typeface="Segoe UI"/>
              </a:defRPr>
            </a:lvl5pPr>
            <a:lvl6pPr algn="l">
              <a:defRPr sz="900" b="0">
                <a:solidFill>
                  <a:srgbClr val="B1C0C4"/>
                </a:solidFill>
                <a:latin typeface="Segoe UI"/>
                <a:ea typeface="Segoe UI"/>
                <a:cs typeface="Segoe UI"/>
              </a:defRPr>
            </a:lvl6pPr>
            <a:lvl7pPr algn="l">
              <a:defRPr sz="900" b="0">
                <a:solidFill>
                  <a:srgbClr val="B1C0C4"/>
                </a:solidFill>
                <a:latin typeface="Segoe UI"/>
                <a:ea typeface="Segoe UI"/>
                <a:cs typeface="Segoe UI"/>
              </a:defRPr>
            </a:lvl7pPr>
            <a:lvl8pPr algn="l">
              <a:defRPr sz="900" b="0">
                <a:solidFill>
                  <a:srgbClr val="B1C0C4"/>
                </a:solidFill>
                <a:latin typeface="Segoe UI"/>
                <a:ea typeface="Segoe UI"/>
                <a:cs typeface="Segoe UI"/>
              </a:defRPr>
            </a:lvl8pPr>
            <a:lvl9pPr algn="l">
              <a:defRPr sz="900" b="0">
                <a:solidFill>
                  <a:srgbClr val="B1C0C4"/>
                </a:solidFill>
                <a:latin typeface="Segoe UI"/>
                <a:ea typeface="Segoe UI"/>
                <a:cs typeface="Segoe UI"/>
              </a:defRPr>
            </a:lvl9pPr>
          </a:lstStyle>
          <a:p xmlns:a="http://schemas.openxmlformats.org/drawingml/2006/main">
            <a:pPr algn="l">
              <a:lnSpc>
                <a:spcPct val="108000"/>
              </a:lnSpc>
              <a:buNone/>
              <a:defRPr sz="900" b="0">
                <a:solidFill>
                  <a:srgbClr val="B1C0C4"/>
                </a:solidFill>
                <a:latin typeface="Segoe UI"/>
                <a:ea typeface="Segoe UI"/>
                <a:cs typeface="Segoe UI"/>
              </a:defRPr>
            </a:pPr>
            <a:r>
              <a:rPr sz="900" b="0">
                <a:solidFill>
                  <a:srgbClr val="B1C0C4"/>
                </a:solidFill>
                <a:latin typeface="Segoe UI"/>
                <a:ea typeface="Segoe UI"/>
                <a:cs typeface="Segoe UI"/>
              </a:rPr>
              <a:t>Meghan Fasano  /  Customer narrative concept</a:t>
            </a:r>
          </a:p>
        </p:txBody>
      </p:sp>
      <p:sp>
        <p:nvSpPr>
          <p:cNvPr id="2" name="">
            <a:extLst xmlns:a="http://schemas.openxmlformats.org/drawingml/2006/main">
              <a:ext uri="{FF2B5EF4-FFF2-40B4-BE49-F238E27FC236}">
                <a16:creationId xmlns:a16="http://schemas.microsoft.com/office/drawing/2014/main" id="{A76EFCE2-2631-4091-973B-7832275EA923}"/>
              </a:ext>
            </a:extLst>
          </p:cNvPr>
          <p:cNvSpPr>
            <a:spLocks xmlns:a="http://schemas.openxmlformats.org/drawingml/2006/main" noGrp="1"/>
          </p:cNvSpPr>
          <p:nvPr/>
        </p:nvSpPr>
        <p:spPr>
          <a:xfrm xmlns:a="http://schemas.openxmlformats.org/drawingml/2006/main">
            <a:off x="11049000" y="6438900"/>
            <a:ext cx="533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B1C0C4"/>
                </a:solidFill>
                <a:latin typeface="Segoe UI"/>
                <a:ea typeface="Segoe UI"/>
                <a:cs typeface="Segoe UI"/>
              </a:defRPr>
            </a:defPPr>
            <a:lvl1pPr algn="r">
              <a:defRPr sz="1200" b="0">
                <a:solidFill>
                  <a:srgbClr val="B1C0C4"/>
                </a:solidFill>
                <a:latin typeface="Segoe UI"/>
                <a:ea typeface="Segoe UI"/>
                <a:cs typeface="Segoe UI"/>
              </a:defRPr>
            </a:lvl1pPr>
            <a:lvl2pPr algn="r">
              <a:defRPr sz="1200" b="0">
                <a:solidFill>
                  <a:srgbClr val="B1C0C4"/>
                </a:solidFill>
                <a:latin typeface="Segoe UI"/>
                <a:ea typeface="Segoe UI"/>
                <a:cs typeface="Segoe UI"/>
              </a:defRPr>
            </a:lvl2pPr>
            <a:lvl3pPr algn="r">
              <a:defRPr sz="1200" b="0">
                <a:solidFill>
                  <a:srgbClr val="B1C0C4"/>
                </a:solidFill>
                <a:latin typeface="Segoe UI"/>
                <a:ea typeface="Segoe UI"/>
                <a:cs typeface="Segoe UI"/>
              </a:defRPr>
            </a:lvl3pPr>
            <a:lvl4pPr algn="r">
              <a:defRPr sz="1200" b="0">
                <a:solidFill>
                  <a:srgbClr val="B1C0C4"/>
                </a:solidFill>
                <a:latin typeface="Segoe UI"/>
                <a:ea typeface="Segoe UI"/>
                <a:cs typeface="Segoe UI"/>
              </a:defRPr>
            </a:lvl4pPr>
            <a:lvl5pPr algn="r">
              <a:defRPr sz="1200" b="0">
                <a:solidFill>
                  <a:srgbClr val="B1C0C4"/>
                </a:solidFill>
                <a:latin typeface="Segoe UI"/>
                <a:ea typeface="Segoe UI"/>
                <a:cs typeface="Segoe UI"/>
              </a:defRPr>
            </a:lvl5pPr>
            <a:lvl6pPr algn="r">
              <a:defRPr sz="1200" b="0">
                <a:solidFill>
                  <a:srgbClr val="B1C0C4"/>
                </a:solidFill>
                <a:latin typeface="Segoe UI"/>
                <a:ea typeface="Segoe UI"/>
                <a:cs typeface="Segoe UI"/>
              </a:defRPr>
            </a:lvl6pPr>
            <a:lvl7pPr algn="r">
              <a:defRPr sz="1200" b="0">
                <a:solidFill>
                  <a:srgbClr val="B1C0C4"/>
                </a:solidFill>
                <a:latin typeface="Segoe UI"/>
                <a:ea typeface="Segoe UI"/>
                <a:cs typeface="Segoe UI"/>
              </a:defRPr>
            </a:lvl7pPr>
            <a:lvl8pPr algn="r">
              <a:defRPr sz="1200" b="0">
                <a:solidFill>
                  <a:srgbClr val="B1C0C4"/>
                </a:solidFill>
                <a:latin typeface="Segoe UI"/>
                <a:ea typeface="Segoe UI"/>
                <a:cs typeface="Segoe UI"/>
              </a:defRPr>
            </a:lvl8pPr>
            <a:lvl9pPr algn="r">
              <a:defRPr sz="1200" b="0">
                <a:solidFill>
                  <a:srgbClr val="B1C0C4"/>
                </a:solidFill>
                <a:latin typeface="Segoe UI"/>
                <a:ea typeface="Segoe UI"/>
                <a:cs typeface="Segoe UI"/>
              </a:defRPr>
            </a:lvl9pPr>
          </a:lstStyle>
          <a:p xmlns:a="http://schemas.openxmlformats.org/drawingml/2006/main">
            <a:pPr algn="r">
              <a:lnSpc>
                <a:spcPct val="108000"/>
              </a:lnSpc>
              <a:buNone/>
              <a:defRPr sz="1200" b="0">
                <a:solidFill>
                  <a:srgbClr val="B1C0C4"/>
                </a:solidFill>
                <a:latin typeface="Segoe UI"/>
                <a:ea typeface="Segoe UI"/>
                <a:cs typeface="Segoe UI"/>
              </a:defRPr>
            </a:pPr>
            <a:r>
              <a:rPr sz="1200" b="0">
                <a:solidFill>
                  <a:srgbClr val="B1C0C4"/>
                </a:solidFill>
                <a:latin typeface="Segoe UI"/>
                <a:ea typeface="Segoe UI"/>
                <a:cs typeface="Segoe UI"/>
              </a:rPr>
              <a:t>13</a:t>
            </a:r>
          </a:p>
        </p:txBody>
      </p:sp>
      <p:pic>
        <p:nvPicPr>
          <p:cNvPr id="3" name="">
            <a:extLst xmlns:a="http://schemas.openxmlformats.org/drawingml/2006/main">
              <a:ext uri="{FF2B5EF4-FFF2-40B4-BE49-F238E27FC236}">
                <a16:creationId xmlns:a16="http://schemas.microsoft.com/office/drawing/2014/main" id="{94F4D39D-C2A9-44F1-8321-2B4898E96AB6}"/>
              </a:ext>
            </a:extLst>
          </p:cNvPr>
          <p:cNvPicPr>
            <a:picLocks xmlns:a="http://schemas.openxmlformats.org/drawingml/2006/main" noChangeAspect="1"/>
          </p:cNvPicPr>
          <p:nvPr/>
        </p:nvPicPr>
        <p:blipFill>
          <a:blip xmlns:r="http://schemas.openxmlformats.org/officeDocument/2006/relationships" xmlns:a="http://schemas.openxmlformats.org/drawingml/2006/main" r:embed="R48f139521c664396"/>
          <a:srcRect xmlns:a="http://schemas.openxmlformats.org/drawingml/2006/main" l="23423" t="0" r="23423" b="0"/>
          <a:stretch xmlns:a="http://schemas.openxmlformats.org/drawingml/2006/main">
            <a:fillRect l="0" t="0" r="0" b="0"/>
          </a:stretch>
        </p:blipFill>
        <p:spPr>
          <a:xfrm xmlns:a="http://schemas.openxmlformats.org/drawingml/2006/main">
            <a:off x="0" y="0"/>
            <a:ext cx="6477000" cy="68580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19643A4D-1318-46AD-A6B8-4F1CE6AE34A8}"/>
              </a:ext>
            </a:extLst>
          </p:cNvPr>
          <p:cNvSpPr>
            <a:spLocks xmlns:a="http://schemas.openxmlformats.org/drawingml/2006/main" noGrp="1"/>
          </p:cNvSpPr>
          <p:nvPr/>
        </p:nvSpPr>
        <p:spPr>
          <a:xfrm xmlns:a="http://schemas.openxmlformats.org/drawingml/2006/main">
            <a:off x="6477000" y="0"/>
            <a:ext cx="5715000" cy="6858000"/>
          </a:xfrm>
          <a:prstGeom xmlns:a="http://schemas.openxmlformats.org/drawingml/2006/main" prst="rect">
            <a:avLst/>
          </a:prstGeom>
          <a:solidFill xmlns:a="http://schemas.openxmlformats.org/drawingml/2006/main">
            <a:srgbClr val="13262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2A930D95-4931-4307-8EEF-87DFEDADC407}"/>
              </a:ext>
            </a:extLst>
          </p:cNvPr>
          <p:cNvSpPr>
            <a:spLocks xmlns:a="http://schemas.openxmlformats.org/drawingml/2006/main" noGrp="1"/>
          </p:cNvSpPr>
          <p:nvPr/>
        </p:nvSpPr>
        <p:spPr>
          <a:xfrm xmlns:a="http://schemas.openxmlformats.org/drawingml/2006/main">
            <a:off x="6896100" y="1304925"/>
            <a:ext cx="4905375" cy="2686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4350" b="1">
                <a:solidFill>
                  <a:srgbClr val="FFFFFF"/>
                </a:solidFill>
                <a:latin typeface="Segoe UI"/>
                <a:ea typeface="Segoe UI"/>
                <a:cs typeface="Segoe UI"/>
              </a:defRPr>
            </a:defPPr>
            <a:lvl1pPr algn="l">
              <a:defRPr sz="4350" b="1">
                <a:solidFill>
                  <a:srgbClr val="FFFFFF"/>
                </a:solidFill>
                <a:latin typeface="Segoe UI"/>
                <a:ea typeface="Segoe UI"/>
                <a:cs typeface="Segoe UI"/>
              </a:defRPr>
            </a:lvl1pPr>
            <a:lvl2pPr algn="l">
              <a:defRPr sz="4350" b="1">
                <a:solidFill>
                  <a:srgbClr val="FFFFFF"/>
                </a:solidFill>
                <a:latin typeface="Segoe UI"/>
                <a:ea typeface="Segoe UI"/>
                <a:cs typeface="Segoe UI"/>
              </a:defRPr>
            </a:lvl2pPr>
            <a:lvl3pPr algn="l">
              <a:defRPr sz="4350" b="1">
                <a:solidFill>
                  <a:srgbClr val="FFFFFF"/>
                </a:solidFill>
                <a:latin typeface="Segoe UI"/>
                <a:ea typeface="Segoe UI"/>
                <a:cs typeface="Segoe UI"/>
              </a:defRPr>
            </a:lvl3pPr>
            <a:lvl4pPr algn="l">
              <a:defRPr sz="4350" b="1">
                <a:solidFill>
                  <a:srgbClr val="FFFFFF"/>
                </a:solidFill>
                <a:latin typeface="Segoe UI"/>
                <a:ea typeface="Segoe UI"/>
                <a:cs typeface="Segoe UI"/>
              </a:defRPr>
            </a:lvl4pPr>
            <a:lvl5pPr algn="l">
              <a:defRPr sz="4350" b="1">
                <a:solidFill>
                  <a:srgbClr val="FFFFFF"/>
                </a:solidFill>
                <a:latin typeface="Segoe UI"/>
                <a:ea typeface="Segoe UI"/>
                <a:cs typeface="Segoe UI"/>
              </a:defRPr>
            </a:lvl5pPr>
            <a:lvl6pPr algn="l">
              <a:defRPr sz="4350" b="1">
                <a:solidFill>
                  <a:srgbClr val="FFFFFF"/>
                </a:solidFill>
                <a:latin typeface="Segoe UI"/>
                <a:ea typeface="Segoe UI"/>
                <a:cs typeface="Segoe UI"/>
              </a:defRPr>
            </a:lvl6pPr>
            <a:lvl7pPr algn="l">
              <a:defRPr sz="4350" b="1">
                <a:solidFill>
                  <a:srgbClr val="FFFFFF"/>
                </a:solidFill>
                <a:latin typeface="Segoe UI"/>
                <a:ea typeface="Segoe UI"/>
                <a:cs typeface="Segoe UI"/>
              </a:defRPr>
            </a:lvl7pPr>
            <a:lvl8pPr algn="l">
              <a:defRPr sz="4350" b="1">
                <a:solidFill>
                  <a:srgbClr val="FFFFFF"/>
                </a:solidFill>
                <a:latin typeface="Segoe UI"/>
                <a:ea typeface="Segoe UI"/>
                <a:cs typeface="Segoe UI"/>
              </a:defRPr>
            </a:lvl8pPr>
            <a:lvl9pPr algn="l">
              <a:defRPr sz="4350" b="1">
                <a:solidFill>
                  <a:srgbClr val="FFFFFF"/>
                </a:solidFill>
                <a:latin typeface="Segoe UI"/>
                <a:ea typeface="Segoe UI"/>
                <a:cs typeface="Segoe UI"/>
              </a:defRPr>
            </a:lvl9pPr>
          </a:lstStyle>
          <a:p xmlns:a="http://schemas.openxmlformats.org/drawingml/2006/main">
            <a:pPr algn="l">
              <a:lnSpc>
                <a:spcPct val="108000"/>
              </a:lnSpc>
              <a:buNone/>
              <a:defRPr sz="4350" b="1">
                <a:solidFill>
                  <a:srgbClr val="FFFFFF"/>
                </a:solidFill>
                <a:latin typeface="Segoe UI"/>
                <a:ea typeface="Segoe UI"/>
                <a:cs typeface="Segoe UI"/>
              </a:defRPr>
            </a:pPr>
            <a:r>
              <a:rPr sz="4350" b="1">
                <a:solidFill>
                  <a:srgbClr val="FFFFFF"/>
                </a:solidFill>
                <a:latin typeface="Segoe UI"/>
                <a:ea typeface="Segoe UI"/>
                <a:cs typeface="Segoe UI"/>
              </a:rPr>
              <a:t>Which customer</a:t>
            </a:r>
          </a:p>
          <a:p xmlns:a="http://schemas.openxmlformats.org/drawingml/2006/main">
            <a:pPr algn="l">
              <a:lnSpc>
                <a:spcPct val="108000"/>
              </a:lnSpc>
              <a:buNone/>
              <a:defRPr sz="4350" b="1">
                <a:solidFill>
                  <a:srgbClr val="FFFFFF"/>
                </a:solidFill>
                <a:latin typeface="Segoe UI"/>
                <a:ea typeface="Segoe UI"/>
                <a:cs typeface="Segoe UI"/>
              </a:defRPr>
            </a:pPr>
            <a:r>
              <a:rPr sz="4350" b="1">
                <a:solidFill>
                  <a:srgbClr val="FFFFFF"/>
                </a:solidFill>
                <a:latin typeface="Segoe UI"/>
                <a:ea typeface="Segoe UI"/>
                <a:cs typeface="Segoe UI"/>
              </a:rPr>
              <a:t>promise will we</a:t>
            </a:r>
          </a:p>
          <a:p xmlns:a="http://schemas.openxmlformats.org/drawingml/2006/main">
            <a:pPr algn="l">
              <a:lnSpc>
                <a:spcPct val="108000"/>
              </a:lnSpc>
              <a:buNone/>
              <a:defRPr sz="4350" b="1">
                <a:solidFill>
                  <a:srgbClr val="FFFFFF"/>
                </a:solidFill>
                <a:latin typeface="Segoe UI"/>
                <a:ea typeface="Segoe UI"/>
                <a:cs typeface="Segoe UI"/>
              </a:defRPr>
            </a:pPr>
            <a:r>
              <a:rPr sz="4350" b="1">
                <a:solidFill>
                  <a:srgbClr val="FFFFFF"/>
                </a:solidFill>
                <a:latin typeface="Segoe UI"/>
                <a:ea typeface="Segoe UI"/>
                <a:cs typeface="Segoe UI"/>
              </a:rPr>
              <a:t>protect first?</a:t>
            </a:r>
          </a:p>
        </p:txBody>
      </p:sp>
      <p:sp>
        <p:nvSpPr>
          <p:cNvPr id="6" name="">
            <a:extLst xmlns:a="http://schemas.openxmlformats.org/drawingml/2006/main">
              <a:ext uri="{FF2B5EF4-FFF2-40B4-BE49-F238E27FC236}">
                <a16:creationId xmlns:a16="http://schemas.microsoft.com/office/drawing/2014/main" id="{4472E66D-C1E7-4C0A-8D91-4C60E2F0A7A1}"/>
              </a:ext>
            </a:extLst>
          </p:cNvPr>
          <p:cNvSpPr>
            <a:spLocks xmlns:a="http://schemas.openxmlformats.org/drawingml/2006/main" noGrp="1"/>
          </p:cNvSpPr>
          <p:nvPr/>
        </p:nvSpPr>
        <p:spPr>
          <a:xfrm xmlns:a="http://schemas.openxmlformats.org/drawingml/2006/main">
            <a:off x="6934200" y="4419600"/>
            <a:ext cx="4505325"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0">
                <a:solidFill>
                  <a:srgbClr val="B8DFDC"/>
                </a:solidFill>
                <a:latin typeface="Segoe UI"/>
                <a:ea typeface="Segoe UI"/>
                <a:cs typeface="Segoe UI"/>
              </a:defRPr>
            </a:defPPr>
            <a:lvl1pPr algn="l">
              <a:defRPr sz="2100" b="0">
                <a:solidFill>
                  <a:srgbClr val="B8DFDC"/>
                </a:solidFill>
                <a:latin typeface="Segoe UI"/>
                <a:ea typeface="Segoe UI"/>
                <a:cs typeface="Segoe UI"/>
              </a:defRPr>
            </a:lvl1pPr>
            <a:lvl2pPr algn="l">
              <a:defRPr sz="2100" b="0">
                <a:solidFill>
                  <a:srgbClr val="B8DFDC"/>
                </a:solidFill>
                <a:latin typeface="Segoe UI"/>
                <a:ea typeface="Segoe UI"/>
                <a:cs typeface="Segoe UI"/>
              </a:defRPr>
            </a:lvl2pPr>
            <a:lvl3pPr algn="l">
              <a:defRPr sz="2100" b="0">
                <a:solidFill>
                  <a:srgbClr val="B8DFDC"/>
                </a:solidFill>
                <a:latin typeface="Segoe UI"/>
                <a:ea typeface="Segoe UI"/>
                <a:cs typeface="Segoe UI"/>
              </a:defRPr>
            </a:lvl3pPr>
            <a:lvl4pPr algn="l">
              <a:defRPr sz="2100" b="0">
                <a:solidFill>
                  <a:srgbClr val="B8DFDC"/>
                </a:solidFill>
                <a:latin typeface="Segoe UI"/>
                <a:ea typeface="Segoe UI"/>
                <a:cs typeface="Segoe UI"/>
              </a:defRPr>
            </a:lvl4pPr>
            <a:lvl5pPr algn="l">
              <a:defRPr sz="2100" b="0">
                <a:solidFill>
                  <a:srgbClr val="B8DFDC"/>
                </a:solidFill>
                <a:latin typeface="Segoe UI"/>
                <a:ea typeface="Segoe UI"/>
                <a:cs typeface="Segoe UI"/>
              </a:defRPr>
            </a:lvl5pPr>
            <a:lvl6pPr algn="l">
              <a:defRPr sz="2100" b="0">
                <a:solidFill>
                  <a:srgbClr val="B8DFDC"/>
                </a:solidFill>
                <a:latin typeface="Segoe UI"/>
                <a:ea typeface="Segoe UI"/>
                <a:cs typeface="Segoe UI"/>
              </a:defRPr>
            </a:lvl6pPr>
            <a:lvl7pPr algn="l">
              <a:defRPr sz="2100" b="0">
                <a:solidFill>
                  <a:srgbClr val="B8DFDC"/>
                </a:solidFill>
                <a:latin typeface="Segoe UI"/>
                <a:ea typeface="Segoe UI"/>
                <a:cs typeface="Segoe UI"/>
              </a:defRPr>
            </a:lvl7pPr>
            <a:lvl8pPr algn="l">
              <a:defRPr sz="2100" b="0">
                <a:solidFill>
                  <a:srgbClr val="B8DFDC"/>
                </a:solidFill>
                <a:latin typeface="Segoe UI"/>
                <a:ea typeface="Segoe UI"/>
                <a:cs typeface="Segoe UI"/>
              </a:defRPr>
            </a:lvl8pPr>
            <a:lvl9pPr algn="l">
              <a:defRPr sz="2100" b="0">
                <a:solidFill>
                  <a:srgbClr val="B8DFDC"/>
                </a:solidFill>
                <a:latin typeface="Segoe UI"/>
                <a:ea typeface="Segoe UI"/>
                <a:cs typeface="Segoe UI"/>
              </a:defRPr>
            </a:lvl9pPr>
          </a:lstStyle>
          <a:p xmlns:a="http://schemas.openxmlformats.org/drawingml/2006/main">
            <a:pPr algn="l">
              <a:lnSpc>
                <a:spcPct val="108000"/>
              </a:lnSpc>
              <a:buNone/>
              <a:defRPr sz="2100" b="0">
                <a:solidFill>
                  <a:srgbClr val="B8DFDC"/>
                </a:solidFill>
                <a:latin typeface="Segoe UI"/>
                <a:ea typeface="Segoe UI"/>
                <a:cs typeface="Segoe UI"/>
              </a:defRPr>
            </a:pPr>
            <a:r>
              <a:rPr sz="2100" b="0">
                <a:solidFill>
                  <a:srgbClr val="B8DFDC"/>
                </a:solidFill>
                <a:latin typeface="Segoe UI"/>
                <a:ea typeface="Segoe UI"/>
                <a:cs typeface="Segoe UI"/>
              </a:rPr>
              <a:t>One workflow.</a:t>
            </a:r>
          </a:p>
          <a:p xmlns:a="http://schemas.openxmlformats.org/drawingml/2006/main">
            <a:pPr algn="l">
              <a:lnSpc>
                <a:spcPct val="108000"/>
              </a:lnSpc>
              <a:buNone/>
              <a:defRPr sz="2100" b="0">
                <a:solidFill>
                  <a:srgbClr val="B8DFDC"/>
                </a:solidFill>
                <a:latin typeface="Segoe UI"/>
                <a:ea typeface="Segoe UI"/>
                <a:cs typeface="Segoe UI"/>
              </a:defRPr>
            </a:pPr>
            <a:r>
              <a:rPr sz="2100" b="0">
                <a:solidFill>
                  <a:srgbClr val="B8DFDC"/>
                </a:solidFill>
                <a:latin typeface="Segoe UI"/>
                <a:ea typeface="Segoe UI"/>
                <a:cs typeface="Segoe UI"/>
              </a:rPr>
              <a:t>A real owner.</a:t>
            </a:r>
          </a:p>
          <a:p xmlns:a="http://schemas.openxmlformats.org/drawingml/2006/main">
            <a:pPr algn="l">
              <a:lnSpc>
                <a:spcPct val="108000"/>
              </a:lnSpc>
              <a:buNone/>
              <a:defRPr sz="2100" b="0">
                <a:solidFill>
                  <a:srgbClr val="B8DFDC"/>
                </a:solidFill>
                <a:latin typeface="Segoe UI"/>
                <a:ea typeface="Segoe UI"/>
                <a:cs typeface="Segoe UI"/>
              </a:defRPr>
            </a:pPr>
            <a:r>
              <a:rPr sz="2100" b="0">
                <a:solidFill>
                  <a:srgbClr val="B8DFDC"/>
                </a:solidFill>
                <a:latin typeface="Segoe UI"/>
                <a:ea typeface="Segoe UI"/>
                <a:cs typeface="Segoe UI"/>
              </a:rPr>
              <a:t>An outcome worth improving.</a:t>
            </a:r>
          </a:p>
        </p:txBody>
      </p:sp>
      <p:sp>
        <p:nvSpPr>
          <p:cNvPr id="7" name="">
            <a:extLst xmlns:a="http://schemas.openxmlformats.org/drawingml/2006/main">
              <a:ext uri="{FF2B5EF4-FFF2-40B4-BE49-F238E27FC236}">
                <a16:creationId xmlns:a16="http://schemas.microsoft.com/office/drawing/2014/main" id="{20AFB30D-BFC0-47EC-B440-C4E2A4F61422}"/>
              </a:ext>
            </a:extLst>
          </p:cNvPr>
          <p:cNvSpPr>
            <a:spLocks xmlns:a="http://schemas.openxmlformats.org/drawingml/2006/main" noGrp="1"/>
          </p:cNvSpPr>
          <p:nvPr/>
        </p:nvSpPr>
        <p:spPr>
          <a:xfrm xmlns:a="http://schemas.openxmlformats.org/drawingml/2006/main">
            <a:off x="6934200" y="6153150"/>
            <a:ext cx="4591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0">
                <a:solidFill>
                  <a:srgbClr val="B5C6CB"/>
                </a:solidFill>
                <a:latin typeface="Segoe UI"/>
                <a:ea typeface="Segoe UI"/>
                <a:cs typeface="Segoe UI"/>
              </a:defRPr>
            </a:defPPr>
            <a:lvl1pPr algn="l">
              <a:defRPr sz="1050" b="0">
                <a:solidFill>
                  <a:srgbClr val="B5C6CB"/>
                </a:solidFill>
                <a:latin typeface="Segoe UI"/>
                <a:ea typeface="Segoe UI"/>
                <a:cs typeface="Segoe UI"/>
              </a:defRPr>
            </a:lvl1pPr>
            <a:lvl2pPr algn="l">
              <a:defRPr sz="1050" b="0">
                <a:solidFill>
                  <a:srgbClr val="B5C6CB"/>
                </a:solidFill>
                <a:latin typeface="Segoe UI"/>
                <a:ea typeface="Segoe UI"/>
                <a:cs typeface="Segoe UI"/>
              </a:defRPr>
            </a:lvl2pPr>
            <a:lvl3pPr algn="l">
              <a:defRPr sz="1050" b="0">
                <a:solidFill>
                  <a:srgbClr val="B5C6CB"/>
                </a:solidFill>
                <a:latin typeface="Segoe UI"/>
                <a:ea typeface="Segoe UI"/>
                <a:cs typeface="Segoe UI"/>
              </a:defRPr>
            </a:lvl3pPr>
            <a:lvl4pPr algn="l">
              <a:defRPr sz="1050" b="0">
                <a:solidFill>
                  <a:srgbClr val="B5C6CB"/>
                </a:solidFill>
                <a:latin typeface="Segoe UI"/>
                <a:ea typeface="Segoe UI"/>
                <a:cs typeface="Segoe UI"/>
              </a:defRPr>
            </a:lvl4pPr>
            <a:lvl5pPr algn="l">
              <a:defRPr sz="1050" b="0">
                <a:solidFill>
                  <a:srgbClr val="B5C6CB"/>
                </a:solidFill>
                <a:latin typeface="Segoe UI"/>
                <a:ea typeface="Segoe UI"/>
                <a:cs typeface="Segoe UI"/>
              </a:defRPr>
            </a:lvl5pPr>
            <a:lvl6pPr algn="l">
              <a:defRPr sz="1050" b="0">
                <a:solidFill>
                  <a:srgbClr val="B5C6CB"/>
                </a:solidFill>
                <a:latin typeface="Segoe UI"/>
                <a:ea typeface="Segoe UI"/>
                <a:cs typeface="Segoe UI"/>
              </a:defRPr>
            </a:lvl6pPr>
            <a:lvl7pPr algn="l">
              <a:defRPr sz="1050" b="0">
                <a:solidFill>
                  <a:srgbClr val="B5C6CB"/>
                </a:solidFill>
                <a:latin typeface="Segoe UI"/>
                <a:ea typeface="Segoe UI"/>
                <a:cs typeface="Segoe UI"/>
              </a:defRPr>
            </a:lvl7pPr>
            <a:lvl8pPr algn="l">
              <a:defRPr sz="1050" b="0">
                <a:solidFill>
                  <a:srgbClr val="B5C6CB"/>
                </a:solidFill>
                <a:latin typeface="Segoe UI"/>
                <a:ea typeface="Segoe UI"/>
                <a:cs typeface="Segoe UI"/>
              </a:defRPr>
            </a:lvl8pPr>
            <a:lvl9pPr algn="l">
              <a:defRPr sz="1050" b="0">
                <a:solidFill>
                  <a:srgbClr val="B5C6CB"/>
                </a:solidFill>
                <a:latin typeface="Segoe UI"/>
                <a:ea typeface="Segoe UI"/>
                <a:cs typeface="Segoe UI"/>
              </a:defRPr>
            </a:lvl9pPr>
          </a:lstStyle>
          <a:p xmlns:a="http://schemas.openxmlformats.org/drawingml/2006/main">
            <a:pPr algn="l">
              <a:lnSpc>
                <a:spcPct val="108000"/>
              </a:lnSpc>
              <a:buNone/>
              <a:defRPr sz="1050" b="0">
                <a:solidFill>
                  <a:srgbClr val="B5C6CB"/>
                </a:solidFill>
                <a:latin typeface="Segoe UI"/>
                <a:ea typeface="Segoe UI"/>
                <a:cs typeface="Segoe UI"/>
              </a:defRPr>
            </a:pPr>
            <a:r>
              <a:rPr sz="1050" b="0">
                <a:solidFill>
                  <a:srgbClr val="B5C6CB"/>
                </a:solidFill>
                <a:latin typeface="Segoe UI"/>
                <a:ea typeface="Segoe UI"/>
                <a:cs typeface="Segoe UI"/>
              </a:rPr>
              <a:t>Meghan Fasano</a:t>
            </a:r>
          </a:p>
          <a:p xmlns:a="http://schemas.openxmlformats.org/drawingml/2006/main">
            <a:pPr algn="l">
              <a:lnSpc>
                <a:spcPct val="108000"/>
              </a:lnSpc>
              <a:buNone/>
              <a:defRPr sz="1050" b="0">
                <a:solidFill>
                  <a:srgbClr val="B5C6CB"/>
                </a:solidFill>
                <a:latin typeface="Segoe UI"/>
                <a:ea typeface="Segoe UI"/>
                <a:cs typeface="Segoe UI"/>
              </a:defRPr>
            </a:pPr>
            <a:r>
              <a:rPr sz="1050" b="0">
                <a:solidFill>
                  <a:srgbClr val="B5C6CB"/>
                </a:solidFill>
                <a:latin typeface="Segoe UI"/>
                <a:ea typeface="Segoe UI"/>
                <a:cs typeface="Segoe UI"/>
              </a:rPr>
              <a:t>Independent customer narrative concept</a:t>
            </a:r>
          </a:p>
        </p:txBody>
      </p:sp>
    </p:spTree>
    <p:extLst>
      <p:ext uri="{BB962C8B-B14F-4D97-AF65-F5344CB8AC3E}">
        <p14:creationId xmlns:p14="http://schemas.microsoft.com/office/powerpoint/2010/main" val="1592820300"/>
      </p:ext>
    </p:extLst>
  </p:cSld>
</p:sld>
</file>

<file path=ppt/slides/slide14.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FB01C60-440A-4E18-AD85-8FCF6958B433}"/>
              </a:ext>
            </a:extLst>
          </p:cNvPr>
          <p:cNvSpPr>
            <a:spLocks xmlns:a="http://schemas.openxmlformats.org/drawingml/2006/main" noGrp="1"/>
          </p:cNvSpPr>
          <p:nvPr/>
        </p:nvSpPr>
        <p:spPr>
          <a:xfrm xmlns:a="http://schemas.openxmlformats.org/drawingml/2006/main">
            <a:off x="609600" y="6486525"/>
            <a:ext cx="762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00" b="0">
                <a:solidFill>
                  <a:srgbClr val="57666C"/>
                </a:solidFill>
                <a:latin typeface="Segoe UI"/>
                <a:ea typeface="Segoe UI"/>
                <a:cs typeface="Segoe UI"/>
              </a:defRPr>
            </a:defPPr>
            <a:lvl1pPr algn="l">
              <a:defRPr sz="900" b="0">
                <a:solidFill>
                  <a:srgbClr val="57666C"/>
                </a:solidFill>
                <a:latin typeface="Segoe UI"/>
                <a:ea typeface="Segoe UI"/>
                <a:cs typeface="Segoe UI"/>
              </a:defRPr>
            </a:lvl1pPr>
            <a:lvl2pPr algn="l">
              <a:defRPr sz="900" b="0">
                <a:solidFill>
                  <a:srgbClr val="57666C"/>
                </a:solidFill>
                <a:latin typeface="Segoe UI"/>
                <a:ea typeface="Segoe UI"/>
                <a:cs typeface="Segoe UI"/>
              </a:defRPr>
            </a:lvl2pPr>
            <a:lvl3pPr algn="l">
              <a:defRPr sz="900" b="0">
                <a:solidFill>
                  <a:srgbClr val="57666C"/>
                </a:solidFill>
                <a:latin typeface="Segoe UI"/>
                <a:ea typeface="Segoe UI"/>
                <a:cs typeface="Segoe UI"/>
              </a:defRPr>
            </a:lvl3pPr>
            <a:lvl4pPr algn="l">
              <a:defRPr sz="900" b="0">
                <a:solidFill>
                  <a:srgbClr val="57666C"/>
                </a:solidFill>
                <a:latin typeface="Segoe UI"/>
                <a:ea typeface="Segoe UI"/>
                <a:cs typeface="Segoe UI"/>
              </a:defRPr>
            </a:lvl4pPr>
            <a:lvl5pPr algn="l">
              <a:defRPr sz="900" b="0">
                <a:solidFill>
                  <a:srgbClr val="57666C"/>
                </a:solidFill>
                <a:latin typeface="Segoe UI"/>
                <a:ea typeface="Segoe UI"/>
                <a:cs typeface="Segoe UI"/>
              </a:defRPr>
            </a:lvl5pPr>
            <a:lvl6pPr algn="l">
              <a:defRPr sz="900" b="0">
                <a:solidFill>
                  <a:srgbClr val="57666C"/>
                </a:solidFill>
                <a:latin typeface="Segoe UI"/>
                <a:ea typeface="Segoe UI"/>
                <a:cs typeface="Segoe UI"/>
              </a:defRPr>
            </a:lvl6pPr>
            <a:lvl7pPr algn="l">
              <a:defRPr sz="900" b="0">
                <a:solidFill>
                  <a:srgbClr val="57666C"/>
                </a:solidFill>
                <a:latin typeface="Segoe UI"/>
                <a:ea typeface="Segoe UI"/>
                <a:cs typeface="Segoe UI"/>
              </a:defRPr>
            </a:lvl7pPr>
            <a:lvl8pPr algn="l">
              <a:defRPr sz="900" b="0">
                <a:solidFill>
                  <a:srgbClr val="57666C"/>
                </a:solidFill>
                <a:latin typeface="Segoe UI"/>
                <a:ea typeface="Segoe UI"/>
                <a:cs typeface="Segoe UI"/>
              </a:defRPr>
            </a:lvl8pPr>
            <a:lvl9pPr algn="l">
              <a:defRPr sz="900" b="0">
                <a:solidFill>
                  <a:srgbClr val="57666C"/>
                </a:solidFill>
                <a:latin typeface="Segoe UI"/>
                <a:ea typeface="Segoe UI"/>
                <a:cs typeface="Segoe UI"/>
              </a:defRPr>
            </a:lvl9pPr>
          </a:lstStyle>
          <a:p xmlns:a="http://schemas.openxmlformats.org/drawingml/2006/main">
            <a:pPr algn="l">
              <a:lnSpc>
                <a:spcPct val="108000"/>
              </a:lnSpc>
              <a:buNone/>
              <a:defRPr sz="900" b="0">
                <a:solidFill>
                  <a:srgbClr val="57666C"/>
                </a:solidFill>
                <a:latin typeface="Segoe UI"/>
                <a:ea typeface="Segoe UI"/>
                <a:cs typeface="Segoe UI"/>
              </a:defRPr>
            </a:pPr>
            <a:r>
              <a:rPr sz="900" b="0">
                <a:solidFill>
                  <a:srgbClr val="57666C"/>
                </a:solidFill>
                <a:latin typeface="Segoe UI"/>
                <a:ea typeface="Segoe UI"/>
                <a:cs typeface="Segoe UI"/>
              </a:rPr>
              <a:t>Meghan Fasano  /  Customer narrative concept</a:t>
            </a:r>
          </a:p>
        </p:txBody>
      </p:sp>
      <p:sp>
        <p:nvSpPr>
          <p:cNvPr id="2" name="">
            <a:extLst xmlns:a="http://schemas.openxmlformats.org/drawingml/2006/main">
              <a:ext uri="{FF2B5EF4-FFF2-40B4-BE49-F238E27FC236}">
                <a16:creationId xmlns:a16="http://schemas.microsoft.com/office/drawing/2014/main" id="{6261F3FF-2FEF-47D9-9339-51C169800202}"/>
              </a:ext>
            </a:extLst>
          </p:cNvPr>
          <p:cNvSpPr>
            <a:spLocks xmlns:a="http://schemas.openxmlformats.org/drawingml/2006/main" noGrp="1"/>
          </p:cNvSpPr>
          <p:nvPr/>
        </p:nvSpPr>
        <p:spPr>
          <a:xfrm xmlns:a="http://schemas.openxmlformats.org/drawingml/2006/main">
            <a:off x="11049000" y="6438900"/>
            <a:ext cx="533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200" b="0">
                <a:solidFill>
                  <a:srgbClr val="57666C"/>
                </a:solidFill>
                <a:latin typeface="Segoe UI"/>
                <a:ea typeface="Segoe UI"/>
                <a:cs typeface="Segoe UI"/>
              </a:defRPr>
            </a:defPPr>
            <a:lvl1pPr algn="r">
              <a:defRPr sz="1200" b="0">
                <a:solidFill>
                  <a:srgbClr val="57666C"/>
                </a:solidFill>
                <a:latin typeface="Segoe UI"/>
                <a:ea typeface="Segoe UI"/>
                <a:cs typeface="Segoe UI"/>
              </a:defRPr>
            </a:lvl1pPr>
            <a:lvl2pPr algn="r">
              <a:defRPr sz="1200" b="0">
                <a:solidFill>
                  <a:srgbClr val="57666C"/>
                </a:solidFill>
                <a:latin typeface="Segoe UI"/>
                <a:ea typeface="Segoe UI"/>
                <a:cs typeface="Segoe UI"/>
              </a:defRPr>
            </a:lvl2pPr>
            <a:lvl3pPr algn="r">
              <a:defRPr sz="1200" b="0">
                <a:solidFill>
                  <a:srgbClr val="57666C"/>
                </a:solidFill>
                <a:latin typeface="Segoe UI"/>
                <a:ea typeface="Segoe UI"/>
                <a:cs typeface="Segoe UI"/>
              </a:defRPr>
            </a:lvl3pPr>
            <a:lvl4pPr algn="r">
              <a:defRPr sz="1200" b="0">
                <a:solidFill>
                  <a:srgbClr val="57666C"/>
                </a:solidFill>
                <a:latin typeface="Segoe UI"/>
                <a:ea typeface="Segoe UI"/>
                <a:cs typeface="Segoe UI"/>
              </a:defRPr>
            </a:lvl4pPr>
            <a:lvl5pPr algn="r">
              <a:defRPr sz="1200" b="0">
                <a:solidFill>
                  <a:srgbClr val="57666C"/>
                </a:solidFill>
                <a:latin typeface="Segoe UI"/>
                <a:ea typeface="Segoe UI"/>
                <a:cs typeface="Segoe UI"/>
              </a:defRPr>
            </a:lvl5pPr>
            <a:lvl6pPr algn="r">
              <a:defRPr sz="1200" b="0">
                <a:solidFill>
                  <a:srgbClr val="57666C"/>
                </a:solidFill>
                <a:latin typeface="Segoe UI"/>
                <a:ea typeface="Segoe UI"/>
                <a:cs typeface="Segoe UI"/>
              </a:defRPr>
            </a:lvl6pPr>
            <a:lvl7pPr algn="r">
              <a:defRPr sz="1200" b="0">
                <a:solidFill>
                  <a:srgbClr val="57666C"/>
                </a:solidFill>
                <a:latin typeface="Segoe UI"/>
                <a:ea typeface="Segoe UI"/>
                <a:cs typeface="Segoe UI"/>
              </a:defRPr>
            </a:lvl7pPr>
            <a:lvl8pPr algn="r">
              <a:defRPr sz="1200" b="0">
                <a:solidFill>
                  <a:srgbClr val="57666C"/>
                </a:solidFill>
                <a:latin typeface="Segoe UI"/>
                <a:ea typeface="Segoe UI"/>
                <a:cs typeface="Segoe UI"/>
              </a:defRPr>
            </a:lvl8pPr>
            <a:lvl9pPr algn="r">
              <a:defRPr sz="1200" b="0">
                <a:solidFill>
                  <a:srgbClr val="57666C"/>
                </a:solidFill>
                <a:latin typeface="Segoe UI"/>
                <a:ea typeface="Segoe UI"/>
                <a:cs typeface="Segoe UI"/>
              </a:defRPr>
            </a:lvl9pPr>
          </a:lstStyle>
          <a:p xmlns:a="http://schemas.openxmlformats.org/drawingml/2006/main">
            <a:pPr algn="r">
              <a:lnSpc>
                <a:spcPct val="108000"/>
              </a:lnSpc>
              <a:buNone/>
              <a:defRPr sz="1200" b="0">
                <a:solidFill>
                  <a:srgbClr val="57666C"/>
                </a:solidFill>
                <a:latin typeface="Segoe UI"/>
                <a:ea typeface="Segoe UI"/>
                <a:cs typeface="Segoe UI"/>
              </a:defRPr>
            </a:pPr>
            <a:r>
              <a:rPr sz="1200" b="0">
                <a:solidFill>
                  <a:srgbClr val="57666C"/>
                </a:solidFill>
                <a:latin typeface="Segoe UI"/>
                <a:ea typeface="Segoe UI"/>
                <a:cs typeface="Segoe UI"/>
              </a:rPr>
              <a:t>14</a:t>
            </a:r>
          </a:p>
        </p:txBody>
      </p:sp>
      <p:sp>
        <p:nvSpPr>
          <p:cNvPr id="3" name="">
            <a:extLst xmlns:a="http://schemas.openxmlformats.org/drawingml/2006/main">
              <a:ext uri="{FF2B5EF4-FFF2-40B4-BE49-F238E27FC236}">
                <a16:creationId xmlns:a16="http://schemas.microsoft.com/office/drawing/2014/main" id="{7F6263EA-8979-4CA0-9D64-C0129361FCB9}"/>
              </a:ext>
            </a:extLst>
          </p:cNvPr>
          <p:cNvSpPr>
            <a:spLocks xmlns:a="http://schemas.openxmlformats.org/drawingml/2006/main" noGrp="1"/>
          </p:cNvSpPr>
          <p:nvPr/>
        </p:nvSpPr>
        <p:spPr>
          <a:xfrm xmlns:a="http://schemas.openxmlformats.org/drawingml/2006/main">
            <a:off x="609600" y="600075"/>
            <a:ext cx="106680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525" b="1">
                <a:solidFill>
                  <a:srgbClr val="13262D"/>
                </a:solidFill>
                <a:latin typeface="Segoe UI"/>
                <a:ea typeface="Segoe UI"/>
                <a:cs typeface="Segoe UI"/>
              </a:defRPr>
            </a:defPPr>
            <a:lvl1pPr algn="l">
              <a:defRPr sz="3525" b="1">
                <a:solidFill>
                  <a:srgbClr val="13262D"/>
                </a:solidFill>
                <a:latin typeface="Segoe UI"/>
                <a:ea typeface="Segoe UI"/>
                <a:cs typeface="Segoe UI"/>
              </a:defRPr>
            </a:lvl1pPr>
            <a:lvl2pPr algn="l">
              <a:defRPr sz="3525" b="1">
                <a:solidFill>
                  <a:srgbClr val="13262D"/>
                </a:solidFill>
                <a:latin typeface="Segoe UI"/>
                <a:ea typeface="Segoe UI"/>
                <a:cs typeface="Segoe UI"/>
              </a:defRPr>
            </a:lvl2pPr>
            <a:lvl3pPr algn="l">
              <a:defRPr sz="3525" b="1">
                <a:solidFill>
                  <a:srgbClr val="13262D"/>
                </a:solidFill>
                <a:latin typeface="Segoe UI"/>
                <a:ea typeface="Segoe UI"/>
                <a:cs typeface="Segoe UI"/>
              </a:defRPr>
            </a:lvl3pPr>
            <a:lvl4pPr algn="l">
              <a:defRPr sz="3525" b="1">
                <a:solidFill>
                  <a:srgbClr val="13262D"/>
                </a:solidFill>
                <a:latin typeface="Segoe UI"/>
                <a:ea typeface="Segoe UI"/>
                <a:cs typeface="Segoe UI"/>
              </a:defRPr>
            </a:lvl4pPr>
            <a:lvl5pPr algn="l">
              <a:defRPr sz="3525" b="1">
                <a:solidFill>
                  <a:srgbClr val="13262D"/>
                </a:solidFill>
                <a:latin typeface="Segoe UI"/>
                <a:ea typeface="Segoe UI"/>
                <a:cs typeface="Segoe UI"/>
              </a:defRPr>
            </a:lvl5pPr>
            <a:lvl6pPr algn="l">
              <a:defRPr sz="3525" b="1">
                <a:solidFill>
                  <a:srgbClr val="13262D"/>
                </a:solidFill>
                <a:latin typeface="Segoe UI"/>
                <a:ea typeface="Segoe UI"/>
                <a:cs typeface="Segoe UI"/>
              </a:defRPr>
            </a:lvl6pPr>
            <a:lvl7pPr algn="l">
              <a:defRPr sz="3525" b="1">
                <a:solidFill>
                  <a:srgbClr val="13262D"/>
                </a:solidFill>
                <a:latin typeface="Segoe UI"/>
                <a:ea typeface="Segoe UI"/>
                <a:cs typeface="Segoe UI"/>
              </a:defRPr>
            </a:lvl7pPr>
            <a:lvl8pPr algn="l">
              <a:defRPr sz="3525" b="1">
                <a:solidFill>
                  <a:srgbClr val="13262D"/>
                </a:solidFill>
                <a:latin typeface="Segoe UI"/>
                <a:ea typeface="Segoe UI"/>
                <a:cs typeface="Segoe UI"/>
              </a:defRPr>
            </a:lvl8pPr>
            <a:lvl9pPr algn="l">
              <a:defRPr sz="3525" b="1">
                <a:solidFill>
                  <a:srgbClr val="13262D"/>
                </a:solidFill>
                <a:latin typeface="Segoe UI"/>
                <a:ea typeface="Segoe UI"/>
                <a:cs typeface="Segoe UI"/>
              </a:defRPr>
            </a:lvl9pPr>
          </a:lstStyle>
          <a:p xmlns:a="http://schemas.openxmlformats.org/drawingml/2006/main">
            <a:pPr algn="l">
              <a:lnSpc>
                <a:spcPct val="108000"/>
              </a:lnSpc>
              <a:buNone/>
              <a:defRPr sz="3525" b="1">
                <a:solidFill>
                  <a:srgbClr val="13262D"/>
                </a:solidFill>
                <a:latin typeface="Segoe UI"/>
                <a:ea typeface="Segoe UI"/>
                <a:cs typeface="Segoe UI"/>
              </a:defRPr>
            </a:pPr>
            <a:r>
              <a:rPr sz="3525" b="1">
                <a:solidFill>
                  <a:srgbClr val="13262D"/>
                </a:solidFill>
                <a:latin typeface="Segoe UI"/>
                <a:ea typeface="Segoe UI"/>
                <a:cs typeface="Segoe UI"/>
              </a:rPr>
              <a:t>Sources and scenario notes</a:t>
            </a:r>
          </a:p>
        </p:txBody>
      </p:sp>
      <p:sp>
        <p:nvSpPr>
          <p:cNvPr id="4" name="">
            <a:extLst xmlns:a="http://schemas.openxmlformats.org/drawingml/2006/main">
              <a:ext uri="{FF2B5EF4-FFF2-40B4-BE49-F238E27FC236}">
                <a16:creationId xmlns:a16="http://schemas.microsoft.com/office/drawing/2014/main" id="{9B9ADF4E-28CB-4D81-B9DF-B691D9C13D46}"/>
              </a:ext>
            </a:extLst>
          </p:cNvPr>
          <p:cNvSpPr>
            <a:spLocks xmlns:a="http://schemas.openxmlformats.org/drawingml/2006/main" noGrp="1"/>
          </p:cNvSpPr>
          <p:nvPr/>
        </p:nvSpPr>
        <p:spPr>
          <a:xfrm xmlns:a="http://schemas.openxmlformats.org/drawingml/2006/main">
            <a:off x="609600" y="1628775"/>
            <a:ext cx="476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1">
                <a:solidFill>
                  <a:srgbClr val="2158D5"/>
                </a:solidFill>
                <a:latin typeface="Segoe UI"/>
                <a:ea typeface="Segoe UI"/>
                <a:cs typeface="Segoe UI"/>
              </a:defRPr>
            </a:defPPr>
            <a:lvl1pPr algn="l">
              <a:defRPr sz="1650" b="1">
                <a:solidFill>
                  <a:srgbClr val="2158D5"/>
                </a:solidFill>
                <a:latin typeface="Segoe UI"/>
                <a:ea typeface="Segoe UI"/>
                <a:cs typeface="Segoe UI"/>
              </a:defRPr>
            </a:lvl1pPr>
            <a:lvl2pPr algn="l">
              <a:defRPr sz="1650" b="1">
                <a:solidFill>
                  <a:srgbClr val="2158D5"/>
                </a:solidFill>
                <a:latin typeface="Segoe UI"/>
                <a:ea typeface="Segoe UI"/>
                <a:cs typeface="Segoe UI"/>
              </a:defRPr>
            </a:lvl2pPr>
            <a:lvl3pPr algn="l">
              <a:defRPr sz="1650" b="1">
                <a:solidFill>
                  <a:srgbClr val="2158D5"/>
                </a:solidFill>
                <a:latin typeface="Segoe UI"/>
                <a:ea typeface="Segoe UI"/>
                <a:cs typeface="Segoe UI"/>
              </a:defRPr>
            </a:lvl3pPr>
            <a:lvl4pPr algn="l">
              <a:defRPr sz="1650" b="1">
                <a:solidFill>
                  <a:srgbClr val="2158D5"/>
                </a:solidFill>
                <a:latin typeface="Segoe UI"/>
                <a:ea typeface="Segoe UI"/>
                <a:cs typeface="Segoe UI"/>
              </a:defRPr>
            </a:lvl4pPr>
            <a:lvl5pPr algn="l">
              <a:defRPr sz="1650" b="1">
                <a:solidFill>
                  <a:srgbClr val="2158D5"/>
                </a:solidFill>
                <a:latin typeface="Segoe UI"/>
                <a:ea typeface="Segoe UI"/>
                <a:cs typeface="Segoe UI"/>
              </a:defRPr>
            </a:lvl5pPr>
            <a:lvl6pPr algn="l">
              <a:defRPr sz="1650" b="1">
                <a:solidFill>
                  <a:srgbClr val="2158D5"/>
                </a:solidFill>
                <a:latin typeface="Segoe UI"/>
                <a:ea typeface="Segoe UI"/>
                <a:cs typeface="Segoe UI"/>
              </a:defRPr>
            </a:lvl6pPr>
            <a:lvl7pPr algn="l">
              <a:defRPr sz="1650" b="1">
                <a:solidFill>
                  <a:srgbClr val="2158D5"/>
                </a:solidFill>
                <a:latin typeface="Segoe UI"/>
                <a:ea typeface="Segoe UI"/>
                <a:cs typeface="Segoe UI"/>
              </a:defRPr>
            </a:lvl7pPr>
            <a:lvl8pPr algn="l">
              <a:defRPr sz="1650" b="1">
                <a:solidFill>
                  <a:srgbClr val="2158D5"/>
                </a:solidFill>
                <a:latin typeface="Segoe UI"/>
                <a:ea typeface="Segoe UI"/>
                <a:cs typeface="Segoe UI"/>
              </a:defRPr>
            </a:lvl8pPr>
            <a:lvl9pPr algn="l">
              <a:defRPr sz="1650" b="1">
                <a:solidFill>
                  <a:srgbClr val="2158D5"/>
                </a:solidFill>
                <a:latin typeface="Segoe UI"/>
                <a:ea typeface="Segoe UI"/>
                <a:cs typeface="Segoe UI"/>
              </a:defRPr>
            </a:lvl9pPr>
          </a:lstStyle>
          <a:p xmlns:a="http://schemas.openxmlformats.org/drawingml/2006/main">
            <a:pPr algn="l">
              <a:lnSpc>
                <a:spcPct val="108000"/>
              </a:lnSpc>
              <a:buNone/>
              <a:defRPr sz="1650" b="1">
                <a:solidFill>
                  <a:srgbClr val="2158D5"/>
                </a:solidFill>
                <a:latin typeface="Segoe UI"/>
                <a:ea typeface="Segoe UI"/>
                <a:cs typeface="Segoe UI"/>
              </a:defRPr>
            </a:pPr>
            <a:r>
              <a:rPr sz="1650" b="1">
                <a:solidFill>
                  <a:srgbClr val="2158D5"/>
                </a:solidFill>
                <a:latin typeface="Segoe UI"/>
                <a:ea typeface="Segoe UI"/>
                <a:cs typeface="Segoe UI"/>
              </a:rPr>
              <a:t>01</a:t>
            </a:r>
          </a:p>
        </p:txBody>
      </p:sp>
      <p:sp>
        <p:nvSpPr>
          <p:cNvPr id="5" name="">
            <a:extLst xmlns:a="http://schemas.openxmlformats.org/drawingml/2006/main">
              <a:ext uri="{FF2B5EF4-FFF2-40B4-BE49-F238E27FC236}">
                <a16:creationId xmlns:a16="http://schemas.microsoft.com/office/drawing/2014/main" id="{10401F41-1C6A-474A-8412-34E44FF5F1ED}"/>
              </a:ext>
            </a:extLst>
          </p:cNvPr>
          <p:cNvSpPr>
            <a:spLocks xmlns:a="http://schemas.openxmlformats.org/drawingml/2006/main" noGrp="1"/>
          </p:cNvSpPr>
          <p:nvPr/>
        </p:nvSpPr>
        <p:spPr>
          <a:xfrm xmlns:a="http://schemas.openxmlformats.org/drawingml/2006/main">
            <a:off x="1209675" y="1628775"/>
            <a:ext cx="1028700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13262D"/>
                </a:solidFill>
                <a:latin typeface="Segoe UI"/>
                <a:ea typeface="Segoe UI"/>
                <a:cs typeface="Segoe UI"/>
              </a:defRPr>
            </a:defPPr>
            <a:lvl1pPr algn="l">
              <a:defRPr sz="1875" b="1">
                <a:solidFill>
                  <a:srgbClr val="13262D"/>
                </a:solidFill>
                <a:latin typeface="Segoe UI"/>
                <a:ea typeface="Segoe UI"/>
                <a:cs typeface="Segoe UI"/>
              </a:defRPr>
            </a:lvl1pPr>
            <a:lvl2pPr algn="l">
              <a:defRPr sz="1875" b="1">
                <a:solidFill>
                  <a:srgbClr val="13262D"/>
                </a:solidFill>
                <a:latin typeface="Segoe UI"/>
                <a:ea typeface="Segoe UI"/>
                <a:cs typeface="Segoe UI"/>
              </a:defRPr>
            </a:lvl2pPr>
            <a:lvl3pPr algn="l">
              <a:defRPr sz="1875" b="1">
                <a:solidFill>
                  <a:srgbClr val="13262D"/>
                </a:solidFill>
                <a:latin typeface="Segoe UI"/>
                <a:ea typeface="Segoe UI"/>
                <a:cs typeface="Segoe UI"/>
              </a:defRPr>
            </a:lvl3pPr>
            <a:lvl4pPr algn="l">
              <a:defRPr sz="1875" b="1">
                <a:solidFill>
                  <a:srgbClr val="13262D"/>
                </a:solidFill>
                <a:latin typeface="Segoe UI"/>
                <a:ea typeface="Segoe UI"/>
                <a:cs typeface="Segoe UI"/>
              </a:defRPr>
            </a:lvl4pPr>
            <a:lvl5pPr algn="l">
              <a:defRPr sz="1875" b="1">
                <a:solidFill>
                  <a:srgbClr val="13262D"/>
                </a:solidFill>
                <a:latin typeface="Segoe UI"/>
                <a:ea typeface="Segoe UI"/>
                <a:cs typeface="Segoe UI"/>
              </a:defRPr>
            </a:lvl5pPr>
            <a:lvl6pPr algn="l">
              <a:defRPr sz="1875" b="1">
                <a:solidFill>
                  <a:srgbClr val="13262D"/>
                </a:solidFill>
                <a:latin typeface="Segoe UI"/>
                <a:ea typeface="Segoe UI"/>
                <a:cs typeface="Segoe UI"/>
              </a:defRPr>
            </a:lvl6pPr>
            <a:lvl7pPr algn="l">
              <a:defRPr sz="1875" b="1">
                <a:solidFill>
                  <a:srgbClr val="13262D"/>
                </a:solidFill>
                <a:latin typeface="Segoe UI"/>
                <a:ea typeface="Segoe UI"/>
                <a:cs typeface="Segoe UI"/>
              </a:defRPr>
            </a:lvl7pPr>
            <a:lvl8pPr algn="l">
              <a:defRPr sz="1875" b="1">
                <a:solidFill>
                  <a:srgbClr val="13262D"/>
                </a:solidFill>
                <a:latin typeface="Segoe UI"/>
                <a:ea typeface="Segoe UI"/>
                <a:cs typeface="Segoe UI"/>
              </a:defRPr>
            </a:lvl8pPr>
            <a:lvl9pPr algn="l">
              <a:defRPr sz="1875" b="1">
                <a:solidFill>
                  <a:srgbClr val="13262D"/>
                </a:solidFill>
                <a:latin typeface="Segoe UI"/>
                <a:ea typeface="Segoe UI"/>
                <a:cs typeface="Segoe UI"/>
              </a:defRPr>
            </a:lvl9pPr>
          </a:lstStyle>
          <a:p xmlns:a="http://schemas.openxmlformats.org/drawingml/2006/main">
            <a:pPr algn="l">
              <a:lnSpc>
                <a:spcPct val="108000"/>
              </a:lnSpc>
              <a:buNone/>
              <a:defRPr sz="1875" b="1">
                <a:solidFill>
                  <a:srgbClr val="13262D"/>
                </a:solidFill>
                <a:latin typeface="Segoe UI"/>
                <a:ea typeface="Segoe UI"/>
                <a:cs typeface="Segoe UI"/>
              </a:defRPr>
            </a:pPr>
            <a:r>
              <a:rPr sz="1875" b="1">
                <a:solidFill>
                  <a:srgbClr val="13262D"/>
                </a:solidFill>
                <a:latin typeface="Segoe UI"/>
                <a:ea typeface="Segoe UI"/>
                <a:cs typeface="Segoe UI"/>
                <a:hlinkClick xmlns:r="http://schemas.openxmlformats.org/officeDocument/2006/relationships" r:id="R713c109d6e004a6c"/>
              </a:rPr>
              <a:t>Microsoft Frontier Company</a:t>
            </a:r>
          </a:p>
        </p:txBody>
      </p:sp>
      <p:sp>
        <p:nvSpPr>
          <p:cNvPr id="6" name="">
            <a:extLst xmlns:a="http://schemas.openxmlformats.org/drawingml/2006/main">
              <a:ext uri="{FF2B5EF4-FFF2-40B4-BE49-F238E27FC236}">
                <a16:creationId xmlns:a16="http://schemas.microsoft.com/office/drawing/2014/main" id="{C60673B9-201D-4B6B-9A0E-CA54FB160B26}"/>
              </a:ext>
            </a:extLst>
          </p:cNvPr>
          <p:cNvSpPr>
            <a:spLocks xmlns:a="http://schemas.openxmlformats.org/drawingml/2006/main" noGrp="1"/>
          </p:cNvSpPr>
          <p:nvPr/>
        </p:nvSpPr>
        <p:spPr>
          <a:xfrm xmlns:a="http://schemas.openxmlformats.org/drawingml/2006/main">
            <a:off x="1209675" y="2000250"/>
            <a:ext cx="10191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425" b="0">
                <a:solidFill>
                  <a:srgbClr val="57666C"/>
                </a:solidFill>
                <a:latin typeface="Segoe UI"/>
                <a:ea typeface="Segoe UI"/>
                <a:cs typeface="Segoe UI"/>
              </a:defRPr>
            </a:defPPr>
            <a:lvl1pPr algn="l">
              <a:defRPr sz="1425" b="0">
                <a:solidFill>
                  <a:srgbClr val="57666C"/>
                </a:solidFill>
                <a:latin typeface="Segoe UI"/>
                <a:ea typeface="Segoe UI"/>
                <a:cs typeface="Segoe UI"/>
              </a:defRPr>
            </a:lvl1pPr>
            <a:lvl2pPr algn="l">
              <a:defRPr sz="1425" b="0">
                <a:solidFill>
                  <a:srgbClr val="57666C"/>
                </a:solidFill>
                <a:latin typeface="Segoe UI"/>
                <a:ea typeface="Segoe UI"/>
                <a:cs typeface="Segoe UI"/>
              </a:defRPr>
            </a:lvl2pPr>
            <a:lvl3pPr algn="l">
              <a:defRPr sz="1425" b="0">
                <a:solidFill>
                  <a:srgbClr val="57666C"/>
                </a:solidFill>
                <a:latin typeface="Segoe UI"/>
                <a:ea typeface="Segoe UI"/>
                <a:cs typeface="Segoe UI"/>
              </a:defRPr>
            </a:lvl3pPr>
            <a:lvl4pPr algn="l">
              <a:defRPr sz="1425" b="0">
                <a:solidFill>
                  <a:srgbClr val="57666C"/>
                </a:solidFill>
                <a:latin typeface="Segoe UI"/>
                <a:ea typeface="Segoe UI"/>
                <a:cs typeface="Segoe UI"/>
              </a:defRPr>
            </a:lvl4pPr>
            <a:lvl5pPr algn="l">
              <a:defRPr sz="1425" b="0">
                <a:solidFill>
                  <a:srgbClr val="57666C"/>
                </a:solidFill>
                <a:latin typeface="Segoe UI"/>
                <a:ea typeface="Segoe UI"/>
                <a:cs typeface="Segoe UI"/>
              </a:defRPr>
            </a:lvl5pPr>
            <a:lvl6pPr algn="l">
              <a:defRPr sz="1425" b="0">
                <a:solidFill>
                  <a:srgbClr val="57666C"/>
                </a:solidFill>
                <a:latin typeface="Segoe UI"/>
                <a:ea typeface="Segoe UI"/>
                <a:cs typeface="Segoe UI"/>
              </a:defRPr>
            </a:lvl6pPr>
            <a:lvl7pPr algn="l">
              <a:defRPr sz="1425" b="0">
                <a:solidFill>
                  <a:srgbClr val="57666C"/>
                </a:solidFill>
                <a:latin typeface="Segoe UI"/>
                <a:ea typeface="Segoe UI"/>
                <a:cs typeface="Segoe UI"/>
              </a:defRPr>
            </a:lvl7pPr>
            <a:lvl8pPr algn="l">
              <a:defRPr sz="1425" b="0">
                <a:solidFill>
                  <a:srgbClr val="57666C"/>
                </a:solidFill>
                <a:latin typeface="Segoe UI"/>
                <a:ea typeface="Segoe UI"/>
                <a:cs typeface="Segoe UI"/>
              </a:defRPr>
            </a:lvl8pPr>
            <a:lvl9pPr algn="l">
              <a:defRPr sz="1425" b="0">
                <a:solidFill>
                  <a:srgbClr val="57666C"/>
                </a:solidFill>
                <a:latin typeface="Segoe UI"/>
                <a:ea typeface="Segoe UI"/>
                <a:cs typeface="Segoe UI"/>
              </a:defRPr>
            </a:lvl9pPr>
          </a:lstStyle>
          <a:p xmlns:a="http://schemas.openxmlformats.org/drawingml/2006/main">
            <a:pPr algn="l">
              <a:lnSpc>
                <a:spcPct val="108000"/>
              </a:lnSpc>
              <a:buNone/>
              <a:defRPr sz="1425" b="0">
                <a:solidFill>
                  <a:srgbClr val="57666C"/>
                </a:solidFill>
                <a:latin typeface="Segoe UI"/>
                <a:ea typeface="Segoe UI"/>
                <a:cs typeface="Segoe UI"/>
              </a:defRPr>
            </a:pPr>
            <a:r>
              <a:rPr sz="1425" b="0">
                <a:solidFill>
                  <a:srgbClr val="57666C"/>
                </a:solidFill>
                <a:latin typeface="Segoe UI"/>
                <a:ea typeface="Segoe UI"/>
                <a:cs typeface="Segoe UI"/>
              </a:rPr>
              <a:t>Current approach, embedded expertise, production deployment, intelligence and trust.</a:t>
            </a:r>
          </a:p>
        </p:txBody>
      </p:sp>
      <p:sp>
        <p:nvSpPr>
          <p:cNvPr id="7" name="">
            <a:extLst xmlns:a="http://schemas.openxmlformats.org/drawingml/2006/main">
              <a:ext uri="{FF2B5EF4-FFF2-40B4-BE49-F238E27FC236}">
                <a16:creationId xmlns:a16="http://schemas.microsoft.com/office/drawing/2014/main" id="{3D81E732-6F8E-41FE-936C-2F6EEF0DFF06}"/>
              </a:ext>
            </a:extLst>
          </p:cNvPr>
          <p:cNvSpPr>
            <a:spLocks xmlns:a="http://schemas.openxmlformats.org/drawingml/2006/main" noGrp="1"/>
          </p:cNvSpPr>
          <p:nvPr/>
        </p:nvSpPr>
        <p:spPr>
          <a:xfrm xmlns:a="http://schemas.openxmlformats.org/drawingml/2006/main">
            <a:off x="609600" y="2495550"/>
            <a:ext cx="476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1">
                <a:solidFill>
                  <a:srgbClr val="2158D5"/>
                </a:solidFill>
                <a:latin typeface="Segoe UI"/>
                <a:ea typeface="Segoe UI"/>
                <a:cs typeface="Segoe UI"/>
              </a:defRPr>
            </a:defPPr>
            <a:lvl1pPr algn="l">
              <a:defRPr sz="1650" b="1">
                <a:solidFill>
                  <a:srgbClr val="2158D5"/>
                </a:solidFill>
                <a:latin typeface="Segoe UI"/>
                <a:ea typeface="Segoe UI"/>
                <a:cs typeface="Segoe UI"/>
              </a:defRPr>
            </a:lvl1pPr>
            <a:lvl2pPr algn="l">
              <a:defRPr sz="1650" b="1">
                <a:solidFill>
                  <a:srgbClr val="2158D5"/>
                </a:solidFill>
                <a:latin typeface="Segoe UI"/>
                <a:ea typeface="Segoe UI"/>
                <a:cs typeface="Segoe UI"/>
              </a:defRPr>
            </a:lvl2pPr>
            <a:lvl3pPr algn="l">
              <a:defRPr sz="1650" b="1">
                <a:solidFill>
                  <a:srgbClr val="2158D5"/>
                </a:solidFill>
                <a:latin typeface="Segoe UI"/>
                <a:ea typeface="Segoe UI"/>
                <a:cs typeface="Segoe UI"/>
              </a:defRPr>
            </a:lvl3pPr>
            <a:lvl4pPr algn="l">
              <a:defRPr sz="1650" b="1">
                <a:solidFill>
                  <a:srgbClr val="2158D5"/>
                </a:solidFill>
                <a:latin typeface="Segoe UI"/>
                <a:ea typeface="Segoe UI"/>
                <a:cs typeface="Segoe UI"/>
              </a:defRPr>
            </a:lvl4pPr>
            <a:lvl5pPr algn="l">
              <a:defRPr sz="1650" b="1">
                <a:solidFill>
                  <a:srgbClr val="2158D5"/>
                </a:solidFill>
                <a:latin typeface="Segoe UI"/>
                <a:ea typeface="Segoe UI"/>
                <a:cs typeface="Segoe UI"/>
              </a:defRPr>
            </a:lvl5pPr>
            <a:lvl6pPr algn="l">
              <a:defRPr sz="1650" b="1">
                <a:solidFill>
                  <a:srgbClr val="2158D5"/>
                </a:solidFill>
                <a:latin typeface="Segoe UI"/>
                <a:ea typeface="Segoe UI"/>
                <a:cs typeface="Segoe UI"/>
              </a:defRPr>
            </a:lvl6pPr>
            <a:lvl7pPr algn="l">
              <a:defRPr sz="1650" b="1">
                <a:solidFill>
                  <a:srgbClr val="2158D5"/>
                </a:solidFill>
                <a:latin typeface="Segoe UI"/>
                <a:ea typeface="Segoe UI"/>
                <a:cs typeface="Segoe UI"/>
              </a:defRPr>
            </a:lvl7pPr>
            <a:lvl8pPr algn="l">
              <a:defRPr sz="1650" b="1">
                <a:solidFill>
                  <a:srgbClr val="2158D5"/>
                </a:solidFill>
                <a:latin typeface="Segoe UI"/>
                <a:ea typeface="Segoe UI"/>
                <a:cs typeface="Segoe UI"/>
              </a:defRPr>
            </a:lvl8pPr>
            <a:lvl9pPr algn="l">
              <a:defRPr sz="1650" b="1">
                <a:solidFill>
                  <a:srgbClr val="2158D5"/>
                </a:solidFill>
                <a:latin typeface="Segoe UI"/>
                <a:ea typeface="Segoe UI"/>
                <a:cs typeface="Segoe UI"/>
              </a:defRPr>
            </a:lvl9pPr>
          </a:lstStyle>
          <a:p xmlns:a="http://schemas.openxmlformats.org/drawingml/2006/main">
            <a:pPr algn="l">
              <a:lnSpc>
                <a:spcPct val="108000"/>
              </a:lnSpc>
              <a:buNone/>
              <a:defRPr sz="1650" b="1">
                <a:solidFill>
                  <a:srgbClr val="2158D5"/>
                </a:solidFill>
                <a:latin typeface="Segoe UI"/>
                <a:ea typeface="Segoe UI"/>
                <a:cs typeface="Segoe UI"/>
              </a:defRPr>
            </a:pPr>
            <a:r>
              <a:rPr sz="1650" b="1">
                <a:solidFill>
                  <a:srgbClr val="2158D5"/>
                </a:solidFill>
                <a:latin typeface="Segoe UI"/>
                <a:ea typeface="Segoe UI"/>
                <a:cs typeface="Segoe UI"/>
              </a:rPr>
              <a:t>02</a:t>
            </a:r>
          </a:p>
        </p:txBody>
      </p:sp>
      <p:sp>
        <p:nvSpPr>
          <p:cNvPr id="8" name="">
            <a:extLst xmlns:a="http://schemas.openxmlformats.org/drawingml/2006/main">
              <a:ext uri="{FF2B5EF4-FFF2-40B4-BE49-F238E27FC236}">
                <a16:creationId xmlns:a16="http://schemas.microsoft.com/office/drawing/2014/main" id="{2C7EAED8-2100-4D70-AE71-42A5EAAE0C5F}"/>
              </a:ext>
            </a:extLst>
          </p:cNvPr>
          <p:cNvSpPr>
            <a:spLocks xmlns:a="http://schemas.openxmlformats.org/drawingml/2006/main" noGrp="1"/>
          </p:cNvSpPr>
          <p:nvPr/>
        </p:nvSpPr>
        <p:spPr>
          <a:xfrm xmlns:a="http://schemas.openxmlformats.org/drawingml/2006/main">
            <a:off x="1209675" y="2495550"/>
            <a:ext cx="1028700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13262D"/>
                </a:solidFill>
                <a:latin typeface="Segoe UI"/>
                <a:ea typeface="Segoe UI"/>
                <a:cs typeface="Segoe UI"/>
              </a:defRPr>
            </a:defPPr>
            <a:lvl1pPr algn="l">
              <a:defRPr sz="1875" b="1">
                <a:solidFill>
                  <a:srgbClr val="13262D"/>
                </a:solidFill>
                <a:latin typeface="Segoe UI"/>
                <a:ea typeface="Segoe UI"/>
                <a:cs typeface="Segoe UI"/>
              </a:defRPr>
            </a:lvl1pPr>
            <a:lvl2pPr algn="l">
              <a:defRPr sz="1875" b="1">
                <a:solidFill>
                  <a:srgbClr val="13262D"/>
                </a:solidFill>
                <a:latin typeface="Segoe UI"/>
                <a:ea typeface="Segoe UI"/>
                <a:cs typeface="Segoe UI"/>
              </a:defRPr>
            </a:lvl2pPr>
            <a:lvl3pPr algn="l">
              <a:defRPr sz="1875" b="1">
                <a:solidFill>
                  <a:srgbClr val="13262D"/>
                </a:solidFill>
                <a:latin typeface="Segoe UI"/>
                <a:ea typeface="Segoe UI"/>
                <a:cs typeface="Segoe UI"/>
              </a:defRPr>
            </a:lvl3pPr>
            <a:lvl4pPr algn="l">
              <a:defRPr sz="1875" b="1">
                <a:solidFill>
                  <a:srgbClr val="13262D"/>
                </a:solidFill>
                <a:latin typeface="Segoe UI"/>
                <a:ea typeface="Segoe UI"/>
                <a:cs typeface="Segoe UI"/>
              </a:defRPr>
            </a:lvl4pPr>
            <a:lvl5pPr algn="l">
              <a:defRPr sz="1875" b="1">
                <a:solidFill>
                  <a:srgbClr val="13262D"/>
                </a:solidFill>
                <a:latin typeface="Segoe UI"/>
                <a:ea typeface="Segoe UI"/>
                <a:cs typeface="Segoe UI"/>
              </a:defRPr>
            </a:lvl5pPr>
            <a:lvl6pPr algn="l">
              <a:defRPr sz="1875" b="1">
                <a:solidFill>
                  <a:srgbClr val="13262D"/>
                </a:solidFill>
                <a:latin typeface="Segoe UI"/>
                <a:ea typeface="Segoe UI"/>
                <a:cs typeface="Segoe UI"/>
              </a:defRPr>
            </a:lvl6pPr>
            <a:lvl7pPr algn="l">
              <a:defRPr sz="1875" b="1">
                <a:solidFill>
                  <a:srgbClr val="13262D"/>
                </a:solidFill>
                <a:latin typeface="Segoe UI"/>
                <a:ea typeface="Segoe UI"/>
                <a:cs typeface="Segoe UI"/>
              </a:defRPr>
            </a:lvl7pPr>
            <a:lvl8pPr algn="l">
              <a:defRPr sz="1875" b="1">
                <a:solidFill>
                  <a:srgbClr val="13262D"/>
                </a:solidFill>
                <a:latin typeface="Segoe UI"/>
                <a:ea typeface="Segoe UI"/>
                <a:cs typeface="Segoe UI"/>
              </a:defRPr>
            </a:lvl8pPr>
            <a:lvl9pPr algn="l">
              <a:defRPr sz="1875" b="1">
                <a:solidFill>
                  <a:srgbClr val="13262D"/>
                </a:solidFill>
                <a:latin typeface="Segoe UI"/>
                <a:ea typeface="Segoe UI"/>
                <a:cs typeface="Segoe UI"/>
              </a:defRPr>
            </a:lvl9pPr>
          </a:lstStyle>
          <a:p xmlns:a="http://schemas.openxmlformats.org/drawingml/2006/main">
            <a:pPr algn="l">
              <a:lnSpc>
                <a:spcPct val="108000"/>
              </a:lnSpc>
              <a:buNone/>
              <a:defRPr sz="1875" b="1">
                <a:solidFill>
                  <a:srgbClr val="13262D"/>
                </a:solidFill>
                <a:latin typeface="Segoe UI"/>
                <a:ea typeface="Segoe UI"/>
                <a:cs typeface="Segoe UI"/>
              </a:defRPr>
            </a:pPr>
            <a:r>
              <a:rPr sz="1875" b="1">
                <a:solidFill>
                  <a:srgbClr val="13262D"/>
                </a:solidFill>
                <a:latin typeface="Segoe UI"/>
                <a:ea typeface="Segoe UI"/>
                <a:cs typeface="Segoe UI"/>
                <a:hlinkClick xmlns:r="http://schemas.openxmlformats.org/officeDocument/2006/relationships" r:id="R2e1b5abdacf14086"/>
              </a:rPr>
              <a:t>Microsoft Frontier Company announcement</a:t>
            </a:r>
          </a:p>
        </p:txBody>
      </p:sp>
      <p:sp>
        <p:nvSpPr>
          <p:cNvPr id="9" name="">
            <a:extLst xmlns:a="http://schemas.openxmlformats.org/drawingml/2006/main">
              <a:ext uri="{FF2B5EF4-FFF2-40B4-BE49-F238E27FC236}">
                <a16:creationId xmlns:a16="http://schemas.microsoft.com/office/drawing/2014/main" id="{C9036311-8F9C-45EC-99F3-4EADA4EB47EC}"/>
              </a:ext>
            </a:extLst>
          </p:cNvPr>
          <p:cNvSpPr>
            <a:spLocks xmlns:a="http://schemas.openxmlformats.org/drawingml/2006/main" noGrp="1"/>
          </p:cNvSpPr>
          <p:nvPr/>
        </p:nvSpPr>
        <p:spPr>
          <a:xfrm xmlns:a="http://schemas.openxmlformats.org/drawingml/2006/main">
            <a:off x="1209675" y="2867025"/>
            <a:ext cx="10191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425" b="0">
                <a:solidFill>
                  <a:srgbClr val="57666C"/>
                </a:solidFill>
                <a:latin typeface="Segoe UI"/>
                <a:ea typeface="Segoe UI"/>
                <a:cs typeface="Segoe UI"/>
              </a:defRPr>
            </a:defPPr>
            <a:lvl1pPr algn="l">
              <a:defRPr sz="1425" b="0">
                <a:solidFill>
                  <a:srgbClr val="57666C"/>
                </a:solidFill>
                <a:latin typeface="Segoe UI"/>
                <a:ea typeface="Segoe UI"/>
                <a:cs typeface="Segoe UI"/>
              </a:defRPr>
            </a:lvl1pPr>
            <a:lvl2pPr algn="l">
              <a:defRPr sz="1425" b="0">
                <a:solidFill>
                  <a:srgbClr val="57666C"/>
                </a:solidFill>
                <a:latin typeface="Segoe UI"/>
                <a:ea typeface="Segoe UI"/>
                <a:cs typeface="Segoe UI"/>
              </a:defRPr>
            </a:lvl2pPr>
            <a:lvl3pPr algn="l">
              <a:defRPr sz="1425" b="0">
                <a:solidFill>
                  <a:srgbClr val="57666C"/>
                </a:solidFill>
                <a:latin typeface="Segoe UI"/>
                <a:ea typeface="Segoe UI"/>
                <a:cs typeface="Segoe UI"/>
              </a:defRPr>
            </a:lvl3pPr>
            <a:lvl4pPr algn="l">
              <a:defRPr sz="1425" b="0">
                <a:solidFill>
                  <a:srgbClr val="57666C"/>
                </a:solidFill>
                <a:latin typeface="Segoe UI"/>
                <a:ea typeface="Segoe UI"/>
                <a:cs typeface="Segoe UI"/>
              </a:defRPr>
            </a:lvl4pPr>
            <a:lvl5pPr algn="l">
              <a:defRPr sz="1425" b="0">
                <a:solidFill>
                  <a:srgbClr val="57666C"/>
                </a:solidFill>
                <a:latin typeface="Segoe UI"/>
                <a:ea typeface="Segoe UI"/>
                <a:cs typeface="Segoe UI"/>
              </a:defRPr>
            </a:lvl5pPr>
            <a:lvl6pPr algn="l">
              <a:defRPr sz="1425" b="0">
                <a:solidFill>
                  <a:srgbClr val="57666C"/>
                </a:solidFill>
                <a:latin typeface="Segoe UI"/>
                <a:ea typeface="Segoe UI"/>
                <a:cs typeface="Segoe UI"/>
              </a:defRPr>
            </a:lvl6pPr>
            <a:lvl7pPr algn="l">
              <a:defRPr sz="1425" b="0">
                <a:solidFill>
                  <a:srgbClr val="57666C"/>
                </a:solidFill>
                <a:latin typeface="Segoe UI"/>
                <a:ea typeface="Segoe UI"/>
                <a:cs typeface="Segoe UI"/>
              </a:defRPr>
            </a:lvl7pPr>
            <a:lvl8pPr algn="l">
              <a:defRPr sz="1425" b="0">
                <a:solidFill>
                  <a:srgbClr val="57666C"/>
                </a:solidFill>
                <a:latin typeface="Segoe UI"/>
                <a:ea typeface="Segoe UI"/>
                <a:cs typeface="Segoe UI"/>
              </a:defRPr>
            </a:lvl8pPr>
            <a:lvl9pPr algn="l">
              <a:defRPr sz="1425" b="0">
                <a:solidFill>
                  <a:srgbClr val="57666C"/>
                </a:solidFill>
                <a:latin typeface="Segoe UI"/>
                <a:ea typeface="Segoe UI"/>
                <a:cs typeface="Segoe UI"/>
              </a:defRPr>
            </a:lvl9pPr>
          </a:lstStyle>
          <a:p xmlns:a="http://schemas.openxmlformats.org/drawingml/2006/main">
            <a:pPr algn="l">
              <a:lnSpc>
                <a:spcPct val="108000"/>
              </a:lnSpc>
              <a:buNone/>
              <a:defRPr sz="1425" b="0">
                <a:solidFill>
                  <a:srgbClr val="57666C"/>
                </a:solidFill>
                <a:latin typeface="Segoe UI"/>
                <a:ea typeface="Segoe UI"/>
                <a:cs typeface="Segoe UI"/>
              </a:defRPr>
            </a:pPr>
            <a:r>
              <a:rPr sz="1425" b="0">
                <a:solidFill>
                  <a:srgbClr val="57666C"/>
                </a:solidFill>
                <a:latin typeface="Segoe UI"/>
                <a:ea typeface="Segoe UI"/>
                <a:cs typeface="Segoe UI"/>
              </a:rPr>
              <a:t>Judson Althoff, July 2, 2026. Industry expertise, AI engineering, continuous improvement, measurable outcomes.</a:t>
            </a:r>
          </a:p>
        </p:txBody>
      </p:sp>
      <p:sp>
        <p:nvSpPr>
          <p:cNvPr id="10" name="">
            <a:extLst xmlns:a="http://schemas.openxmlformats.org/drawingml/2006/main">
              <a:ext uri="{FF2B5EF4-FFF2-40B4-BE49-F238E27FC236}">
                <a16:creationId xmlns:a16="http://schemas.microsoft.com/office/drawing/2014/main" id="{A6300780-7856-4619-AB75-28DDCAE99D70}"/>
              </a:ext>
            </a:extLst>
          </p:cNvPr>
          <p:cNvSpPr>
            <a:spLocks xmlns:a="http://schemas.openxmlformats.org/drawingml/2006/main" noGrp="1"/>
          </p:cNvSpPr>
          <p:nvPr/>
        </p:nvSpPr>
        <p:spPr>
          <a:xfrm xmlns:a="http://schemas.openxmlformats.org/drawingml/2006/main">
            <a:off x="609600" y="3362325"/>
            <a:ext cx="476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1">
                <a:solidFill>
                  <a:srgbClr val="2158D5"/>
                </a:solidFill>
                <a:latin typeface="Segoe UI"/>
                <a:ea typeface="Segoe UI"/>
                <a:cs typeface="Segoe UI"/>
              </a:defRPr>
            </a:defPPr>
            <a:lvl1pPr algn="l">
              <a:defRPr sz="1650" b="1">
                <a:solidFill>
                  <a:srgbClr val="2158D5"/>
                </a:solidFill>
                <a:latin typeface="Segoe UI"/>
                <a:ea typeface="Segoe UI"/>
                <a:cs typeface="Segoe UI"/>
              </a:defRPr>
            </a:lvl1pPr>
            <a:lvl2pPr algn="l">
              <a:defRPr sz="1650" b="1">
                <a:solidFill>
                  <a:srgbClr val="2158D5"/>
                </a:solidFill>
                <a:latin typeface="Segoe UI"/>
                <a:ea typeface="Segoe UI"/>
                <a:cs typeface="Segoe UI"/>
              </a:defRPr>
            </a:lvl2pPr>
            <a:lvl3pPr algn="l">
              <a:defRPr sz="1650" b="1">
                <a:solidFill>
                  <a:srgbClr val="2158D5"/>
                </a:solidFill>
                <a:latin typeface="Segoe UI"/>
                <a:ea typeface="Segoe UI"/>
                <a:cs typeface="Segoe UI"/>
              </a:defRPr>
            </a:lvl3pPr>
            <a:lvl4pPr algn="l">
              <a:defRPr sz="1650" b="1">
                <a:solidFill>
                  <a:srgbClr val="2158D5"/>
                </a:solidFill>
                <a:latin typeface="Segoe UI"/>
                <a:ea typeface="Segoe UI"/>
                <a:cs typeface="Segoe UI"/>
              </a:defRPr>
            </a:lvl4pPr>
            <a:lvl5pPr algn="l">
              <a:defRPr sz="1650" b="1">
                <a:solidFill>
                  <a:srgbClr val="2158D5"/>
                </a:solidFill>
                <a:latin typeface="Segoe UI"/>
                <a:ea typeface="Segoe UI"/>
                <a:cs typeface="Segoe UI"/>
              </a:defRPr>
            </a:lvl5pPr>
            <a:lvl6pPr algn="l">
              <a:defRPr sz="1650" b="1">
                <a:solidFill>
                  <a:srgbClr val="2158D5"/>
                </a:solidFill>
                <a:latin typeface="Segoe UI"/>
                <a:ea typeface="Segoe UI"/>
                <a:cs typeface="Segoe UI"/>
              </a:defRPr>
            </a:lvl6pPr>
            <a:lvl7pPr algn="l">
              <a:defRPr sz="1650" b="1">
                <a:solidFill>
                  <a:srgbClr val="2158D5"/>
                </a:solidFill>
                <a:latin typeface="Segoe UI"/>
                <a:ea typeface="Segoe UI"/>
                <a:cs typeface="Segoe UI"/>
              </a:defRPr>
            </a:lvl7pPr>
            <a:lvl8pPr algn="l">
              <a:defRPr sz="1650" b="1">
                <a:solidFill>
                  <a:srgbClr val="2158D5"/>
                </a:solidFill>
                <a:latin typeface="Segoe UI"/>
                <a:ea typeface="Segoe UI"/>
                <a:cs typeface="Segoe UI"/>
              </a:defRPr>
            </a:lvl8pPr>
            <a:lvl9pPr algn="l">
              <a:defRPr sz="1650" b="1">
                <a:solidFill>
                  <a:srgbClr val="2158D5"/>
                </a:solidFill>
                <a:latin typeface="Segoe UI"/>
                <a:ea typeface="Segoe UI"/>
                <a:cs typeface="Segoe UI"/>
              </a:defRPr>
            </a:lvl9pPr>
          </a:lstStyle>
          <a:p xmlns:a="http://schemas.openxmlformats.org/drawingml/2006/main">
            <a:pPr algn="l">
              <a:lnSpc>
                <a:spcPct val="108000"/>
              </a:lnSpc>
              <a:buNone/>
              <a:defRPr sz="1650" b="1">
                <a:solidFill>
                  <a:srgbClr val="2158D5"/>
                </a:solidFill>
                <a:latin typeface="Segoe UI"/>
                <a:ea typeface="Segoe UI"/>
                <a:cs typeface="Segoe UI"/>
              </a:defRPr>
            </a:pPr>
            <a:r>
              <a:rPr sz="1650" b="1">
                <a:solidFill>
                  <a:srgbClr val="2158D5"/>
                </a:solidFill>
                <a:latin typeface="Segoe UI"/>
                <a:ea typeface="Segoe UI"/>
                <a:cs typeface="Segoe UI"/>
              </a:rPr>
              <a:t>03</a:t>
            </a:r>
          </a:p>
        </p:txBody>
      </p:sp>
      <p:sp>
        <p:nvSpPr>
          <p:cNvPr id="11" name="">
            <a:extLst xmlns:a="http://schemas.openxmlformats.org/drawingml/2006/main">
              <a:ext uri="{FF2B5EF4-FFF2-40B4-BE49-F238E27FC236}">
                <a16:creationId xmlns:a16="http://schemas.microsoft.com/office/drawing/2014/main" id="{45CA8E39-CADD-49C4-88FB-04D174ADD670}"/>
              </a:ext>
            </a:extLst>
          </p:cNvPr>
          <p:cNvSpPr>
            <a:spLocks xmlns:a="http://schemas.openxmlformats.org/drawingml/2006/main" noGrp="1"/>
          </p:cNvSpPr>
          <p:nvPr/>
        </p:nvSpPr>
        <p:spPr>
          <a:xfrm xmlns:a="http://schemas.openxmlformats.org/drawingml/2006/main">
            <a:off x="1209675" y="3362325"/>
            <a:ext cx="1028700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13262D"/>
                </a:solidFill>
                <a:latin typeface="Segoe UI"/>
                <a:ea typeface="Segoe UI"/>
                <a:cs typeface="Segoe UI"/>
              </a:defRPr>
            </a:defPPr>
            <a:lvl1pPr algn="l">
              <a:defRPr sz="1875" b="1">
                <a:solidFill>
                  <a:srgbClr val="13262D"/>
                </a:solidFill>
                <a:latin typeface="Segoe UI"/>
                <a:ea typeface="Segoe UI"/>
                <a:cs typeface="Segoe UI"/>
              </a:defRPr>
            </a:lvl1pPr>
            <a:lvl2pPr algn="l">
              <a:defRPr sz="1875" b="1">
                <a:solidFill>
                  <a:srgbClr val="13262D"/>
                </a:solidFill>
                <a:latin typeface="Segoe UI"/>
                <a:ea typeface="Segoe UI"/>
                <a:cs typeface="Segoe UI"/>
              </a:defRPr>
            </a:lvl2pPr>
            <a:lvl3pPr algn="l">
              <a:defRPr sz="1875" b="1">
                <a:solidFill>
                  <a:srgbClr val="13262D"/>
                </a:solidFill>
                <a:latin typeface="Segoe UI"/>
                <a:ea typeface="Segoe UI"/>
                <a:cs typeface="Segoe UI"/>
              </a:defRPr>
            </a:lvl3pPr>
            <a:lvl4pPr algn="l">
              <a:defRPr sz="1875" b="1">
                <a:solidFill>
                  <a:srgbClr val="13262D"/>
                </a:solidFill>
                <a:latin typeface="Segoe UI"/>
                <a:ea typeface="Segoe UI"/>
                <a:cs typeface="Segoe UI"/>
              </a:defRPr>
            </a:lvl4pPr>
            <a:lvl5pPr algn="l">
              <a:defRPr sz="1875" b="1">
                <a:solidFill>
                  <a:srgbClr val="13262D"/>
                </a:solidFill>
                <a:latin typeface="Segoe UI"/>
                <a:ea typeface="Segoe UI"/>
                <a:cs typeface="Segoe UI"/>
              </a:defRPr>
            </a:lvl5pPr>
            <a:lvl6pPr algn="l">
              <a:defRPr sz="1875" b="1">
                <a:solidFill>
                  <a:srgbClr val="13262D"/>
                </a:solidFill>
                <a:latin typeface="Segoe UI"/>
                <a:ea typeface="Segoe UI"/>
                <a:cs typeface="Segoe UI"/>
              </a:defRPr>
            </a:lvl6pPr>
            <a:lvl7pPr algn="l">
              <a:defRPr sz="1875" b="1">
                <a:solidFill>
                  <a:srgbClr val="13262D"/>
                </a:solidFill>
                <a:latin typeface="Segoe UI"/>
                <a:ea typeface="Segoe UI"/>
                <a:cs typeface="Segoe UI"/>
              </a:defRPr>
            </a:lvl7pPr>
            <a:lvl8pPr algn="l">
              <a:defRPr sz="1875" b="1">
                <a:solidFill>
                  <a:srgbClr val="13262D"/>
                </a:solidFill>
                <a:latin typeface="Segoe UI"/>
                <a:ea typeface="Segoe UI"/>
                <a:cs typeface="Segoe UI"/>
              </a:defRPr>
            </a:lvl8pPr>
            <a:lvl9pPr algn="l">
              <a:defRPr sz="1875" b="1">
                <a:solidFill>
                  <a:srgbClr val="13262D"/>
                </a:solidFill>
                <a:latin typeface="Segoe UI"/>
                <a:ea typeface="Segoe UI"/>
                <a:cs typeface="Segoe UI"/>
              </a:defRPr>
            </a:lvl9pPr>
          </a:lstStyle>
          <a:p xmlns:a="http://schemas.openxmlformats.org/drawingml/2006/main">
            <a:pPr algn="l">
              <a:lnSpc>
                <a:spcPct val="108000"/>
              </a:lnSpc>
              <a:buNone/>
              <a:defRPr sz="1875" b="1">
                <a:solidFill>
                  <a:srgbClr val="13262D"/>
                </a:solidFill>
                <a:latin typeface="Segoe UI"/>
                <a:ea typeface="Segoe UI"/>
                <a:cs typeface="Segoe UI"/>
              </a:defRPr>
            </a:pPr>
            <a:r>
              <a:rPr sz="1875" b="1">
                <a:solidFill>
                  <a:srgbClr val="13262D"/>
                </a:solidFill>
                <a:latin typeface="Segoe UI"/>
                <a:ea typeface="Segoe UI"/>
                <a:cs typeface="Segoe UI"/>
                <a:hlinkClick xmlns:r="http://schemas.openxmlformats.org/officeDocument/2006/relationships" r:id="R41097e876609400a"/>
              </a:rPr>
              <a:t>Copilot Studio overview</a:t>
            </a:r>
          </a:p>
        </p:txBody>
      </p:sp>
      <p:sp>
        <p:nvSpPr>
          <p:cNvPr id="12" name="">
            <a:extLst xmlns:a="http://schemas.openxmlformats.org/drawingml/2006/main">
              <a:ext uri="{FF2B5EF4-FFF2-40B4-BE49-F238E27FC236}">
                <a16:creationId xmlns:a16="http://schemas.microsoft.com/office/drawing/2014/main" id="{63EA0C4F-953D-459B-BA9E-7DB4271F1CFB}"/>
              </a:ext>
            </a:extLst>
          </p:cNvPr>
          <p:cNvSpPr>
            <a:spLocks xmlns:a="http://schemas.openxmlformats.org/drawingml/2006/main" noGrp="1"/>
          </p:cNvSpPr>
          <p:nvPr/>
        </p:nvSpPr>
        <p:spPr>
          <a:xfrm xmlns:a="http://schemas.openxmlformats.org/drawingml/2006/main">
            <a:off x="1209675" y="3733800"/>
            <a:ext cx="10191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425" b="0">
                <a:solidFill>
                  <a:srgbClr val="57666C"/>
                </a:solidFill>
                <a:latin typeface="Segoe UI"/>
                <a:ea typeface="Segoe UI"/>
                <a:cs typeface="Segoe UI"/>
              </a:defRPr>
            </a:defPPr>
            <a:lvl1pPr algn="l">
              <a:defRPr sz="1425" b="0">
                <a:solidFill>
                  <a:srgbClr val="57666C"/>
                </a:solidFill>
                <a:latin typeface="Segoe UI"/>
                <a:ea typeface="Segoe UI"/>
                <a:cs typeface="Segoe UI"/>
              </a:defRPr>
            </a:lvl1pPr>
            <a:lvl2pPr algn="l">
              <a:defRPr sz="1425" b="0">
                <a:solidFill>
                  <a:srgbClr val="57666C"/>
                </a:solidFill>
                <a:latin typeface="Segoe UI"/>
                <a:ea typeface="Segoe UI"/>
                <a:cs typeface="Segoe UI"/>
              </a:defRPr>
            </a:lvl2pPr>
            <a:lvl3pPr algn="l">
              <a:defRPr sz="1425" b="0">
                <a:solidFill>
                  <a:srgbClr val="57666C"/>
                </a:solidFill>
                <a:latin typeface="Segoe UI"/>
                <a:ea typeface="Segoe UI"/>
                <a:cs typeface="Segoe UI"/>
              </a:defRPr>
            </a:lvl3pPr>
            <a:lvl4pPr algn="l">
              <a:defRPr sz="1425" b="0">
                <a:solidFill>
                  <a:srgbClr val="57666C"/>
                </a:solidFill>
                <a:latin typeface="Segoe UI"/>
                <a:ea typeface="Segoe UI"/>
                <a:cs typeface="Segoe UI"/>
              </a:defRPr>
            </a:lvl4pPr>
            <a:lvl5pPr algn="l">
              <a:defRPr sz="1425" b="0">
                <a:solidFill>
                  <a:srgbClr val="57666C"/>
                </a:solidFill>
                <a:latin typeface="Segoe UI"/>
                <a:ea typeface="Segoe UI"/>
                <a:cs typeface="Segoe UI"/>
              </a:defRPr>
            </a:lvl5pPr>
            <a:lvl6pPr algn="l">
              <a:defRPr sz="1425" b="0">
                <a:solidFill>
                  <a:srgbClr val="57666C"/>
                </a:solidFill>
                <a:latin typeface="Segoe UI"/>
                <a:ea typeface="Segoe UI"/>
                <a:cs typeface="Segoe UI"/>
              </a:defRPr>
            </a:lvl6pPr>
            <a:lvl7pPr algn="l">
              <a:defRPr sz="1425" b="0">
                <a:solidFill>
                  <a:srgbClr val="57666C"/>
                </a:solidFill>
                <a:latin typeface="Segoe UI"/>
                <a:ea typeface="Segoe UI"/>
                <a:cs typeface="Segoe UI"/>
              </a:defRPr>
            </a:lvl7pPr>
            <a:lvl8pPr algn="l">
              <a:defRPr sz="1425" b="0">
                <a:solidFill>
                  <a:srgbClr val="57666C"/>
                </a:solidFill>
                <a:latin typeface="Segoe UI"/>
                <a:ea typeface="Segoe UI"/>
                <a:cs typeface="Segoe UI"/>
              </a:defRPr>
            </a:lvl8pPr>
            <a:lvl9pPr algn="l">
              <a:defRPr sz="1425" b="0">
                <a:solidFill>
                  <a:srgbClr val="57666C"/>
                </a:solidFill>
                <a:latin typeface="Segoe UI"/>
                <a:ea typeface="Segoe UI"/>
                <a:cs typeface="Segoe UI"/>
              </a:defRPr>
            </a:lvl9pPr>
          </a:lstStyle>
          <a:p xmlns:a="http://schemas.openxmlformats.org/drawingml/2006/main">
            <a:pPr algn="l">
              <a:lnSpc>
                <a:spcPct val="108000"/>
              </a:lnSpc>
              <a:buNone/>
              <a:defRPr sz="1425" b="0">
                <a:solidFill>
                  <a:srgbClr val="57666C"/>
                </a:solidFill>
                <a:latin typeface="Segoe UI"/>
                <a:ea typeface="Segoe UI"/>
                <a:cs typeface="Segoe UI"/>
              </a:defRPr>
            </a:pPr>
            <a:r>
              <a:rPr sz="1425" b="0">
                <a:solidFill>
                  <a:srgbClr val="57666C"/>
                </a:solidFill>
                <a:latin typeface="Segoe UI"/>
                <a:ea typeface="Segoe UI"/>
                <a:cs typeface="Segoe UI"/>
              </a:rPr>
              <a:t>Connected knowledge, agents, workflows, human review, evaluation and monitoring.</a:t>
            </a:r>
          </a:p>
        </p:txBody>
      </p:sp>
      <p:sp>
        <p:nvSpPr>
          <p:cNvPr id="13" name="">
            <a:extLst xmlns:a="http://schemas.openxmlformats.org/drawingml/2006/main">
              <a:ext uri="{FF2B5EF4-FFF2-40B4-BE49-F238E27FC236}">
                <a16:creationId xmlns:a16="http://schemas.microsoft.com/office/drawing/2014/main" id="{EB7C93B8-05D1-4AC0-9768-1A8C0A3AB05D}"/>
              </a:ext>
            </a:extLst>
          </p:cNvPr>
          <p:cNvSpPr>
            <a:spLocks xmlns:a="http://schemas.openxmlformats.org/drawingml/2006/main" noGrp="1"/>
          </p:cNvSpPr>
          <p:nvPr/>
        </p:nvSpPr>
        <p:spPr>
          <a:xfrm xmlns:a="http://schemas.openxmlformats.org/drawingml/2006/main">
            <a:off x="609600" y="4229100"/>
            <a:ext cx="476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1">
                <a:solidFill>
                  <a:srgbClr val="2158D5"/>
                </a:solidFill>
                <a:latin typeface="Segoe UI"/>
                <a:ea typeface="Segoe UI"/>
                <a:cs typeface="Segoe UI"/>
              </a:defRPr>
            </a:defPPr>
            <a:lvl1pPr algn="l">
              <a:defRPr sz="1650" b="1">
                <a:solidFill>
                  <a:srgbClr val="2158D5"/>
                </a:solidFill>
                <a:latin typeface="Segoe UI"/>
                <a:ea typeface="Segoe UI"/>
                <a:cs typeface="Segoe UI"/>
              </a:defRPr>
            </a:lvl1pPr>
            <a:lvl2pPr algn="l">
              <a:defRPr sz="1650" b="1">
                <a:solidFill>
                  <a:srgbClr val="2158D5"/>
                </a:solidFill>
                <a:latin typeface="Segoe UI"/>
                <a:ea typeface="Segoe UI"/>
                <a:cs typeface="Segoe UI"/>
              </a:defRPr>
            </a:lvl2pPr>
            <a:lvl3pPr algn="l">
              <a:defRPr sz="1650" b="1">
                <a:solidFill>
                  <a:srgbClr val="2158D5"/>
                </a:solidFill>
                <a:latin typeface="Segoe UI"/>
                <a:ea typeface="Segoe UI"/>
                <a:cs typeface="Segoe UI"/>
              </a:defRPr>
            </a:lvl3pPr>
            <a:lvl4pPr algn="l">
              <a:defRPr sz="1650" b="1">
                <a:solidFill>
                  <a:srgbClr val="2158D5"/>
                </a:solidFill>
                <a:latin typeface="Segoe UI"/>
                <a:ea typeface="Segoe UI"/>
                <a:cs typeface="Segoe UI"/>
              </a:defRPr>
            </a:lvl4pPr>
            <a:lvl5pPr algn="l">
              <a:defRPr sz="1650" b="1">
                <a:solidFill>
                  <a:srgbClr val="2158D5"/>
                </a:solidFill>
                <a:latin typeface="Segoe UI"/>
                <a:ea typeface="Segoe UI"/>
                <a:cs typeface="Segoe UI"/>
              </a:defRPr>
            </a:lvl5pPr>
            <a:lvl6pPr algn="l">
              <a:defRPr sz="1650" b="1">
                <a:solidFill>
                  <a:srgbClr val="2158D5"/>
                </a:solidFill>
                <a:latin typeface="Segoe UI"/>
                <a:ea typeface="Segoe UI"/>
                <a:cs typeface="Segoe UI"/>
              </a:defRPr>
            </a:lvl6pPr>
            <a:lvl7pPr algn="l">
              <a:defRPr sz="1650" b="1">
                <a:solidFill>
                  <a:srgbClr val="2158D5"/>
                </a:solidFill>
                <a:latin typeface="Segoe UI"/>
                <a:ea typeface="Segoe UI"/>
                <a:cs typeface="Segoe UI"/>
              </a:defRPr>
            </a:lvl7pPr>
            <a:lvl8pPr algn="l">
              <a:defRPr sz="1650" b="1">
                <a:solidFill>
                  <a:srgbClr val="2158D5"/>
                </a:solidFill>
                <a:latin typeface="Segoe UI"/>
                <a:ea typeface="Segoe UI"/>
                <a:cs typeface="Segoe UI"/>
              </a:defRPr>
            </a:lvl8pPr>
            <a:lvl9pPr algn="l">
              <a:defRPr sz="1650" b="1">
                <a:solidFill>
                  <a:srgbClr val="2158D5"/>
                </a:solidFill>
                <a:latin typeface="Segoe UI"/>
                <a:ea typeface="Segoe UI"/>
                <a:cs typeface="Segoe UI"/>
              </a:defRPr>
            </a:lvl9pPr>
          </a:lstStyle>
          <a:p xmlns:a="http://schemas.openxmlformats.org/drawingml/2006/main">
            <a:pPr algn="l">
              <a:lnSpc>
                <a:spcPct val="108000"/>
              </a:lnSpc>
              <a:buNone/>
              <a:defRPr sz="1650" b="1">
                <a:solidFill>
                  <a:srgbClr val="2158D5"/>
                </a:solidFill>
                <a:latin typeface="Segoe UI"/>
                <a:ea typeface="Segoe UI"/>
                <a:cs typeface="Segoe UI"/>
              </a:defRPr>
            </a:pPr>
            <a:r>
              <a:rPr sz="1650" b="1">
                <a:solidFill>
                  <a:srgbClr val="2158D5"/>
                </a:solidFill>
                <a:latin typeface="Segoe UI"/>
                <a:ea typeface="Segoe UI"/>
                <a:cs typeface="Segoe UI"/>
              </a:rPr>
              <a:t>04</a:t>
            </a:r>
          </a:p>
        </p:txBody>
      </p:sp>
      <p:sp>
        <p:nvSpPr>
          <p:cNvPr id="14" name="">
            <a:extLst xmlns:a="http://schemas.openxmlformats.org/drawingml/2006/main">
              <a:ext uri="{FF2B5EF4-FFF2-40B4-BE49-F238E27FC236}">
                <a16:creationId xmlns:a16="http://schemas.microsoft.com/office/drawing/2014/main" id="{D7F48E3C-A5A4-4C03-B41D-79DE4D8DBEAF}"/>
              </a:ext>
            </a:extLst>
          </p:cNvPr>
          <p:cNvSpPr>
            <a:spLocks xmlns:a="http://schemas.openxmlformats.org/drawingml/2006/main" noGrp="1"/>
          </p:cNvSpPr>
          <p:nvPr/>
        </p:nvSpPr>
        <p:spPr>
          <a:xfrm xmlns:a="http://schemas.openxmlformats.org/drawingml/2006/main">
            <a:off x="1209675" y="4229100"/>
            <a:ext cx="1028700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13262D"/>
                </a:solidFill>
                <a:latin typeface="Segoe UI"/>
                <a:ea typeface="Segoe UI"/>
                <a:cs typeface="Segoe UI"/>
              </a:defRPr>
            </a:defPPr>
            <a:lvl1pPr algn="l">
              <a:defRPr sz="1875" b="1">
                <a:solidFill>
                  <a:srgbClr val="13262D"/>
                </a:solidFill>
                <a:latin typeface="Segoe UI"/>
                <a:ea typeface="Segoe UI"/>
                <a:cs typeface="Segoe UI"/>
              </a:defRPr>
            </a:lvl1pPr>
            <a:lvl2pPr algn="l">
              <a:defRPr sz="1875" b="1">
                <a:solidFill>
                  <a:srgbClr val="13262D"/>
                </a:solidFill>
                <a:latin typeface="Segoe UI"/>
                <a:ea typeface="Segoe UI"/>
                <a:cs typeface="Segoe UI"/>
              </a:defRPr>
            </a:lvl2pPr>
            <a:lvl3pPr algn="l">
              <a:defRPr sz="1875" b="1">
                <a:solidFill>
                  <a:srgbClr val="13262D"/>
                </a:solidFill>
                <a:latin typeface="Segoe UI"/>
                <a:ea typeface="Segoe UI"/>
                <a:cs typeface="Segoe UI"/>
              </a:defRPr>
            </a:lvl3pPr>
            <a:lvl4pPr algn="l">
              <a:defRPr sz="1875" b="1">
                <a:solidFill>
                  <a:srgbClr val="13262D"/>
                </a:solidFill>
                <a:latin typeface="Segoe UI"/>
                <a:ea typeface="Segoe UI"/>
                <a:cs typeface="Segoe UI"/>
              </a:defRPr>
            </a:lvl4pPr>
            <a:lvl5pPr algn="l">
              <a:defRPr sz="1875" b="1">
                <a:solidFill>
                  <a:srgbClr val="13262D"/>
                </a:solidFill>
                <a:latin typeface="Segoe UI"/>
                <a:ea typeface="Segoe UI"/>
                <a:cs typeface="Segoe UI"/>
              </a:defRPr>
            </a:lvl5pPr>
            <a:lvl6pPr algn="l">
              <a:defRPr sz="1875" b="1">
                <a:solidFill>
                  <a:srgbClr val="13262D"/>
                </a:solidFill>
                <a:latin typeface="Segoe UI"/>
                <a:ea typeface="Segoe UI"/>
                <a:cs typeface="Segoe UI"/>
              </a:defRPr>
            </a:lvl6pPr>
            <a:lvl7pPr algn="l">
              <a:defRPr sz="1875" b="1">
                <a:solidFill>
                  <a:srgbClr val="13262D"/>
                </a:solidFill>
                <a:latin typeface="Segoe UI"/>
                <a:ea typeface="Segoe UI"/>
                <a:cs typeface="Segoe UI"/>
              </a:defRPr>
            </a:lvl7pPr>
            <a:lvl8pPr algn="l">
              <a:defRPr sz="1875" b="1">
                <a:solidFill>
                  <a:srgbClr val="13262D"/>
                </a:solidFill>
                <a:latin typeface="Segoe UI"/>
                <a:ea typeface="Segoe UI"/>
                <a:cs typeface="Segoe UI"/>
              </a:defRPr>
            </a:lvl8pPr>
            <a:lvl9pPr algn="l">
              <a:defRPr sz="1875" b="1">
                <a:solidFill>
                  <a:srgbClr val="13262D"/>
                </a:solidFill>
                <a:latin typeface="Segoe UI"/>
                <a:ea typeface="Segoe UI"/>
                <a:cs typeface="Segoe UI"/>
              </a:defRPr>
            </a:lvl9pPr>
          </a:lstStyle>
          <a:p xmlns:a="http://schemas.openxmlformats.org/drawingml/2006/main">
            <a:pPr algn="l">
              <a:lnSpc>
                <a:spcPct val="108000"/>
              </a:lnSpc>
              <a:buNone/>
              <a:defRPr sz="1875" b="1">
                <a:solidFill>
                  <a:srgbClr val="13262D"/>
                </a:solidFill>
                <a:latin typeface="Segoe UI"/>
                <a:ea typeface="Segoe UI"/>
                <a:cs typeface="Segoe UI"/>
              </a:defRPr>
            </a:pPr>
            <a:r>
              <a:rPr sz="1875" b="1">
                <a:solidFill>
                  <a:srgbClr val="13262D"/>
                </a:solidFill>
                <a:latin typeface="Segoe UI"/>
                <a:ea typeface="Segoe UI"/>
                <a:cs typeface="Segoe UI"/>
                <a:hlinkClick xmlns:r="http://schemas.openxmlformats.org/officeDocument/2006/relationships" r:id="Rc4251eff2c3446f0"/>
              </a:rPr>
              <a:t>Copilot Studio security and governance</a:t>
            </a:r>
          </a:p>
        </p:txBody>
      </p:sp>
      <p:sp>
        <p:nvSpPr>
          <p:cNvPr id="15" name="">
            <a:extLst xmlns:a="http://schemas.openxmlformats.org/drawingml/2006/main">
              <a:ext uri="{FF2B5EF4-FFF2-40B4-BE49-F238E27FC236}">
                <a16:creationId xmlns:a16="http://schemas.microsoft.com/office/drawing/2014/main" id="{D9846A4E-F9BC-40EA-A35B-5380AF6FF589}"/>
              </a:ext>
            </a:extLst>
          </p:cNvPr>
          <p:cNvSpPr>
            <a:spLocks xmlns:a="http://schemas.openxmlformats.org/drawingml/2006/main" noGrp="1"/>
          </p:cNvSpPr>
          <p:nvPr/>
        </p:nvSpPr>
        <p:spPr>
          <a:xfrm xmlns:a="http://schemas.openxmlformats.org/drawingml/2006/main">
            <a:off x="1209675" y="4600575"/>
            <a:ext cx="10191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425" b="0">
                <a:solidFill>
                  <a:srgbClr val="57666C"/>
                </a:solidFill>
                <a:latin typeface="Segoe UI"/>
                <a:ea typeface="Segoe UI"/>
                <a:cs typeface="Segoe UI"/>
              </a:defRPr>
            </a:defPPr>
            <a:lvl1pPr algn="l">
              <a:defRPr sz="1425" b="0">
                <a:solidFill>
                  <a:srgbClr val="57666C"/>
                </a:solidFill>
                <a:latin typeface="Segoe UI"/>
                <a:ea typeface="Segoe UI"/>
                <a:cs typeface="Segoe UI"/>
              </a:defRPr>
            </a:lvl1pPr>
            <a:lvl2pPr algn="l">
              <a:defRPr sz="1425" b="0">
                <a:solidFill>
                  <a:srgbClr val="57666C"/>
                </a:solidFill>
                <a:latin typeface="Segoe UI"/>
                <a:ea typeface="Segoe UI"/>
                <a:cs typeface="Segoe UI"/>
              </a:defRPr>
            </a:lvl2pPr>
            <a:lvl3pPr algn="l">
              <a:defRPr sz="1425" b="0">
                <a:solidFill>
                  <a:srgbClr val="57666C"/>
                </a:solidFill>
                <a:latin typeface="Segoe UI"/>
                <a:ea typeface="Segoe UI"/>
                <a:cs typeface="Segoe UI"/>
              </a:defRPr>
            </a:lvl3pPr>
            <a:lvl4pPr algn="l">
              <a:defRPr sz="1425" b="0">
                <a:solidFill>
                  <a:srgbClr val="57666C"/>
                </a:solidFill>
                <a:latin typeface="Segoe UI"/>
                <a:ea typeface="Segoe UI"/>
                <a:cs typeface="Segoe UI"/>
              </a:defRPr>
            </a:lvl4pPr>
            <a:lvl5pPr algn="l">
              <a:defRPr sz="1425" b="0">
                <a:solidFill>
                  <a:srgbClr val="57666C"/>
                </a:solidFill>
                <a:latin typeface="Segoe UI"/>
                <a:ea typeface="Segoe UI"/>
                <a:cs typeface="Segoe UI"/>
              </a:defRPr>
            </a:lvl5pPr>
            <a:lvl6pPr algn="l">
              <a:defRPr sz="1425" b="0">
                <a:solidFill>
                  <a:srgbClr val="57666C"/>
                </a:solidFill>
                <a:latin typeface="Segoe UI"/>
                <a:ea typeface="Segoe UI"/>
                <a:cs typeface="Segoe UI"/>
              </a:defRPr>
            </a:lvl6pPr>
            <a:lvl7pPr algn="l">
              <a:defRPr sz="1425" b="0">
                <a:solidFill>
                  <a:srgbClr val="57666C"/>
                </a:solidFill>
                <a:latin typeface="Segoe UI"/>
                <a:ea typeface="Segoe UI"/>
                <a:cs typeface="Segoe UI"/>
              </a:defRPr>
            </a:lvl7pPr>
            <a:lvl8pPr algn="l">
              <a:defRPr sz="1425" b="0">
                <a:solidFill>
                  <a:srgbClr val="57666C"/>
                </a:solidFill>
                <a:latin typeface="Segoe UI"/>
                <a:ea typeface="Segoe UI"/>
                <a:cs typeface="Segoe UI"/>
              </a:defRPr>
            </a:lvl8pPr>
            <a:lvl9pPr algn="l">
              <a:defRPr sz="1425" b="0">
                <a:solidFill>
                  <a:srgbClr val="57666C"/>
                </a:solidFill>
                <a:latin typeface="Segoe UI"/>
                <a:ea typeface="Segoe UI"/>
                <a:cs typeface="Segoe UI"/>
              </a:defRPr>
            </a:lvl9pPr>
          </a:lstStyle>
          <a:p xmlns:a="http://schemas.openxmlformats.org/drawingml/2006/main">
            <a:pPr algn="l">
              <a:lnSpc>
                <a:spcPct val="108000"/>
              </a:lnSpc>
              <a:buNone/>
              <a:defRPr sz="1425" b="0">
                <a:solidFill>
                  <a:srgbClr val="57666C"/>
                </a:solidFill>
                <a:latin typeface="Segoe UI"/>
                <a:ea typeface="Segoe UI"/>
                <a:cs typeface="Segoe UI"/>
              </a:defRPr>
            </a:pPr>
            <a:r>
              <a:rPr sz="1425" b="0">
                <a:solidFill>
                  <a:srgbClr val="57666C"/>
                </a:solidFill>
                <a:latin typeface="Segoe UI"/>
                <a:ea typeface="Segoe UI"/>
                <a:cs typeface="Segoe UI"/>
              </a:rPr>
              <a:t>Identity, access, data policies, governance and audit capabilities. Controls require configuration.</a:t>
            </a:r>
          </a:p>
        </p:txBody>
      </p:sp>
      <p:sp>
        <p:nvSpPr>
          <p:cNvPr id="16" name="">
            <a:extLst xmlns:a="http://schemas.openxmlformats.org/drawingml/2006/main">
              <a:ext uri="{FF2B5EF4-FFF2-40B4-BE49-F238E27FC236}">
                <a16:creationId xmlns:a16="http://schemas.microsoft.com/office/drawing/2014/main" id="{96ADECFB-83BE-42CE-937B-5DC6016BB337}"/>
              </a:ext>
            </a:extLst>
          </p:cNvPr>
          <p:cNvSpPr>
            <a:spLocks xmlns:a="http://schemas.openxmlformats.org/drawingml/2006/main" noGrp="1"/>
          </p:cNvSpPr>
          <p:nvPr/>
        </p:nvSpPr>
        <p:spPr>
          <a:xfrm xmlns:a="http://schemas.openxmlformats.org/drawingml/2006/main">
            <a:off x="609600" y="5324475"/>
            <a:ext cx="10972800" cy="9525"/>
          </a:xfrm>
          <a:prstGeom xmlns:a="http://schemas.openxmlformats.org/drawingml/2006/main" prst="rect">
            <a:avLst/>
          </a:prstGeom>
          <a:solidFill xmlns:a="http://schemas.openxmlformats.org/drawingml/2006/main">
            <a:srgbClr val="D0D8D9"/>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CE4B3FE1-72A4-4258-96B7-33D350A751D6}"/>
              </a:ext>
            </a:extLst>
          </p:cNvPr>
          <p:cNvSpPr>
            <a:spLocks xmlns:a="http://schemas.openxmlformats.org/drawingml/2006/main" noGrp="1"/>
          </p:cNvSpPr>
          <p:nvPr/>
        </p:nvSpPr>
        <p:spPr>
          <a:xfrm xmlns:a="http://schemas.openxmlformats.org/drawingml/2006/main">
            <a:off x="609600" y="5581650"/>
            <a:ext cx="109728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00" b="0">
                <a:solidFill>
                  <a:srgbClr val="57666C"/>
                </a:solidFill>
                <a:latin typeface="Segoe UI"/>
                <a:ea typeface="Segoe UI"/>
                <a:cs typeface="Segoe UI"/>
              </a:defRPr>
            </a:defPPr>
            <a:lvl1pPr algn="l">
              <a:defRPr sz="1500" b="0">
                <a:solidFill>
                  <a:srgbClr val="57666C"/>
                </a:solidFill>
                <a:latin typeface="Segoe UI"/>
                <a:ea typeface="Segoe UI"/>
                <a:cs typeface="Segoe UI"/>
              </a:defRPr>
            </a:lvl1pPr>
            <a:lvl2pPr algn="l">
              <a:defRPr sz="1500" b="0">
                <a:solidFill>
                  <a:srgbClr val="57666C"/>
                </a:solidFill>
                <a:latin typeface="Segoe UI"/>
                <a:ea typeface="Segoe UI"/>
                <a:cs typeface="Segoe UI"/>
              </a:defRPr>
            </a:lvl2pPr>
            <a:lvl3pPr algn="l">
              <a:defRPr sz="1500" b="0">
                <a:solidFill>
                  <a:srgbClr val="57666C"/>
                </a:solidFill>
                <a:latin typeface="Segoe UI"/>
                <a:ea typeface="Segoe UI"/>
                <a:cs typeface="Segoe UI"/>
              </a:defRPr>
            </a:lvl3pPr>
            <a:lvl4pPr algn="l">
              <a:defRPr sz="1500" b="0">
                <a:solidFill>
                  <a:srgbClr val="57666C"/>
                </a:solidFill>
                <a:latin typeface="Segoe UI"/>
                <a:ea typeface="Segoe UI"/>
                <a:cs typeface="Segoe UI"/>
              </a:defRPr>
            </a:lvl4pPr>
            <a:lvl5pPr algn="l">
              <a:defRPr sz="1500" b="0">
                <a:solidFill>
                  <a:srgbClr val="57666C"/>
                </a:solidFill>
                <a:latin typeface="Segoe UI"/>
                <a:ea typeface="Segoe UI"/>
                <a:cs typeface="Segoe UI"/>
              </a:defRPr>
            </a:lvl5pPr>
            <a:lvl6pPr algn="l">
              <a:defRPr sz="1500" b="0">
                <a:solidFill>
                  <a:srgbClr val="57666C"/>
                </a:solidFill>
                <a:latin typeface="Segoe UI"/>
                <a:ea typeface="Segoe UI"/>
                <a:cs typeface="Segoe UI"/>
              </a:defRPr>
            </a:lvl6pPr>
            <a:lvl7pPr algn="l">
              <a:defRPr sz="1500" b="0">
                <a:solidFill>
                  <a:srgbClr val="57666C"/>
                </a:solidFill>
                <a:latin typeface="Segoe UI"/>
                <a:ea typeface="Segoe UI"/>
                <a:cs typeface="Segoe UI"/>
              </a:defRPr>
            </a:lvl7pPr>
            <a:lvl8pPr algn="l">
              <a:defRPr sz="1500" b="0">
                <a:solidFill>
                  <a:srgbClr val="57666C"/>
                </a:solidFill>
                <a:latin typeface="Segoe UI"/>
                <a:ea typeface="Segoe UI"/>
                <a:cs typeface="Segoe UI"/>
              </a:defRPr>
            </a:lvl8pPr>
            <a:lvl9pPr algn="l">
              <a:defRPr sz="1500" b="0">
                <a:solidFill>
                  <a:srgbClr val="57666C"/>
                </a:solidFill>
                <a:latin typeface="Segoe UI"/>
                <a:ea typeface="Segoe UI"/>
                <a:cs typeface="Segoe UI"/>
              </a:defRPr>
            </a:lvl9pPr>
          </a:lstStyle>
          <a:p xmlns:a="http://schemas.openxmlformats.org/drawingml/2006/main">
            <a:pPr algn="l">
              <a:lnSpc>
                <a:spcPct val="108000"/>
              </a:lnSpc>
              <a:buNone/>
              <a:defRPr sz="1500" b="0">
                <a:solidFill>
                  <a:srgbClr val="57666C"/>
                </a:solidFill>
                <a:latin typeface="Segoe UI"/>
                <a:ea typeface="Segoe UI"/>
                <a:cs typeface="Segoe UI"/>
              </a:defRPr>
            </a:pPr>
            <a:r>
              <a:rPr sz="1500" b="0">
                <a:solidFill>
                  <a:srgbClr val="57666C"/>
                </a:solidFill>
                <a:latin typeface="Segoe UI"/>
                <a:ea typeface="Segoe UI"/>
                <a:cs typeface="Segoe UI"/>
              </a:rPr>
              <a:t>Fictional retailer, people, dialogue and workflow. No measured customer results.</a:t>
            </a:r>
          </a:p>
          <a:p xmlns:a="http://schemas.openxmlformats.org/drawingml/2006/main">
            <a:pPr algn="l">
              <a:lnSpc>
                <a:spcPct val="108000"/>
              </a:lnSpc>
              <a:buNone/>
              <a:defRPr sz="1500" b="0">
                <a:solidFill>
                  <a:srgbClr val="57666C"/>
                </a:solidFill>
                <a:latin typeface="Segoe UI"/>
                <a:ea typeface="Segoe UI"/>
                <a:cs typeface="Segoe UI"/>
              </a:defRPr>
            </a:pPr>
            <a:r>
              <a:rPr sz="1500" b="0">
                <a:solidFill>
                  <a:srgbClr val="57666C"/>
                </a:solidFill>
                <a:latin typeface="Segoe UI"/>
                <a:ea typeface="Segoe UI"/>
                <a:cs typeface="Segoe UI"/>
              </a:rPr>
              <a:t>Generated scene illustrations. Independent concept, not official Microsoft material.</a:t>
            </a:r>
          </a:p>
        </p:txBody>
      </p:sp>
    </p:spTree>
    <p:extLst>
      <p:ext uri="{BB962C8B-B14F-4D97-AF65-F5344CB8AC3E}">
        <p14:creationId xmlns:p14="http://schemas.microsoft.com/office/powerpoint/2010/main" val="31955439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2026-10-22T16:31:15.4100000Z</dcterms:created>
  <dcterms:modified xsi:type="dcterms:W3CDTF">2026-10-22T16:31:15.4100000Z</dcterms:modified>
</coreProperties>
</file>