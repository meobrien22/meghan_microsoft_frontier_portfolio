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6954eda77041ad" /><Relationship Type="http://schemas.openxmlformats.org/officeDocument/2006/relationships/extended-properties" Target="/docProps/app.xml" Id="R6c78b086748d4dfc" /><Relationship Type="http://schemas.openxmlformats.org/officeDocument/2006/relationships/officeDocument" Target="/ppt/presentation.xml" Id="R2523935f59ed4f56" /></Relationships>
</file>

<file path=ppt/presentation.xml><?xml version="1.0" encoding="utf-8"?>
<p:presentation xmlns:p="http://schemas.openxmlformats.org/presentationml/2006/main">
  <p:sldMasterIdLst>
    <p:sldMasterId xmlns:r="http://schemas.openxmlformats.org/officeDocument/2006/relationships" id="2147483648" r:id="R60c799c9cc6843d8"/>
  </p:sldMasterIdLst>
  <p:notesMasterIdLst>
    <p:notesMasterId xmlns:r="http://schemas.openxmlformats.org/officeDocument/2006/relationships" r:id="R4223cf47e1a84496"/>
  </p:notesMasterIdLst>
  <p:sldIdLst>
    <p:sldId xmlns:r="http://schemas.openxmlformats.org/officeDocument/2006/relationships" id="256" r:id="R6773e6fcbbef4ce0"/>
    <p:sldId xmlns:r="http://schemas.openxmlformats.org/officeDocument/2006/relationships" id="257" r:id="Rc0a6f68959664663"/>
    <p:sldId xmlns:r="http://schemas.openxmlformats.org/officeDocument/2006/relationships" id="258" r:id="R2d304eafcdbd4439"/>
    <p:sldId xmlns:r="http://schemas.openxmlformats.org/officeDocument/2006/relationships" id="259" r:id="R1e690329d586499a"/>
    <p:sldId xmlns:r="http://schemas.openxmlformats.org/officeDocument/2006/relationships" id="260" r:id="R9b9e0f1b75494f6c"/>
    <p:sldId xmlns:r="http://schemas.openxmlformats.org/officeDocument/2006/relationships" id="261" r:id="Ra9c340dddba144e8"/>
    <p:sldId xmlns:r="http://schemas.openxmlformats.org/officeDocument/2006/relationships" id="262" r:id="R49a942b1275d4b36"/>
    <p:sldId xmlns:r="http://schemas.openxmlformats.org/officeDocument/2006/relationships" id="263" r:id="R3f15bc4bcbaf4ac0"/>
    <p:sldId xmlns:r="http://schemas.openxmlformats.org/officeDocument/2006/relationships" id="264" r:id="Rcc935dff69804702"/>
    <p:sldId xmlns:r="http://schemas.openxmlformats.org/officeDocument/2006/relationships" id="265" r:id="R8282f9e9d6a54815"/>
    <p:sldId xmlns:r="http://schemas.openxmlformats.org/officeDocument/2006/relationships" id="266" r:id="R28d6b9427f664c51"/>
    <p:sldId xmlns:r="http://schemas.openxmlformats.org/officeDocument/2006/relationships" id="267" r:id="R44970efdad7541fb"/>
    <p:sldId xmlns:r="http://schemas.openxmlformats.org/officeDocument/2006/relationships" id="268" r:id="R23464e18dbc44119"/>
    <p:sldId xmlns:r="http://schemas.openxmlformats.org/officeDocument/2006/relationships" id="269" r:id="Rb42623ce82ca43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87b69d11a749dd" /><Relationship Type="http://schemas.openxmlformats.org/officeDocument/2006/relationships/slideMaster" Target="/ppt/slideMasters/slideMaster1.xml" Id="R60c799c9cc6843d8" /><Relationship Type="http://schemas.openxmlformats.org/officeDocument/2006/relationships/notesMaster" Target="/ppt/notesMasters/notesMaster1.xml" Id="R4223cf47e1a84496" /><Relationship Type="http://schemas.openxmlformats.org/officeDocument/2006/relationships/presProps" Target="/ppt/presProps.xml" Id="Refa87ee39fcf48cb" /><Relationship Type="http://schemas.openxmlformats.org/officeDocument/2006/relationships/tableStyles" Target="/ppt/tableStyles.xml" Id="Rbefc78958c1d4f77" /><Relationship Type="http://schemas.openxmlformats.org/officeDocument/2006/relationships/slide" Target="/ppt/slides/slide1.xml" Id="R6773e6fcbbef4ce0" /><Relationship Type="http://schemas.openxmlformats.org/officeDocument/2006/relationships/slide" Target="/ppt/slides/slide2.xml" Id="Rc0a6f68959664663" /><Relationship Type="http://schemas.openxmlformats.org/officeDocument/2006/relationships/slide" Target="/ppt/slides/slide3.xml" Id="R2d304eafcdbd4439" /><Relationship Type="http://schemas.openxmlformats.org/officeDocument/2006/relationships/slide" Target="/ppt/slides/slide4.xml" Id="R1e690329d586499a" /><Relationship Type="http://schemas.openxmlformats.org/officeDocument/2006/relationships/slide" Target="/ppt/slides/slide5.xml" Id="R9b9e0f1b75494f6c" /><Relationship Type="http://schemas.openxmlformats.org/officeDocument/2006/relationships/slide" Target="/ppt/slides/slide6.xml" Id="Ra9c340dddba144e8" /><Relationship Type="http://schemas.openxmlformats.org/officeDocument/2006/relationships/slide" Target="/ppt/slides/slide7.xml" Id="R49a942b1275d4b36" /><Relationship Type="http://schemas.openxmlformats.org/officeDocument/2006/relationships/slide" Target="/ppt/slides/slide8.xml" Id="R3f15bc4bcbaf4ac0" /><Relationship Type="http://schemas.openxmlformats.org/officeDocument/2006/relationships/slide" Target="/ppt/slides/slide9.xml" Id="Rcc935dff69804702" /><Relationship Type="http://schemas.openxmlformats.org/officeDocument/2006/relationships/slide" Target="/ppt/slides/slide10.xml" Id="R8282f9e9d6a54815" /><Relationship Type="http://schemas.openxmlformats.org/officeDocument/2006/relationships/slide" Target="/ppt/slides/slide11.xml" Id="R28d6b9427f664c51" /><Relationship Type="http://schemas.openxmlformats.org/officeDocument/2006/relationships/slide" Target="/ppt/slides/slide12.xml" Id="R44970efdad7541fb" /><Relationship Type="http://schemas.openxmlformats.org/officeDocument/2006/relationships/slide" Target="/ppt/slides/slide13.xml" Id="R23464e18dbc44119" /><Relationship Type="http://schemas.openxmlformats.org/officeDocument/2006/relationships/slide" Target="/ppt/slides/slide14.xml" Id="Rb42623ce82ca43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5af476c8a246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095616a36a4738" /><Relationship Type="http://schemas.openxmlformats.org/officeDocument/2006/relationships/notesMaster" Target="/ppt/notesMasters/notesMaster1.xml" Id="R8a67fe9907cb48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6e823eb2f04212" /><Relationship Type="http://schemas.openxmlformats.org/officeDocument/2006/relationships/notesMaster" Target="/ppt/notesMasters/notesMaster1.xml" Id="Re3a47cc6ffe14a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bf7876901b416f" /><Relationship Type="http://schemas.openxmlformats.org/officeDocument/2006/relationships/notesMaster" Target="/ppt/notesMasters/notesMaster1.xml" Id="Rcf326a68be1546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cda2e95b274c99" /><Relationship Type="http://schemas.openxmlformats.org/officeDocument/2006/relationships/notesMaster" Target="/ppt/notesMasters/notesMaster1.xml" Id="Rf6d0c9ac9a744a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b2c59284d14264" /><Relationship Type="http://schemas.openxmlformats.org/officeDocument/2006/relationships/notesMaster" Target="/ppt/notesMasters/notesMaster1.xml" Id="R02d16745bcf84a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b1de93dfe24b91" /><Relationship Type="http://schemas.openxmlformats.org/officeDocument/2006/relationships/notesMaster" Target="/ppt/notesMasters/notesMaster1.xml" Id="Re13e460bd8cc49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3d4b6545e94412" /><Relationship Type="http://schemas.openxmlformats.org/officeDocument/2006/relationships/notesMaster" Target="/ppt/notesMasters/notesMaster1.xml" Id="Rba64ae78493c4b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9e7cd6d21b465a" /><Relationship Type="http://schemas.openxmlformats.org/officeDocument/2006/relationships/notesMaster" Target="/ppt/notesMasters/notesMaster1.xml" Id="R840a5a61bd2b41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d4d127a2854284" /><Relationship Type="http://schemas.openxmlformats.org/officeDocument/2006/relationships/notesMaster" Target="/ppt/notesMasters/notesMaster1.xml" Id="R5791b8bf182e45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24accc1a7e4e28" /><Relationship Type="http://schemas.openxmlformats.org/officeDocument/2006/relationships/notesMaster" Target="/ppt/notesMasters/notesMaster1.xml" Id="R6dfcdd16da9f4f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0ac583e6d849eb" /><Relationship Type="http://schemas.openxmlformats.org/officeDocument/2006/relationships/notesMaster" Target="/ppt/notesMasters/notesMaster1.xml" Id="R687ddd416da242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3d9495fc0f42c2" /><Relationship Type="http://schemas.openxmlformats.org/officeDocument/2006/relationships/notesMaster" Target="/ppt/notesMasters/notesMaster1.xml" Id="R9bb9c7829b0e49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381e2a15fe4df7" /><Relationship Type="http://schemas.openxmlformats.org/officeDocument/2006/relationships/notesMaster" Target="/ppt/notesMasters/notesMaster1.xml" Id="R4896e4486b3d42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1f7d5b13a14234" /><Relationship Type="http://schemas.openxmlformats.org/officeDocument/2006/relationships/notesMaster" Target="/ppt/notesMasters/notesMaster1.xml" Id="Rc435dc85cf1148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person at the other end of a business process. A store opening is a date on a project plan, but it is also the first shift for a new employee, the first visit from a neighbor, and a promise a customer expects someone to keep. This fictional story explores how Microsoft Frontier Company’s approach could help a retailer give its people more capacity to deliver. This is an independent portfolio concept, not official Microsoft material.</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Microsoft Frontier Company</a:t>
            </a:r>
          </a:p>
          <a:p xmlns:a="http://schemas.openxmlformats.org/drawingml/2006/main">
            <a:r>
              <a:t>https://www.microsoft.com/en-us/frontier-company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Maya, a regional operations leader for a growing retailer. The newest store opens on Friday. A critical refrigeration delivery has slipped. The store team is ready. The neighborhood is waiting. Maya hears a simple question, and she wants to answer it honestly. Pause after the question. Ask the customer to think of the equivalent promise inside their own organization.</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already has much of what Maya needs. Inventory knows where a replacement unit sits. Procurement has the latest supplier update. The store team knows when the installation crew is available. Finance owns the exception policy. The burden of assembling that picture falls on Maya. While she searches and reconciles, the team waits to decide. This is the workflow we want to improve.</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change the experience. Maya still owns the outcome. But instead of opening one more tab, she receives a connected view of the situation, the evidence behind it, and a proposed next step. AI can help retrieve and interpret information. Connected agents and workflows can help prepare and carry out approved actions. The business question is where that combination changes the customer experience.</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Copilot Studio overview</a:t>
            </a:r>
          </a:p>
          <a:p xmlns:a="http://schemas.openxmlformats.org/drawingml/2006/main">
            <a:r>
              <a:t>https://learn.microsoft.com/en-us/microsoft-copilot-studio/fundamentals-what-is-copilot-studio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Microsoft Frontier Company brings industry expertise and AI engineering into customer organizations to connect AI with business workflows and measurable outcomes. The distinctive asset is the customer’s own knowledge: its data, experience and decision processes. The design also needs trust: identity, access, oversight and an operating model. Together, those make the workflow useful in the context of this customer’s business.</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Microsoft Frontier Company</a:t>
            </a:r>
          </a:p>
          <a:p xmlns:a="http://schemas.openxmlformats.org/drawingml/2006/main">
            <a:r>
              <a:t>https://www.microsoft.com/en-us/frontier-company</a:t>
            </a:r>
          </a:p>
          <a:p xmlns:a="http://schemas.openxmlformats.org/drawingml/2006/main">
            <a:r>
              <a:t/>
            </a:r>
          </a:p>
          <a:p xmlns:a="http://schemas.openxmlformats.org/drawingml/2006/main">
            <a:r>
              <a:t>Microsoft Frontier Company announcement</a:t>
            </a:r>
          </a:p>
          <a:p xmlns:a="http://schemas.openxmlformats.org/drawingml/2006/main">
            <a:r>
              <a:t>https://blogs.microsoft.com/blog/2026/07/02/microsoft-frontier-company-ai-engineering-that-amplifies-and-protects-your-intelligence/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proposed workflow, an agent checks approved sources and assembles the situation. It identifies the delayed unit, a possible alternative and the installation constraint. Crucially, it shows what it cannot yet verify: the carrier has not confirmed a replacement delivery. A useful system makes the gap visible. It does not turn an inference into a customer commitment. Sources and timestamps should travel with the recommendation.</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proposes a recovery plan against the retailer’s rules. Check the alternative unit’s suitability, request the transfer and transport options, prepare the cost exception and draft an update for the store manager. Each step has an owner. The recommendation includes dependencies and unanswered questions. It is an example of connected work, not an out-of-the-box product demonstration or a promise that AI can fix every delay.</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prepares. Maya decides. She reviews the evidence, weighs customer impact and approves the appropriate spend. A designated owner confirms any new customer promise. We deliberately keep these decisions in human hands in this scenario. If information conflicts, permissions fail or the agent cannot verify an action, the workflow stops and escalates to a person. Accountability must be designed, tested and operated.</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Copilot Studio overview</a:t>
            </a:r>
          </a:p>
          <a:p xmlns:a="http://schemas.openxmlformats.org/drawingml/2006/main">
            <a:r>
              <a:t>https://learn.microsoft.com/en-us/microsoft-copilot-studio/fundamentals-what-is-copilot-studio</a:t>
            </a:r>
          </a:p>
          <a:p xmlns:a="http://schemas.openxmlformats.org/drawingml/2006/main">
            <a:r>
              <a:t/>
            </a:r>
          </a:p>
          <a:p xmlns:a="http://schemas.openxmlformats.org/drawingml/2006/main">
            <a:r>
              <a:t>Copilot Studio security and governance</a:t>
            </a:r>
          </a:p>
          <a:p xmlns:a="http://schemas.openxmlformats.org/drawingml/2006/main">
            <a:r>
              <a:t>https://learn.microsoft.com/en-us/microsoft-copilot-studio/security-and-governance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decision is approved, configured workflows can update systems, assign tasks and monitor progress. The loop closes only when the business verifies what actually happened. Did the replacement arrive? Did the store open as promised? Where did the workflow fail? The team uses those observations to improve the process, the data and the agent. That continuous improvement is central to the Frontier Company approach.</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Microsoft Frontier Company</a:t>
            </a:r>
          </a:p>
          <a:p xmlns:a="http://schemas.openxmlformats.org/drawingml/2006/main">
            <a:r>
              <a:t>https://www.microsoft.com/en-us/frontier-company</a:t>
            </a:r>
          </a:p>
          <a:p xmlns:a="http://schemas.openxmlformats.org/drawingml/2006/main">
            <a:r>
              <a:t/>
            </a:r>
          </a:p>
          <a:p xmlns:a="http://schemas.openxmlformats.org/drawingml/2006/main">
            <a:r>
              <a:t>Microsoft Frontier Company announcement</a:t>
            </a:r>
          </a:p>
          <a:p xmlns:a="http://schemas.openxmlformats.org/drawingml/2006/main">
            <a:r>
              <a:t>https://blogs.microsoft.com/blog/2026/07/02/microsoft-frontier-company-ai-engineering-that-amplifies-and-protects-your-intelligence/</a:t>
            </a:r>
          </a:p>
          <a:p xmlns:a="http://schemas.openxmlformats.org/drawingml/2006/main">
            <a:r>
              <a:t/>
            </a:r>
          </a:p>
          <a:p xmlns:a="http://schemas.openxmlformats.org/drawingml/2006/main">
            <a:r>
              <a:t>Copilot Studio overview</a:t>
            </a:r>
          </a:p>
          <a:p xmlns:a="http://schemas.openxmlformats.org/drawingml/2006/main">
            <a:r>
              <a:t>https://learn.microsoft.com/en-us/microsoft-copilot-studio/fundamentals-what-is-copilot-studio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solution pattern, not a prescribed architecture. Maya could interact with an agent in her familiar Microsoft 365 environment. Copilot Studio can connect agents and workflows to approved enterprise systems. Microsoft governance capabilities support identity, access, data policy and visibility. The actual pattern depends on the customer’s landscape, requirements, licensing and controls. The customer experience and business outcome decide what needs to be built.</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Copilot Studio overview</a:t>
            </a:r>
          </a:p>
          <a:p xmlns:a="http://schemas.openxmlformats.org/drawingml/2006/main">
            <a:r>
              <a:t>https://learn.microsoft.com/en-us/microsoft-copilot-studio/fundamentals-what-is-copilot-studio</a:t>
            </a:r>
          </a:p>
          <a:p xmlns:a="http://schemas.openxmlformats.org/drawingml/2006/main">
            <a:r>
              <a:t/>
            </a:r>
          </a:p>
          <a:p xmlns:a="http://schemas.openxmlformats.org/drawingml/2006/main">
            <a:r>
              <a:t>Copilot Studio security and governance</a:t>
            </a:r>
          </a:p>
          <a:p xmlns:a="http://schemas.openxmlformats.org/drawingml/2006/main">
            <a:r>
              <a:t>https://learn.microsoft.com/en-us/microsoft-copilot-studio/security-and-governance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rollout, agree on a baseline and define the business result with the customer. We can measure how long exceptions take to resolve, whether commitments hold, whether customers must contact us again and the full cost of handling the exception. Include AI and operating costs. Compare comparable cases and watch quality and safety together. This slide proposes measures. It does not claim that this scenario has produced results.</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real operational workflow and an accountable business owner. Define the result, the boundary of delegation and the failure conditions. Validate against realistic cases, including missing and conflicting data. Roll out through explicit operational gates with monitoring and fallback. Then expand only where the evidence justifies it. This is a proposed adoption path, not an official Microsoft delivery schedule. The intention is production value with a design that can extend.</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Microsoft Frontier Company</a:t>
            </a:r>
          </a:p>
          <a:p xmlns:a="http://schemas.openxmlformats.org/drawingml/2006/main">
            <a:r>
              <a:t>https://www.microsoft.com/en-us/frontier-company</a:t>
            </a:r>
          </a:p>
          <a:p xmlns:a="http://schemas.openxmlformats.org/drawingml/2006/main">
            <a:r>
              <a:t/>
            </a:r>
          </a:p>
          <a:p xmlns:a="http://schemas.openxmlformats.org/drawingml/2006/main">
            <a:r>
              <a:t>Copilot Studio overview</a:t>
            </a:r>
          </a:p>
          <a:p xmlns:a="http://schemas.openxmlformats.org/drawingml/2006/main">
            <a:r>
              <a:t>https://learn.microsoft.com/en-us/microsoft-copilot-studio/fundamentals-what-is-copilot-studio</a:t>
            </a:r>
          </a:p>
          <a:p xmlns:a="http://schemas.openxmlformats.org/drawingml/2006/main">
            <a:r>
              <a:t/>
            </a:r>
          </a:p>
          <a:p xmlns:a="http://schemas.openxmlformats.org/drawingml/2006/main">
            <a:r>
              <a:t>Copilot Studio security and governance</a:t>
            </a:r>
          </a:p>
          <a:p xmlns:a="http://schemas.openxmlformats.org/drawingml/2006/main">
            <a:r>
              <a:t>https://learn.microsoft.com/en-us/microsoft-copilot-studio/security-and-governance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person at the other end. When the workflow works, the customer feels a clear answer, a reliable commitment and a business that follows through. Maya gains room to apply her judgment where it matters. End with a concrete invitation: choose one customer promise, the workflow behind it and the leader accountable for improving it. That is the starting point for the conversation. This is an independent concept created for Meghan Fasano’s portfolio, not official Microsoft material.</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sources are Microsoft primary sources, reviewed October 22, 2026. Full URLs appear here as clickable links and in the relevant speaker notes. The retailer, Maya, the dialogue and all operating details are illustrative. No performance metrics or actual customer outcomes are asserted. All scene imagery is generated illustration of fictional people and events. The deck is an independent portfolio concept created for Meghan Fasano and does not represent official Microsoft communications.</a:t>
            </a:r>
          </a:p>
          <a:p xmlns:a="http://schemas.openxmlformats.org/drawingml/2006/main">
            <a:r>
              <a:t/>
            </a:r>
          </a:p>
          <a:p xmlns:a="http://schemas.openxmlformats.org/drawingml/2006/main">
            <a:r>
              <a:t>SCENARIO: Fictional retailer, people, dialogue and workflow. No actual customer deployment or measured results. Proposed solution requires discovery, integration, testing and customer approval.</a:t>
            </a:r>
          </a:p>
          <a:p xmlns:a="http://schemas.openxmlformats.org/drawingml/2006/main">
            <a:r>
              <a:t/>
            </a:r>
          </a:p>
          <a:p xmlns:a="http://schemas.openxmlformats.org/drawingml/2006/main">
            <a:r>
              <a:t>SOURCES (reviewed October 22, 2026):</a:t>
            </a:r>
          </a:p>
          <a:p xmlns:a="http://schemas.openxmlformats.org/drawingml/2006/main">
            <a:r>
              <a:t>Microsoft Frontier Company</a:t>
            </a:r>
          </a:p>
          <a:p xmlns:a="http://schemas.openxmlformats.org/drawingml/2006/main">
            <a:r>
              <a:t>https://www.microsoft.com/en-us/frontier-company</a:t>
            </a:r>
          </a:p>
          <a:p xmlns:a="http://schemas.openxmlformats.org/drawingml/2006/main">
            <a:r>
              <a:t/>
            </a:r>
          </a:p>
          <a:p xmlns:a="http://schemas.openxmlformats.org/drawingml/2006/main">
            <a:r>
              <a:t>Microsoft Frontier Company announcement</a:t>
            </a:r>
          </a:p>
          <a:p xmlns:a="http://schemas.openxmlformats.org/drawingml/2006/main">
            <a:r>
              <a:t>https://blogs.microsoft.com/blog/2026/07/02/microsoft-frontier-company-ai-engineering-that-amplifies-and-protects-your-intelligence/</a:t>
            </a:r>
          </a:p>
          <a:p xmlns:a="http://schemas.openxmlformats.org/drawingml/2006/main">
            <a:r>
              <a:t/>
            </a:r>
          </a:p>
          <a:p xmlns:a="http://schemas.openxmlformats.org/drawingml/2006/main">
            <a:r>
              <a:t>Copilot Studio overview</a:t>
            </a:r>
          </a:p>
          <a:p xmlns:a="http://schemas.openxmlformats.org/drawingml/2006/main">
            <a:r>
              <a:t>https://learn.microsoft.com/en-us/microsoft-copilot-studio/fundamentals-what-is-copilot-studio</a:t>
            </a:r>
          </a:p>
          <a:p xmlns:a="http://schemas.openxmlformats.org/drawingml/2006/main">
            <a:r>
              <a:t/>
            </a:r>
          </a:p>
          <a:p xmlns:a="http://schemas.openxmlformats.org/drawingml/2006/main">
            <a:r>
              <a:t>Copilot Studio security and governance</a:t>
            </a:r>
          </a:p>
          <a:p xmlns:a="http://schemas.openxmlformats.org/drawingml/2006/main">
            <a:r>
              <a:t>https://learn.microsoft.com/en-us/microsoft-copilot-studio/security-and-governance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358bd076a047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2abfda218744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c78ac80df14f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babc564a9d46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62e95708af47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6dd67d3ffe4e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07EB91-4142-48B1-B9D2-3FD6370E4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62218D-B107-490B-ADF6-6EAD0FBB96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6C2F67-CA9D-49E7-A0C7-317F20C78B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7230D2-5576-455C-BB20-60527481CD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54C316-5193-4080-A110-BEBB103973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DE43CF2-67E5-4090-816B-AF8C471310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91C1B3-9387-4A2F-ACB5-AD3CBF3DAD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DFDAED-6DD3-4CE2-9789-2E776EC302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079034-B16B-4FF6-ABD0-207FDF5AF8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F95445-9EFF-4391-8616-37809B86BB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04c4028fba4a01" /><Relationship Type="http://schemas.openxmlformats.org/officeDocument/2006/relationships/slideLayout" Target="/ppt/slideLayouts/slideLayout1.xml" Id="R5460b8ab15b0434a" /><Relationship Type="http://schemas.openxmlformats.org/officeDocument/2006/relationships/slideLayout" Target="/ppt/slideLayouts/slideLayout2.xml" Id="R302c50b6cd3c49a1" /><Relationship Type="http://schemas.openxmlformats.org/officeDocument/2006/relationships/slideLayout" Target="/ppt/slideLayouts/slideLayout3.xml" Id="Re97c83e4a30b4a24" /><Relationship Type="http://schemas.openxmlformats.org/officeDocument/2006/relationships/slideLayout" Target="/ppt/slideLayouts/slideLayout4.xml" Id="Ra4e2bcbea6e04724" /><Relationship Type="http://schemas.openxmlformats.org/officeDocument/2006/relationships/slideLayout" Target="/ppt/slideLayouts/slideLayout5.xml" Id="R30f0132f7dd640ef" /><Relationship Type="http://schemas.openxmlformats.org/officeDocument/2006/relationships/slideLayout" Target="/ppt/slideLayouts/slideLayout6.xml" Id="R712b010682bb4d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60b8ab15b0434a"/>
    <p:sldLayoutId xmlns:r="http://schemas.openxmlformats.org/officeDocument/2006/relationships" id="2147483650" r:id="R302c50b6cd3c49a1"/>
    <p:sldLayoutId xmlns:r="http://schemas.openxmlformats.org/officeDocument/2006/relationships" id="2147483651" r:id="Re97c83e4a30b4a24"/>
    <p:sldLayoutId xmlns:r="http://schemas.openxmlformats.org/officeDocument/2006/relationships" id="2147483652" r:id="Ra4e2bcbea6e04724"/>
    <p:sldLayoutId xmlns:r="http://schemas.openxmlformats.org/officeDocument/2006/relationships" id="2147483653" r:id="R30f0132f7dd640ef"/>
    <p:sldLayoutId xmlns:r="http://schemas.openxmlformats.org/officeDocument/2006/relationships" id="2147483654" r:id="R712b010682bb4d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d20de7b30c4cf3" /><Relationship Type="http://schemas.openxmlformats.org/officeDocument/2006/relationships/image" Target="/ppt/media/image.png" Id="R2d2cc3eebe65452a" /><Relationship Type="http://schemas.openxmlformats.org/officeDocument/2006/relationships/notesSlide" Target="/ppt/notesSlides/notesSlide1.xml" Id="R5c9f85cfe3a340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feeee79ed24b17" /><Relationship Type="http://schemas.openxmlformats.org/officeDocument/2006/relationships/image" Target="/ppt/media/image2.png" Id="Rc6d6d7d66af54ad7" /><Relationship Type="http://schemas.openxmlformats.org/officeDocument/2006/relationships/notesSlide" Target="/ppt/notesSlides/notesSlide2.xml" Id="R1a9c9c706b1b49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97fe48d496468c" /><Relationship Type="http://schemas.openxmlformats.org/officeDocument/2006/relationships/notesSlide" Target="/ppt/notesSlides/notesSlide3.xml" Id="R606e02bb968740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b19cb8a24f445e" /><Relationship Type="http://schemas.openxmlformats.org/officeDocument/2006/relationships/notesSlide" Target="/ppt/notesSlides/notesSlide4.xml" Id="R3e624835d56647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2b1e9de62247dc" /><Relationship Type="http://schemas.openxmlformats.org/officeDocument/2006/relationships/notesSlide" Target="/ppt/notesSlides/notesSlide5.xml" Id="R415c489e583a49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3e096251cd42d5" /><Relationship Type="http://schemas.openxmlformats.org/officeDocument/2006/relationships/notesSlide" Target="/ppt/notesSlides/notesSlide6.xml" Id="R31115710ad1940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c87b3284a614aaf" /><Relationship Type="http://schemas.openxmlformats.org/officeDocument/2006/relationships/notesSlide" Target="/ppt/notesSlides/notesSlide7.xml" Id="Rd68655942cce43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d554b8daad1478a" /><Relationship Type="http://schemas.openxmlformats.org/officeDocument/2006/relationships/image" Target="/ppt/media/image3.png" Id="Rd04b06ac340e4b12" /><Relationship Type="http://schemas.openxmlformats.org/officeDocument/2006/relationships/notesSlide" Target="/ppt/notesSlides/notesSlide8.xml" Id="Rad64720e5d7f44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214e79daf546e9" /><Relationship Type="http://schemas.openxmlformats.org/officeDocument/2006/relationships/image" Target="/ppt/media/image4.png" Id="Rc24897b5561e49ff" /><Relationship Type="http://schemas.openxmlformats.org/officeDocument/2006/relationships/notesSlide" Target="/ppt/notesSlides/notesSlide9.xml" Id="R1bf89e9a5a8740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fc5867c0ee4dbd" /><Relationship Type="http://schemas.openxmlformats.org/officeDocument/2006/relationships/notesSlide" Target="/ppt/notesSlides/notesSlide10.xml" Id="Rabe3545ee9e14f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69a4cf6876c424e" /><Relationship Type="http://schemas.openxmlformats.org/officeDocument/2006/relationships/notesSlide" Target="/ppt/notesSlides/notesSlide11.xml" Id="R8a23ccae247145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46f969001e40fc" /><Relationship Type="http://schemas.openxmlformats.org/officeDocument/2006/relationships/notesSlide" Target="/ppt/notesSlides/notesSlide12.xml" Id="R81174da2c07b47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c2ac3bae23d48f0" /><Relationship Type="http://schemas.openxmlformats.org/officeDocument/2006/relationships/image" Target="/ppt/media/image5.png" Id="Rbc074c46c01a449a" /><Relationship Type="http://schemas.openxmlformats.org/officeDocument/2006/relationships/notesSlide" Target="/ppt/notesSlides/notesSlide13.xml" Id="Rc02f35e662ee43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e4fec601e384a94" /><Relationship Type="http://schemas.openxmlformats.org/officeDocument/2006/relationships/hyperlink" Target="https://www.microsoft.com/en-us/frontier-company" TargetMode="External" Id="R3ba0a37a8c264426" /><Relationship Type="http://schemas.openxmlformats.org/officeDocument/2006/relationships/hyperlink" Target="https://blogs.microsoft.com/blog/2026/07/02/microsoft-frontier-company-ai-engineering-that-amplifies-and-protects-your-intelligence/" TargetMode="External" Id="Rc7df0a5ee6c7404f" /><Relationship Type="http://schemas.openxmlformats.org/officeDocument/2006/relationships/hyperlink" Target="https://learn.microsoft.com/en-us/microsoft-copilot-studio/fundamentals-what-is-copilot-studio" TargetMode="External" Id="Rf4845e36edf140af" /><Relationship Type="http://schemas.openxmlformats.org/officeDocument/2006/relationships/hyperlink" Target="https://learn.microsoft.com/en-us/microsoft-copilot-studio/security-and-governance" TargetMode="External" Id="Rdec83d802c50407e" /><Relationship Type="http://schemas.openxmlformats.org/officeDocument/2006/relationships/notesSlide" Target="/ppt/notesSlides/notesSlide14.xml" Id="Rcd708241ef034c14" /></Relationships>
</file>

<file path=ppt/slides/slide1.xml><?xml version="1.0" encoding="utf-8"?>
<p:sld xmlns:p="http://schemas.openxmlformats.org/presentationml/2006/main">
  <p:cSld>
    <p:bg>
      <p:bgPr>
        <a:solidFill xmlns:a="http://schemas.openxmlformats.org/drawingml/2006/main">
          <a:srgbClr val="10283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9140C15-0C85-408D-A6A0-E5B466D60D8D}"/>
              </a:ext>
            </a:extLst>
          </p:cNvPr>
          <p:cNvPicPr>
            <a:picLocks xmlns:a="http://schemas.openxmlformats.org/drawingml/2006/main" noChangeAspect="1"/>
          </p:cNvPicPr>
          <p:nvPr/>
        </p:nvPicPr>
        <p:blipFill>
          <a:blip xmlns:r="http://schemas.openxmlformats.org/officeDocument/2006/relationships" xmlns:a="http://schemas.openxmlformats.org/drawingml/2006/main" r:embed="R2d2cc3eebe65452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B20227B-6D73-49EF-B9B7-9A849183E6C1}"/>
              </a:ext>
            </a:extLst>
          </p:cNvPr>
          <p:cNvSpPr>
            <a:spLocks xmlns:a="http://schemas.openxmlformats.org/drawingml/2006/main" noGrp="1"/>
          </p:cNvSpPr>
          <p:nvPr/>
        </p:nvSpPr>
        <p:spPr>
          <a:xfrm xmlns:a="http://schemas.openxmlformats.org/drawingml/2006/main">
            <a:off x="0" y="0"/>
            <a:ext cx="6667500" cy="6858000"/>
          </a:xfrm>
          <a:prstGeom xmlns:a="http://schemas.openxmlformats.org/drawingml/2006/main" prst="rect">
            <a:avLst/>
          </a:prstGeom>
          <a:solidFill xmlns:a="http://schemas.openxmlformats.org/drawingml/2006/main">
            <a:srgbClr val="10283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31365C-10A0-4049-9E58-5814D6A9B75E}"/>
              </a:ext>
            </a:extLst>
          </p:cNvPr>
          <p:cNvSpPr>
            <a:spLocks xmlns:a="http://schemas.openxmlformats.org/drawingml/2006/main" noGrp="1"/>
          </p:cNvSpPr>
          <p:nvPr/>
        </p:nvSpPr>
        <p:spPr>
          <a:xfrm xmlns:a="http://schemas.openxmlformats.org/drawingml/2006/main">
            <a:off x="609600" y="1657350"/>
            <a:ext cx="609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Segoe UI"/>
                <a:ea typeface="Segoe UI"/>
                <a:cs typeface="Segoe UI"/>
              </a:defRPr>
            </a:defPPr>
            <a:lvl1pPr algn="l">
              <a:defRPr sz="5100" b="1">
                <a:solidFill>
                  <a:srgbClr val="FFFFFF"/>
                </a:solidFill>
                <a:latin typeface="Segoe UI"/>
                <a:ea typeface="Segoe UI"/>
                <a:cs typeface="Segoe UI"/>
              </a:defRPr>
            </a:lvl1pPr>
            <a:lvl2pPr algn="l">
              <a:defRPr sz="5100" b="1">
                <a:solidFill>
                  <a:srgbClr val="FFFFFF"/>
                </a:solidFill>
                <a:latin typeface="Segoe UI"/>
                <a:ea typeface="Segoe UI"/>
                <a:cs typeface="Segoe UI"/>
              </a:defRPr>
            </a:lvl2pPr>
            <a:lvl3pPr algn="l">
              <a:defRPr sz="5100" b="1">
                <a:solidFill>
                  <a:srgbClr val="FFFFFF"/>
                </a:solidFill>
                <a:latin typeface="Segoe UI"/>
                <a:ea typeface="Segoe UI"/>
                <a:cs typeface="Segoe UI"/>
              </a:defRPr>
            </a:lvl3pPr>
            <a:lvl4pPr algn="l">
              <a:defRPr sz="5100" b="1">
                <a:solidFill>
                  <a:srgbClr val="FFFFFF"/>
                </a:solidFill>
                <a:latin typeface="Segoe UI"/>
                <a:ea typeface="Segoe UI"/>
                <a:cs typeface="Segoe UI"/>
              </a:defRPr>
            </a:lvl4pPr>
            <a:lvl5pPr algn="l">
              <a:defRPr sz="5100" b="1">
                <a:solidFill>
                  <a:srgbClr val="FFFFFF"/>
                </a:solidFill>
                <a:latin typeface="Segoe UI"/>
                <a:ea typeface="Segoe UI"/>
                <a:cs typeface="Segoe UI"/>
              </a:defRPr>
            </a:lvl5pPr>
            <a:lvl6pPr algn="l">
              <a:defRPr sz="5100" b="1">
                <a:solidFill>
                  <a:srgbClr val="FFFFFF"/>
                </a:solidFill>
                <a:latin typeface="Segoe UI"/>
                <a:ea typeface="Segoe UI"/>
                <a:cs typeface="Segoe UI"/>
              </a:defRPr>
            </a:lvl6pPr>
            <a:lvl7pPr algn="l">
              <a:defRPr sz="5100" b="1">
                <a:solidFill>
                  <a:srgbClr val="FFFFFF"/>
                </a:solidFill>
                <a:latin typeface="Segoe UI"/>
                <a:ea typeface="Segoe UI"/>
                <a:cs typeface="Segoe UI"/>
              </a:defRPr>
            </a:lvl7pPr>
            <a:lvl8pPr algn="l">
              <a:defRPr sz="5100" b="1">
                <a:solidFill>
                  <a:srgbClr val="FFFFFF"/>
                </a:solidFill>
                <a:latin typeface="Segoe UI"/>
                <a:ea typeface="Segoe UI"/>
                <a:cs typeface="Segoe UI"/>
              </a:defRPr>
            </a:lvl8pPr>
            <a:lvl9pPr algn="l">
              <a:defRPr sz="5100" b="1">
                <a:solidFill>
                  <a:srgbClr val="FFFFFF"/>
                </a:solidFill>
                <a:latin typeface="Segoe UI"/>
                <a:ea typeface="Segoe UI"/>
                <a:cs typeface="Segoe UI"/>
              </a:defRPr>
            </a:lvl9pPr>
          </a:lstStyle>
          <a:p xmlns:a="http://schemas.openxmlformats.org/drawingml/2006/main">
            <a:pPr algn="l">
              <a:lnSpc>
                <a:spcPct val="100000"/>
              </a:lnSpc>
              <a:buNone/>
              <a:defRPr sz="5100" b="1">
                <a:solidFill>
                  <a:srgbClr val="FFFFFF"/>
                </a:solidFill>
                <a:latin typeface="Segoe UI"/>
                <a:ea typeface="Segoe UI"/>
                <a:cs typeface="Segoe UI"/>
              </a:defRPr>
            </a:pPr>
            <a:r>
              <a:rPr sz="5100" b="1">
                <a:solidFill>
                  <a:srgbClr val="FFFFFF"/>
                </a:solidFill>
                <a:latin typeface="Segoe UI"/>
                <a:ea typeface="Segoe UI"/>
                <a:cs typeface="Segoe UI"/>
              </a:rPr>
              <a:t>The promise</a:t>
            </a:r>
          </a:p>
          <a:p xmlns:a="http://schemas.openxmlformats.org/drawingml/2006/main">
            <a:pPr algn="l">
              <a:lnSpc>
                <a:spcPct val="100000"/>
              </a:lnSpc>
              <a:buNone/>
              <a:defRPr sz="5100" b="1">
                <a:solidFill>
                  <a:srgbClr val="FFFFFF"/>
                </a:solidFill>
                <a:latin typeface="Segoe UI"/>
                <a:ea typeface="Segoe UI"/>
                <a:cs typeface="Segoe UI"/>
              </a:defRPr>
            </a:pPr>
            <a:r>
              <a:rPr sz="5100" b="1">
                <a:solidFill>
                  <a:srgbClr val="FFFFFF"/>
                </a:solidFill>
                <a:latin typeface="Segoe UI"/>
                <a:ea typeface="Segoe UI"/>
                <a:cs typeface="Segoe UI"/>
              </a:rPr>
              <a:t>at the other end</a:t>
            </a:r>
          </a:p>
        </p:txBody>
      </p:sp>
      <p:sp>
        <p:nvSpPr>
          <p:cNvPr id="4" name="">
            <a:extLst xmlns:a="http://schemas.openxmlformats.org/drawingml/2006/main">
              <a:ext uri="{FF2B5EF4-FFF2-40B4-BE49-F238E27FC236}">
                <a16:creationId xmlns:a16="http://schemas.microsoft.com/office/drawing/2014/main" id="{61712C4D-F301-4FFA-99AF-3F6F120A70B2}"/>
              </a:ext>
            </a:extLst>
          </p:cNvPr>
          <p:cNvSpPr>
            <a:spLocks xmlns:a="http://schemas.openxmlformats.org/drawingml/2006/main" noGrp="1"/>
          </p:cNvSpPr>
          <p:nvPr/>
        </p:nvSpPr>
        <p:spPr>
          <a:xfrm xmlns:a="http://schemas.openxmlformats.org/drawingml/2006/main">
            <a:off x="647700" y="4200525"/>
            <a:ext cx="5572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C8E1E2"/>
                </a:solidFill>
                <a:latin typeface="Segoe UI"/>
                <a:ea typeface="Segoe UI"/>
                <a:cs typeface="Segoe UI"/>
              </a:defRPr>
            </a:defPPr>
            <a:lvl1pPr algn="l">
              <a:defRPr sz="2175" b="0">
                <a:solidFill>
                  <a:srgbClr val="C8E1E2"/>
                </a:solidFill>
                <a:latin typeface="Segoe UI"/>
                <a:ea typeface="Segoe UI"/>
                <a:cs typeface="Segoe UI"/>
              </a:defRPr>
            </a:lvl1pPr>
            <a:lvl2pPr algn="l">
              <a:defRPr sz="2175" b="0">
                <a:solidFill>
                  <a:srgbClr val="C8E1E2"/>
                </a:solidFill>
                <a:latin typeface="Segoe UI"/>
                <a:ea typeface="Segoe UI"/>
                <a:cs typeface="Segoe UI"/>
              </a:defRPr>
            </a:lvl2pPr>
            <a:lvl3pPr algn="l">
              <a:defRPr sz="2175" b="0">
                <a:solidFill>
                  <a:srgbClr val="C8E1E2"/>
                </a:solidFill>
                <a:latin typeface="Segoe UI"/>
                <a:ea typeface="Segoe UI"/>
                <a:cs typeface="Segoe UI"/>
              </a:defRPr>
            </a:lvl3pPr>
            <a:lvl4pPr algn="l">
              <a:defRPr sz="2175" b="0">
                <a:solidFill>
                  <a:srgbClr val="C8E1E2"/>
                </a:solidFill>
                <a:latin typeface="Segoe UI"/>
                <a:ea typeface="Segoe UI"/>
                <a:cs typeface="Segoe UI"/>
              </a:defRPr>
            </a:lvl4pPr>
            <a:lvl5pPr algn="l">
              <a:defRPr sz="2175" b="0">
                <a:solidFill>
                  <a:srgbClr val="C8E1E2"/>
                </a:solidFill>
                <a:latin typeface="Segoe UI"/>
                <a:ea typeface="Segoe UI"/>
                <a:cs typeface="Segoe UI"/>
              </a:defRPr>
            </a:lvl5pPr>
            <a:lvl6pPr algn="l">
              <a:defRPr sz="2175" b="0">
                <a:solidFill>
                  <a:srgbClr val="C8E1E2"/>
                </a:solidFill>
                <a:latin typeface="Segoe UI"/>
                <a:ea typeface="Segoe UI"/>
                <a:cs typeface="Segoe UI"/>
              </a:defRPr>
            </a:lvl6pPr>
            <a:lvl7pPr algn="l">
              <a:defRPr sz="2175" b="0">
                <a:solidFill>
                  <a:srgbClr val="C8E1E2"/>
                </a:solidFill>
                <a:latin typeface="Segoe UI"/>
                <a:ea typeface="Segoe UI"/>
                <a:cs typeface="Segoe UI"/>
              </a:defRPr>
            </a:lvl7pPr>
            <a:lvl8pPr algn="l">
              <a:defRPr sz="2175" b="0">
                <a:solidFill>
                  <a:srgbClr val="C8E1E2"/>
                </a:solidFill>
                <a:latin typeface="Segoe UI"/>
                <a:ea typeface="Segoe UI"/>
                <a:cs typeface="Segoe UI"/>
              </a:defRPr>
            </a:lvl8pPr>
            <a:lvl9pPr algn="l">
              <a:defRPr sz="2175" b="0">
                <a:solidFill>
                  <a:srgbClr val="C8E1E2"/>
                </a:solidFill>
                <a:latin typeface="Segoe UI"/>
                <a:ea typeface="Segoe UI"/>
                <a:cs typeface="Segoe UI"/>
              </a:defRPr>
            </a:lvl9pPr>
          </a:lstStyle>
          <a:p xmlns:a="http://schemas.openxmlformats.org/drawingml/2006/main">
            <a:pPr algn="l">
              <a:lnSpc>
                <a:spcPct val="100000"/>
              </a:lnSpc>
              <a:buNone/>
              <a:defRPr sz="2175" b="0">
                <a:solidFill>
                  <a:srgbClr val="C8E1E2"/>
                </a:solidFill>
                <a:latin typeface="Segoe UI"/>
                <a:ea typeface="Segoe UI"/>
                <a:cs typeface="Segoe UI"/>
              </a:defRPr>
            </a:pPr>
            <a:r>
              <a:rPr sz="2175" b="0">
                <a:solidFill>
                  <a:srgbClr val="C8E1E2"/>
                </a:solidFill>
                <a:latin typeface="Segoe UI"/>
                <a:ea typeface="Segoe UI"/>
                <a:cs typeface="Segoe UI"/>
              </a:rPr>
              <a:t>AI that helps your people deliver</a:t>
            </a:r>
          </a:p>
        </p:txBody>
      </p:sp>
      <p:sp>
        <p:nvSpPr>
          <p:cNvPr id="5" name="">
            <a:extLst xmlns:a="http://schemas.openxmlformats.org/drawingml/2006/main">
              <a:ext uri="{FF2B5EF4-FFF2-40B4-BE49-F238E27FC236}">
                <a16:creationId xmlns:a16="http://schemas.microsoft.com/office/drawing/2014/main" id="{D36F775A-6289-4184-A9A4-A0BF36716662}"/>
              </a:ext>
            </a:extLst>
          </p:cNvPr>
          <p:cNvSpPr>
            <a:spLocks xmlns:a="http://schemas.openxmlformats.org/drawingml/2006/main" noGrp="1"/>
          </p:cNvSpPr>
          <p:nvPr/>
        </p:nvSpPr>
        <p:spPr>
          <a:xfrm xmlns:a="http://schemas.openxmlformats.org/drawingml/2006/main">
            <a:off x="647700" y="523875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0DDE0"/>
                </a:solidFill>
                <a:latin typeface="Segoe UI"/>
                <a:ea typeface="Segoe UI"/>
                <a:cs typeface="Segoe UI"/>
              </a:defRPr>
            </a:defPPr>
            <a:lvl1pPr algn="l">
              <a:defRPr sz="1650" b="0">
                <a:solidFill>
                  <a:srgbClr val="D0DDE0"/>
                </a:solidFill>
                <a:latin typeface="Segoe UI"/>
                <a:ea typeface="Segoe UI"/>
                <a:cs typeface="Segoe UI"/>
              </a:defRPr>
            </a:lvl1pPr>
            <a:lvl2pPr algn="l">
              <a:defRPr sz="1650" b="0">
                <a:solidFill>
                  <a:srgbClr val="D0DDE0"/>
                </a:solidFill>
                <a:latin typeface="Segoe UI"/>
                <a:ea typeface="Segoe UI"/>
                <a:cs typeface="Segoe UI"/>
              </a:defRPr>
            </a:lvl2pPr>
            <a:lvl3pPr algn="l">
              <a:defRPr sz="1650" b="0">
                <a:solidFill>
                  <a:srgbClr val="D0DDE0"/>
                </a:solidFill>
                <a:latin typeface="Segoe UI"/>
                <a:ea typeface="Segoe UI"/>
                <a:cs typeface="Segoe UI"/>
              </a:defRPr>
            </a:lvl3pPr>
            <a:lvl4pPr algn="l">
              <a:defRPr sz="1650" b="0">
                <a:solidFill>
                  <a:srgbClr val="D0DDE0"/>
                </a:solidFill>
                <a:latin typeface="Segoe UI"/>
                <a:ea typeface="Segoe UI"/>
                <a:cs typeface="Segoe UI"/>
              </a:defRPr>
            </a:lvl4pPr>
            <a:lvl5pPr algn="l">
              <a:defRPr sz="1650" b="0">
                <a:solidFill>
                  <a:srgbClr val="D0DDE0"/>
                </a:solidFill>
                <a:latin typeface="Segoe UI"/>
                <a:ea typeface="Segoe UI"/>
                <a:cs typeface="Segoe UI"/>
              </a:defRPr>
            </a:lvl5pPr>
            <a:lvl6pPr algn="l">
              <a:defRPr sz="1650" b="0">
                <a:solidFill>
                  <a:srgbClr val="D0DDE0"/>
                </a:solidFill>
                <a:latin typeface="Segoe UI"/>
                <a:ea typeface="Segoe UI"/>
                <a:cs typeface="Segoe UI"/>
              </a:defRPr>
            </a:lvl6pPr>
            <a:lvl7pPr algn="l">
              <a:defRPr sz="1650" b="0">
                <a:solidFill>
                  <a:srgbClr val="D0DDE0"/>
                </a:solidFill>
                <a:latin typeface="Segoe UI"/>
                <a:ea typeface="Segoe UI"/>
                <a:cs typeface="Segoe UI"/>
              </a:defRPr>
            </a:lvl7pPr>
            <a:lvl8pPr algn="l">
              <a:defRPr sz="1650" b="0">
                <a:solidFill>
                  <a:srgbClr val="D0DDE0"/>
                </a:solidFill>
                <a:latin typeface="Segoe UI"/>
                <a:ea typeface="Segoe UI"/>
                <a:cs typeface="Segoe UI"/>
              </a:defRPr>
            </a:lvl8pPr>
            <a:lvl9pPr algn="l">
              <a:defRPr sz="1650" b="0">
                <a:solidFill>
                  <a:srgbClr val="D0DDE0"/>
                </a:solidFill>
                <a:latin typeface="Segoe UI"/>
                <a:ea typeface="Segoe UI"/>
                <a:cs typeface="Segoe UI"/>
              </a:defRPr>
            </a:lvl9pPr>
          </a:lstStyle>
          <a:p xmlns:a="http://schemas.openxmlformats.org/drawingml/2006/main">
            <a:pPr algn="l">
              <a:lnSpc>
                <a:spcPct val="100000"/>
              </a:lnSpc>
              <a:buNone/>
              <a:defRPr sz="1650" b="0">
                <a:solidFill>
                  <a:srgbClr val="D0DDE0"/>
                </a:solidFill>
                <a:latin typeface="Segoe UI"/>
                <a:ea typeface="Segoe UI"/>
                <a:cs typeface="Segoe UI"/>
              </a:defRPr>
            </a:pPr>
            <a:r>
              <a:rPr sz="1650" b="0">
                <a:solidFill>
                  <a:srgbClr val="D0DDE0"/>
                </a:solidFill>
                <a:latin typeface="Segoe UI"/>
                <a:ea typeface="Segoe UI"/>
                <a:cs typeface="Segoe UI"/>
              </a:rPr>
              <a:t>A customer story for</a:t>
            </a:r>
          </a:p>
          <a:p xmlns:a="http://schemas.openxmlformats.org/drawingml/2006/main">
            <a:pPr algn="l">
              <a:lnSpc>
                <a:spcPct val="100000"/>
              </a:lnSpc>
              <a:buNone/>
              <a:defRPr sz="1650" b="0">
                <a:solidFill>
                  <a:srgbClr val="D0DDE0"/>
                </a:solidFill>
                <a:latin typeface="Segoe UI"/>
                <a:ea typeface="Segoe UI"/>
                <a:cs typeface="Segoe UI"/>
              </a:defRPr>
            </a:pPr>
            <a:r>
              <a:rPr sz="1650" b="0">
                <a:solidFill>
                  <a:srgbClr val="D0DDE0"/>
                </a:solidFill>
                <a:latin typeface="Segoe UI"/>
                <a:ea typeface="Segoe UI"/>
                <a:cs typeface="Segoe UI"/>
              </a:rPr>
              <a:t>Microsoft Frontier Company</a:t>
            </a:r>
          </a:p>
        </p:txBody>
      </p:sp>
      <p:sp>
        <p:nvSpPr>
          <p:cNvPr id="6" name="">
            <a:extLst xmlns:a="http://schemas.openxmlformats.org/drawingml/2006/main">
              <a:ext uri="{FF2B5EF4-FFF2-40B4-BE49-F238E27FC236}">
                <a16:creationId xmlns:a16="http://schemas.microsoft.com/office/drawing/2014/main" id="{289A6E73-4C32-4239-9307-FDEFC135DEC1}"/>
              </a:ext>
            </a:extLst>
          </p:cNvPr>
          <p:cNvSpPr>
            <a:spLocks xmlns:a="http://schemas.openxmlformats.org/drawingml/2006/main" noGrp="1"/>
          </p:cNvSpPr>
          <p:nvPr/>
        </p:nvSpPr>
        <p:spPr>
          <a:xfrm xmlns:a="http://schemas.openxmlformats.org/drawingml/2006/main">
            <a:off x="647700" y="6238875"/>
            <a:ext cx="5667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3C7CD"/>
                </a:solidFill>
                <a:latin typeface="Segoe UI"/>
                <a:ea typeface="Segoe UI"/>
                <a:cs typeface="Segoe UI"/>
              </a:defRPr>
            </a:defPPr>
            <a:lvl1pPr algn="l">
              <a:defRPr sz="975" b="0">
                <a:solidFill>
                  <a:srgbClr val="B3C7CD"/>
                </a:solidFill>
                <a:latin typeface="Segoe UI"/>
                <a:ea typeface="Segoe UI"/>
                <a:cs typeface="Segoe UI"/>
              </a:defRPr>
            </a:lvl1pPr>
            <a:lvl2pPr algn="l">
              <a:defRPr sz="975" b="0">
                <a:solidFill>
                  <a:srgbClr val="B3C7CD"/>
                </a:solidFill>
                <a:latin typeface="Segoe UI"/>
                <a:ea typeface="Segoe UI"/>
                <a:cs typeface="Segoe UI"/>
              </a:defRPr>
            </a:lvl2pPr>
            <a:lvl3pPr algn="l">
              <a:defRPr sz="975" b="0">
                <a:solidFill>
                  <a:srgbClr val="B3C7CD"/>
                </a:solidFill>
                <a:latin typeface="Segoe UI"/>
                <a:ea typeface="Segoe UI"/>
                <a:cs typeface="Segoe UI"/>
              </a:defRPr>
            </a:lvl3pPr>
            <a:lvl4pPr algn="l">
              <a:defRPr sz="975" b="0">
                <a:solidFill>
                  <a:srgbClr val="B3C7CD"/>
                </a:solidFill>
                <a:latin typeface="Segoe UI"/>
                <a:ea typeface="Segoe UI"/>
                <a:cs typeface="Segoe UI"/>
              </a:defRPr>
            </a:lvl4pPr>
            <a:lvl5pPr algn="l">
              <a:defRPr sz="975" b="0">
                <a:solidFill>
                  <a:srgbClr val="B3C7CD"/>
                </a:solidFill>
                <a:latin typeface="Segoe UI"/>
                <a:ea typeface="Segoe UI"/>
                <a:cs typeface="Segoe UI"/>
              </a:defRPr>
            </a:lvl5pPr>
            <a:lvl6pPr algn="l">
              <a:defRPr sz="975" b="0">
                <a:solidFill>
                  <a:srgbClr val="B3C7CD"/>
                </a:solidFill>
                <a:latin typeface="Segoe UI"/>
                <a:ea typeface="Segoe UI"/>
                <a:cs typeface="Segoe UI"/>
              </a:defRPr>
            </a:lvl6pPr>
            <a:lvl7pPr algn="l">
              <a:defRPr sz="975" b="0">
                <a:solidFill>
                  <a:srgbClr val="B3C7CD"/>
                </a:solidFill>
                <a:latin typeface="Segoe UI"/>
                <a:ea typeface="Segoe UI"/>
                <a:cs typeface="Segoe UI"/>
              </a:defRPr>
            </a:lvl7pPr>
            <a:lvl8pPr algn="l">
              <a:defRPr sz="975" b="0">
                <a:solidFill>
                  <a:srgbClr val="B3C7CD"/>
                </a:solidFill>
                <a:latin typeface="Segoe UI"/>
                <a:ea typeface="Segoe UI"/>
                <a:cs typeface="Segoe UI"/>
              </a:defRPr>
            </a:lvl8pPr>
            <a:lvl9pPr algn="l">
              <a:defRPr sz="975" b="0">
                <a:solidFill>
                  <a:srgbClr val="B3C7CD"/>
                </a:solidFill>
                <a:latin typeface="Segoe UI"/>
                <a:ea typeface="Segoe UI"/>
                <a:cs typeface="Segoe UI"/>
              </a:defRPr>
            </a:lvl9pPr>
          </a:lstStyle>
          <a:p xmlns:a="http://schemas.openxmlformats.org/drawingml/2006/main">
            <a:pPr algn="l">
              <a:lnSpc>
                <a:spcPct val="100000"/>
              </a:lnSpc>
              <a:buNone/>
              <a:defRPr sz="975" b="0">
                <a:solidFill>
                  <a:srgbClr val="B3C7CD"/>
                </a:solidFill>
                <a:latin typeface="Segoe UI"/>
                <a:ea typeface="Segoe UI"/>
                <a:cs typeface="Segoe UI"/>
              </a:defRPr>
            </a:pPr>
            <a:r>
              <a:rPr sz="975" b="0">
                <a:solidFill>
                  <a:srgbClr val="B3C7CD"/>
                </a:solidFill>
                <a:latin typeface="Segoe UI"/>
                <a:ea typeface="Segoe UI"/>
                <a:cs typeface="Segoe UI"/>
              </a:rPr>
              <a:t>Meghan Fasano  /  Independent concept</a:t>
            </a:r>
          </a:p>
          <a:p xmlns:a="http://schemas.openxmlformats.org/drawingml/2006/main">
            <a:pPr algn="l">
              <a:lnSpc>
                <a:spcPct val="100000"/>
              </a:lnSpc>
              <a:buNone/>
              <a:defRPr sz="975" b="0">
                <a:solidFill>
                  <a:srgbClr val="B3C7CD"/>
                </a:solidFill>
                <a:latin typeface="Segoe UI"/>
                <a:ea typeface="Segoe UI"/>
                <a:cs typeface="Segoe UI"/>
              </a:defRPr>
            </a:pPr>
            <a:r>
              <a:rPr sz="975" b="0">
                <a:solidFill>
                  <a:srgbClr val="B3C7CD"/>
                </a:solidFill>
                <a:latin typeface="Segoe UI"/>
                <a:ea typeface="Segoe UI"/>
                <a:cs typeface="Segoe UI"/>
              </a:rPr>
              <a:t>Fictional scenario. Not official Microsoft material.</a:t>
            </a:r>
          </a:p>
        </p:txBody>
      </p:sp>
    </p:spTree>
    <p:extLst>
      <p:ext uri="{BB962C8B-B14F-4D97-AF65-F5344CB8AC3E}">
        <p14:creationId xmlns:p14="http://schemas.microsoft.com/office/powerpoint/2010/main" val="185373762"/>
      </p:ext>
    </p:extLst>
  </p:cSld>
</p:sld>
</file>

<file path=ppt/slides/slide2.xml><?xml version="1.0" encoding="utf-8"?>
<p:sld xmlns:p="http://schemas.openxmlformats.org/presentationml/2006/main">
  <p:cSld>
    <p:bg>
      <p:bgPr>
        <a:solidFill xmlns:a="http://schemas.openxmlformats.org/drawingml/2006/main">
          <a:srgbClr val="10283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DD979EB-7D10-4833-A432-BCE89FD33042}"/>
              </a:ext>
            </a:extLst>
          </p:cNvPr>
          <p:cNvPicPr>
            <a:picLocks xmlns:a="http://schemas.openxmlformats.org/drawingml/2006/main" noChangeAspect="1"/>
          </p:cNvPicPr>
          <p:nvPr/>
        </p:nvPicPr>
        <p:blipFill>
          <a:blip xmlns:r="http://schemas.openxmlformats.org/officeDocument/2006/relationships" xmlns:a="http://schemas.openxmlformats.org/drawingml/2006/main" r:embed="Rc6d6d7d66af54ad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66CE13-3640-46CD-B64C-CD62224D62C8}"/>
              </a:ext>
            </a:extLst>
          </p:cNvPr>
          <p:cNvSpPr>
            <a:spLocks xmlns:a="http://schemas.openxmlformats.org/drawingml/2006/main" noGrp="1"/>
          </p:cNvSpPr>
          <p:nvPr/>
        </p:nvSpPr>
        <p:spPr>
          <a:xfrm xmlns:a="http://schemas.openxmlformats.org/drawingml/2006/main">
            <a:off x="0" y="0"/>
            <a:ext cx="5372100" cy="6858000"/>
          </a:xfrm>
          <a:prstGeom xmlns:a="http://schemas.openxmlformats.org/drawingml/2006/main" prst="rect">
            <a:avLst/>
          </a:prstGeom>
          <a:solidFill xmlns:a="http://schemas.openxmlformats.org/drawingml/2006/main">
            <a:srgbClr val="102830">
              <a:alpha val="88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F2836C-B08B-4077-88B1-42C7A4DEDE73}"/>
              </a:ext>
            </a:extLst>
          </p:cNvPr>
          <p:cNvSpPr>
            <a:spLocks xmlns:a="http://schemas.openxmlformats.org/drawingml/2006/main" noGrp="1"/>
          </p:cNvSpPr>
          <p:nvPr/>
        </p:nvSpPr>
        <p:spPr>
          <a:xfrm xmlns:a="http://schemas.openxmlformats.org/drawingml/2006/main">
            <a:off x="609600" y="114300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FFFFF"/>
                </a:solidFill>
                <a:latin typeface="Segoe UI"/>
                <a:ea typeface="Segoe UI"/>
                <a:cs typeface="Segoe UI"/>
              </a:defRPr>
            </a:defPPr>
            <a:lvl1pPr algn="l">
              <a:defRPr sz="7650" b="1">
                <a:solidFill>
                  <a:srgbClr val="FFFFFF"/>
                </a:solidFill>
                <a:latin typeface="Segoe UI"/>
                <a:ea typeface="Segoe UI"/>
                <a:cs typeface="Segoe UI"/>
              </a:defRPr>
            </a:lvl1pPr>
            <a:lvl2pPr algn="l">
              <a:defRPr sz="7650" b="1">
                <a:solidFill>
                  <a:srgbClr val="FFFFFF"/>
                </a:solidFill>
                <a:latin typeface="Segoe UI"/>
                <a:ea typeface="Segoe UI"/>
                <a:cs typeface="Segoe UI"/>
              </a:defRPr>
            </a:lvl2pPr>
            <a:lvl3pPr algn="l">
              <a:defRPr sz="7650" b="1">
                <a:solidFill>
                  <a:srgbClr val="FFFFFF"/>
                </a:solidFill>
                <a:latin typeface="Segoe UI"/>
                <a:ea typeface="Segoe UI"/>
                <a:cs typeface="Segoe UI"/>
              </a:defRPr>
            </a:lvl3pPr>
            <a:lvl4pPr algn="l">
              <a:defRPr sz="7650" b="1">
                <a:solidFill>
                  <a:srgbClr val="FFFFFF"/>
                </a:solidFill>
                <a:latin typeface="Segoe UI"/>
                <a:ea typeface="Segoe UI"/>
                <a:cs typeface="Segoe UI"/>
              </a:defRPr>
            </a:lvl4pPr>
            <a:lvl5pPr algn="l">
              <a:defRPr sz="7650" b="1">
                <a:solidFill>
                  <a:srgbClr val="FFFFFF"/>
                </a:solidFill>
                <a:latin typeface="Segoe UI"/>
                <a:ea typeface="Segoe UI"/>
                <a:cs typeface="Segoe UI"/>
              </a:defRPr>
            </a:lvl5pPr>
            <a:lvl6pPr algn="l">
              <a:defRPr sz="7650" b="1">
                <a:solidFill>
                  <a:srgbClr val="FFFFFF"/>
                </a:solidFill>
                <a:latin typeface="Segoe UI"/>
                <a:ea typeface="Segoe UI"/>
                <a:cs typeface="Segoe UI"/>
              </a:defRPr>
            </a:lvl6pPr>
            <a:lvl7pPr algn="l">
              <a:defRPr sz="7650" b="1">
                <a:solidFill>
                  <a:srgbClr val="FFFFFF"/>
                </a:solidFill>
                <a:latin typeface="Segoe UI"/>
                <a:ea typeface="Segoe UI"/>
                <a:cs typeface="Segoe UI"/>
              </a:defRPr>
            </a:lvl7pPr>
            <a:lvl8pPr algn="l">
              <a:defRPr sz="7650" b="1">
                <a:solidFill>
                  <a:srgbClr val="FFFFFF"/>
                </a:solidFill>
                <a:latin typeface="Segoe UI"/>
                <a:ea typeface="Segoe UI"/>
                <a:cs typeface="Segoe UI"/>
              </a:defRPr>
            </a:lvl8pPr>
            <a:lvl9pPr algn="l">
              <a:defRPr sz="7650" b="1">
                <a:solidFill>
                  <a:srgbClr val="FFFFFF"/>
                </a:solidFill>
                <a:latin typeface="Segoe UI"/>
                <a:ea typeface="Segoe UI"/>
                <a:cs typeface="Segoe UI"/>
              </a:defRPr>
            </a:lvl9pPr>
          </a:lstStyle>
          <a:p xmlns:a="http://schemas.openxmlformats.org/drawingml/2006/main">
            <a:pPr algn="l">
              <a:lnSpc>
                <a:spcPct val="100000"/>
              </a:lnSpc>
              <a:buNone/>
              <a:defRPr sz="7650" b="1">
                <a:solidFill>
                  <a:srgbClr val="FFFFFF"/>
                </a:solidFill>
                <a:latin typeface="Segoe UI"/>
                <a:ea typeface="Segoe UI"/>
                <a:cs typeface="Segoe UI"/>
              </a:defRPr>
            </a:pPr>
            <a:r>
              <a:rPr sz="7650" b="1">
                <a:solidFill>
                  <a:srgbClr val="FFFFFF"/>
                </a:solidFill>
                <a:latin typeface="Segoe UI"/>
                <a:ea typeface="Segoe UI"/>
                <a:cs typeface="Segoe UI"/>
              </a:rPr>
              <a:t>Friday</a:t>
            </a:r>
          </a:p>
        </p:txBody>
      </p:sp>
      <p:sp>
        <p:nvSpPr>
          <p:cNvPr id="4" name="">
            <a:extLst xmlns:a="http://schemas.openxmlformats.org/drawingml/2006/main">
              <a:ext uri="{FF2B5EF4-FFF2-40B4-BE49-F238E27FC236}">
                <a16:creationId xmlns:a16="http://schemas.microsoft.com/office/drawing/2014/main" id="{C7B43D1A-F1F8-425A-AEF5-8634E5245F80}"/>
              </a:ext>
            </a:extLst>
          </p:cNvPr>
          <p:cNvSpPr>
            <a:spLocks xmlns:a="http://schemas.openxmlformats.org/drawingml/2006/main" noGrp="1"/>
          </p:cNvSpPr>
          <p:nvPr/>
        </p:nvSpPr>
        <p:spPr>
          <a:xfrm xmlns:a="http://schemas.openxmlformats.org/drawingml/2006/main">
            <a:off x="647700" y="2847975"/>
            <a:ext cx="447675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FFFFFF"/>
                </a:solidFill>
                <a:latin typeface="Segoe UI"/>
                <a:ea typeface="Segoe UI"/>
                <a:cs typeface="Segoe UI"/>
              </a:defRPr>
            </a:defPPr>
            <a:lvl1pPr algn="l">
              <a:defRPr sz="4500" b="1">
                <a:solidFill>
                  <a:srgbClr val="FFFFFF"/>
                </a:solidFill>
                <a:latin typeface="Segoe UI"/>
                <a:ea typeface="Segoe UI"/>
                <a:cs typeface="Segoe UI"/>
              </a:defRPr>
            </a:lvl1pPr>
            <a:lvl2pPr algn="l">
              <a:defRPr sz="4500" b="1">
                <a:solidFill>
                  <a:srgbClr val="FFFFFF"/>
                </a:solidFill>
                <a:latin typeface="Segoe UI"/>
                <a:ea typeface="Segoe UI"/>
                <a:cs typeface="Segoe UI"/>
              </a:defRPr>
            </a:lvl2pPr>
            <a:lvl3pPr algn="l">
              <a:defRPr sz="4500" b="1">
                <a:solidFill>
                  <a:srgbClr val="FFFFFF"/>
                </a:solidFill>
                <a:latin typeface="Segoe UI"/>
                <a:ea typeface="Segoe UI"/>
                <a:cs typeface="Segoe UI"/>
              </a:defRPr>
            </a:lvl3pPr>
            <a:lvl4pPr algn="l">
              <a:defRPr sz="4500" b="1">
                <a:solidFill>
                  <a:srgbClr val="FFFFFF"/>
                </a:solidFill>
                <a:latin typeface="Segoe UI"/>
                <a:ea typeface="Segoe UI"/>
                <a:cs typeface="Segoe UI"/>
              </a:defRPr>
            </a:lvl4pPr>
            <a:lvl5pPr algn="l">
              <a:defRPr sz="4500" b="1">
                <a:solidFill>
                  <a:srgbClr val="FFFFFF"/>
                </a:solidFill>
                <a:latin typeface="Segoe UI"/>
                <a:ea typeface="Segoe UI"/>
                <a:cs typeface="Segoe UI"/>
              </a:defRPr>
            </a:lvl5pPr>
            <a:lvl6pPr algn="l">
              <a:defRPr sz="4500" b="1">
                <a:solidFill>
                  <a:srgbClr val="FFFFFF"/>
                </a:solidFill>
                <a:latin typeface="Segoe UI"/>
                <a:ea typeface="Segoe UI"/>
                <a:cs typeface="Segoe UI"/>
              </a:defRPr>
            </a:lvl6pPr>
            <a:lvl7pPr algn="l">
              <a:defRPr sz="4500" b="1">
                <a:solidFill>
                  <a:srgbClr val="FFFFFF"/>
                </a:solidFill>
                <a:latin typeface="Segoe UI"/>
                <a:ea typeface="Segoe UI"/>
                <a:cs typeface="Segoe UI"/>
              </a:defRPr>
            </a:lvl7pPr>
            <a:lvl8pPr algn="l">
              <a:defRPr sz="4500" b="1">
                <a:solidFill>
                  <a:srgbClr val="FFFFFF"/>
                </a:solidFill>
                <a:latin typeface="Segoe UI"/>
                <a:ea typeface="Segoe UI"/>
                <a:cs typeface="Segoe UI"/>
              </a:defRPr>
            </a:lvl8pPr>
            <a:lvl9pPr algn="l">
              <a:defRPr sz="4500" b="1">
                <a:solidFill>
                  <a:srgbClr val="FFFFFF"/>
                </a:solidFill>
                <a:latin typeface="Segoe UI"/>
                <a:ea typeface="Segoe UI"/>
                <a:cs typeface="Segoe UI"/>
              </a:defRPr>
            </a:lvl9pPr>
          </a:lstStyle>
          <a:p xmlns:a="http://schemas.openxmlformats.org/drawingml/2006/main">
            <a:pPr algn="l">
              <a:lnSpc>
                <a:spcPct val="100000"/>
              </a:lnSpc>
              <a:buNone/>
              <a:defRPr sz="4500" b="1">
                <a:solidFill>
                  <a:srgbClr val="FFFFFF"/>
                </a:solidFill>
                <a:latin typeface="Segoe UI"/>
                <a:ea typeface="Segoe UI"/>
                <a:cs typeface="Segoe UI"/>
              </a:defRPr>
            </a:pPr>
            <a:r>
              <a:rPr sz="4500" b="1">
                <a:solidFill>
                  <a:srgbClr val="FFFFFF"/>
                </a:solidFill>
                <a:latin typeface="Segoe UI"/>
                <a:ea typeface="Segoe UI"/>
                <a:cs typeface="Segoe UI"/>
              </a:rPr>
              <a:t>Will we</a:t>
            </a:r>
          </a:p>
          <a:p xmlns:a="http://schemas.openxmlformats.org/drawingml/2006/main">
            <a:pPr algn="l">
              <a:lnSpc>
                <a:spcPct val="100000"/>
              </a:lnSpc>
              <a:buNone/>
              <a:defRPr sz="4500" b="1">
                <a:solidFill>
                  <a:srgbClr val="FFFFFF"/>
                </a:solidFill>
                <a:latin typeface="Segoe UI"/>
                <a:ea typeface="Segoe UI"/>
                <a:cs typeface="Segoe UI"/>
              </a:defRPr>
            </a:pPr>
            <a:r>
              <a:rPr sz="4500" b="1">
                <a:solidFill>
                  <a:srgbClr val="FFFFFF"/>
                </a:solidFill>
                <a:latin typeface="Segoe UI"/>
                <a:ea typeface="Segoe UI"/>
                <a:cs typeface="Segoe UI"/>
              </a:rPr>
              <a:t>be ready?</a:t>
            </a:r>
          </a:p>
        </p:txBody>
      </p:sp>
      <p:sp>
        <p:nvSpPr>
          <p:cNvPr id="5" name="">
            <a:extLst xmlns:a="http://schemas.openxmlformats.org/drawingml/2006/main">
              <a:ext uri="{FF2B5EF4-FFF2-40B4-BE49-F238E27FC236}">
                <a16:creationId xmlns:a16="http://schemas.microsoft.com/office/drawing/2014/main" id="{F59B2486-9794-48A5-83A7-5F6182CBE228}"/>
              </a:ext>
            </a:extLst>
          </p:cNvPr>
          <p:cNvSpPr>
            <a:spLocks xmlns:a="http://schemas.openxmlformats.org/drawingml/2006/main" noGrp="1"/>
          </p:cNvSpPr>
          <p:nvPr/>
        </p:nvSpPr>
        <p:spPr>
          <a:xfrm xmlns:a="http://schemas.openxmlformats.org/drawingml/2006/main">
            <a:off x="647700" y="5362575"/>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1E7EA"/>
                </a:solidFill>
                <a:latin typeface="Segoe UI"/>
                <a:ea typeface="Segoe UI"/>
                <a:cs typeface="Segoe UI"/>
              </a:defRPr>
            </a:defPPr>
            <a:lvl1pPr algn="l">
              <a:defRPr sz="2025" b="0">
                <a:solidFill>
                  <a:srgbClr val="D1E7EA"/>
                </a:solidFill>
                <a:latin typeface="Segoe UI"/>
                <a:ea typeface="Segoe UI"/>
                <a:cs typeface="Segoe UI"/>
              </a:defRPr>
            </a:lvl1pPr>
            <a:lvl2pPr algn="l">
              <a:defRPr sz="2025" b="0">
                <a:solidFill>
                  <a:srgbClr val="D1E7EA"/>
                </a:solidFill>
                <a:latin typeface="Segoe UI"/>
                <a:ea typeface="Segoe UI"/>
                <a:cs typeface="Segoe UI"/>
              </a:defRPr>
            </a:lvl2pPr>
            <a:lvl3pPr algn="l">
              <a:defRPr sz="2025" b="0">
                <a:solidFill>
                  <a:srgbClr val="D1E7EA"/>
                </a:solidFill>
                <a:latin typeface="Segoe UI"/>
                <a:ea typeface="Segoe UI"/>
                <a:cs typeface="Segoe UI"/>
              </a:defRPr>
            </a:lvl3pPr>
            <a:lvl4pPr algn="l">
              <a:defRPr sz="2025" b="0">
                <a:solidFill>
                  <a:srgbClr val="D1E7EA"/>
                </a:solidFill>
                <a:latin typeface="Segoe UI"/>
                <a:ea typeface="Segoe UI"/>
                <a:cs typeface="Segoe UI"/>
              </a:defRPr>
            </a:lvl4pPr>
            <a:lvl5pPr algn="l">
              <a:defRPr sz="2025" b="0">
                <a:solidFill>
                  <a:srgbClr val="D1E7EA"/>
                </a:solidFill>
                <a:latin typeface="Segoe UI"/>
                <a:ea typeface="Segoe UI"/>
                <a:cs typeface="Segoe UI"/>
              </a:defRPr>
            </a:lvl5pPr>
            <a:lvl6pPr algn="l">
              <a:defRPr sz="2025" b="0">
                <a:solidFill>
                  <a:srgbClr val="D1E7EA"/>
                </a:solidFill>
                <a:latin typeface="Segoe UI"/>
                <a:ea typeface="Segoe UI"/>
                <a:cs typeface="Segoe UI"/>
              </a:defRPr>
            </a:lvl6pPr>
            <a:lvl7pPr algn="l">
              <a:defRPr sz="2025" b="0">
                <a:solidFill>
                  <a:srgbClr val="D1E7EA"/>
                </a:solidFill>
                <a:latin typeface="Segoe UI"/>
                <a:ea typeface="Segoe UI"/>
                <a:cs typeface="Segoe UI"/>
              </a:defRPr>
            </a:lvl7pPr>
            <a:lvl8pPr algn="l">
              <a:defRPr sz="2025" b="0">
                <a:solidFill>
                  <a:srgbClr val="D1E7EA"/>
                </a:solidFill>
                <a:latin typeface="Segoe UI"/>
                <a:ea typeface="Segoe UI"/>
                <a:cs typeface="Segoe UI"/>
              </a:defRPr>
            </a:lvl8pPr>
            <a:lvl9pPr algn="l">
              <a:defRPr sz="2025" b="0">
                <a:solidFill>
                  <a:srgbClr val="D1E7EA"/>
                </a:solidFill>
                <a:latin typeface="Segoe UI"/>
                <a:ea typeface="Segoe UI"/>
                <a:cs typeface="Segoe UI"/>
              </a:defRPr>
            </a:lvl9pPr>
          </a:lstStyle>
          <a:p xmlns:a="http://schemas.openxmlformats.org/drawingml/2006/main">
            <a:pPr algn="l">
              <a:lnSpc>
                <a:spcPct val="100000"/>
              </a:lnSpc>
              <a:buNone/>
              <a:defRPr sz="2025" b="0">
                <a:solidFill>
                  <a:srgbClr val="D1E7EA"/>
                </a:solidFill>
                <a:latin typeface="Segoe UI"/>
                <a:ea typeface="Segoe UI"/>
                <a:cs typeface="Segoe UI"/>
              </a:defRPr>
            </a:pPr>
            <a:r>
              <a:rPr sz="2025" b="0">
                <a:solidFill>
                  <a:srgbClr val="D1E7EA"/>
                </a:solidFill>
                <a:latin typeface="Segoe UI"/>
                <a:ea typeface="Segoe UI"/>
                <a:cs typeface="Segoe UI"/>
              </a:rPr>
              <a:t>A critical delivery has slipped.</a:t>
            </a:r>
          </a:p>
        </p:txBody>
      </p:sp>
      <p:sp>
        <p:nvSpPr>
          <p:cNvPr id="6" name="">
            <a:extLst xmlns:a="http://schemas.openxmlformats.org/drawingml/2006/main">
              <a:ext uri="{FF2B5EF4-FFF2-40B4-BE49-F238E27FC236}">
                <a16:creationId xmlns:a16="http://schemas.microsoft.com/office/drawing/2014/main" id="{D203413A-E8B4-42BB-9DF7-7454258CEFC1}"/>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B7CDD2"/>
                </a:solidFill>
                <a:latin typeface="Segoe UI"/>
                <a:ea typeface="Segoe UI"/>
                <a:cs typeface="Segoe UI"/>
              </a:defRPr>
            </a:defPPr>
            <a:lvl1pPr algn="l">
              <a:defRPr sz="900" b="0">
                <a:solidFill>
                  <a:srgbClr val="B7CDD2"/>
                </a:solidFill>
                <a:latin typeface="Segoe UI"/>
                <a:ea typeface="Segoe UI"/>
                <a:cs typeface="Segoe UI"/>
              </a:defRPr>
            </a:lvl1pPr>
            <a:lvl2pPr algn="l">
              <a:defRPr sz="900" b="0">
                <a:solidFill>
                  <a:srgbClr val="B7CDD2"/>
                </a:solidFill>
                <a:latin typeface="Segoe UI"/>
                <a:ea typeface="Segoe UI"/>
                <a:cs typeface="Segoe UI"/>
              </a:defRPr>
            </a:lvl2pPr>
            <a:lvl3pPr algn="l">
              <a:defRPr sz="900" b="0">
                <a:solidFill>
                  <a:srgbClr val="B7CDD2"/>
                </a:solidFill>
                <a:latin typeface="Segoe UI"/>
                <a:ea typeface="Segoe UI"/>
                <a:cs typeface="Segoe UI"/>
              </a:defRPr>
            </a:lvl3pPr>
            <a:lvl4pPr algn="l">
              <a:defRPr sz="900" b="0">
                <a:solidFill>
                  <a:srgbClr val="B7CDD2"/>
                </a:solidFill>
                <a:latin typeface="Segoe UI"/>
                <a:ea typeface="Segoe UI"/>
                <a:cs typeface="Segoe UI"/>
              </a:defRPr>
            </a:lvl4pPr>
            <a:lvl5pPr algn="l">
              <a:defRPr sz="900" b="0">
                <a:solidFill>
                  <a:srgbClr val="B7CDD2"/>
                </a:solidFill>
                <a:latin typeface="Segoe UI"/>
                <a:ea typeface="Segoe UI"/>
                <a:cs typeface="Segoe UI"/>
              </a:defRPr>
            </a:lvl5pPr>
            <a:lvl6pPr algn="l">
              <a:defRPr sz="900" b="0">
                <a:solidFill>
                  <a:srgbClr val="B7CDD2"/>
                </a:solidFill>
                <a:latin typeface="Segoe UI"/>
                <a:ea typeface="Segoe UI"/>
                <a:cs typeface="Segoe UI"/>
              </a:defRPr>
            </a:lvl6pPr>
            <a:lvl7pPr algn="l">
              <a:defRPr sz="900" b="0">
                <a:solidFill>
                  <a:srgbClr val="B7CDD2"/>
                </a:solidFill>
                <a:latin typeface="Segoe UI"/>
                <a:ea typeface="Segoe UI"/>
                <a:cs typeface="Segoe UI"/>
              </a:defRPr>
            </a:lvl7pPr>
            <a:lvl8pPr algn="l">
              <a:defRPr sz="900" b="0">
                <a:solidFill>
                  <a:srgbClr val="B7CDD2"/>
                </a:solidFill>
                <a:latin typeface="Segoe UI"/>
                <a:ea typeface="Segoe UI"/>
                <a:cs typeface="Segoe UI"/>
              </a:defRPr>
            </a:lvl8pPr>
            <a:lvl9pPr algn="l">
              <a:defRPr sz="900" b="0">
                <a:solidFill>
                  <a:srgbClr val="B7CDD2"/>
                </a:solidFill>
                <a:latin typeface="Segoe UI"/>
                <a:ea typeface="Segoe UI"/>
                <a:cs typeface="Segoe UI"/>
              </a:defRPr>
            </a:lvl9pPr>
          </a:lstStyle>
          <a:p xmlns:a="http://schemas.openxmlformats.org/drawingml/2006/main">
            <a:pPr algn="l">
              <a:lnSpc>
                <a:spcPct val="100000"/>
              </a:lnSpc>
              <a:buNone/>
              <a:defRPr sz="900" b="0">
                <a:solidFill>
                  <a:srgbClr val="B7CDD2"/>
                </a:solidFill>
                <a:latin typeface="Segoe UI"/>
                <a:ea typeface="Segoe UI"/>
                <a:cs typeface="Segoe UI"/>
              </a:defRPr>
            </a:pPr>
            <a:r>
              <a:rPr sz="900" b="0">
                <a:solidFill>
                  <a:srgbClr val="B7CDD2"/>
                </a:solidFill>
                <a:latin typeface="Segoe UI"/>
                <a:ea typeface="Segoe UI"/>
                <a:cs typeface="Segoe UI"/>
              </a:rPr>
              <a:t>Independent concept</a:t>
            </a:r>
          </a:p>
        </p:txBody>
      </p:sp>
      <p:sp>
        <p:nvSpPr>
          <p:cNvPr id="7" name="">
            <a:extLst xmlns:a="http://schemas.openxmlformats.org/drawingml/2006/main">
              <a:ext uri="{FF2B5EF4-FFF2-40B4-BE49-F238E27FC236}">
                <a16:creationId xmlns:a16="http://schemas.microsoft.com/office/drawing/2014/main" id="{3F54335C-ACAA-48E4-82CB-E81384E834EF}"/>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B7CDD2"/>
                </a:solidFill>
                <a:latin typeface="Segoe UI"/>
                <a:ea typeface="Segoe UI"/>
                <a:cs typeface="Segoe UI"/>
              </a:defRPr>
            </a:defPPr>
            <a:lvl1pPr algn="r">
              <a:defRPr sz="1200" b="0">
                <a:solidFill>
                  <a:srgbClr val="B7CDD2"/>
                </a:solidFill>
                <a:latin typeface="Segoe UI"/>
                <a:ea typeface="Segoe UI"/>
                <a:cs typeface="Segoe UI"/>
              </a:defRPr>
            </a:lvl1pPr>
            <a:lvl2pPr algn="r">
              <a:defRPr sz="1200" b="0">
                <a:solidFill>
                  <a:srgbClr val="B7CDD2"/>
                </a:solidFill>
                <a:latin typeface="Segoe UI"/>
                <a:ea typeface="Segoe UI"/>
                <a:cs typeface="Segoe UI"/>
              </a:defRPr>
            </a:lvl2pPr>
            <a:lvl3pPr algn="r">
              <a:defRPr sz="1200" b="0">
                <a:solidFill>
                  <a:srgbClr val="B7CDD2"/>
                </a:solidFill>
                <a:latin typeface="Segoe UI"/>
                <a:ea typeface="Segoe UI"/>
                <a:cs typeface="Segoe UI"/>
              </a:defRPr>
            </a:lvl3pPr>
            <a:lvl4pPr algn="r">
              <a:defRPr sz="1200" b="0">
                <a:solidFill>
                  <a:srgbClr val="B7CDD2"/>
                </a:solidFill>
                <a:latin typeface="Segoe UI"/>
                <a:ea typeface="Segoe UI"/>
                <a:cs typeface="Segoe UI"/>
              </a:defRPr>
            </a:lvl4pPr>
            <a:lvl5pPr algn="r">
              <a:defRPr sz="1200" b="0">
                <a:solidFill>
                  <a:srgbClr val="B7CDD2"/>
                </a:solidFill>
                <a:latin typeface="Segoe UI"/>
                <a:ea typeface="Segoe UI"/>
                <a:cs typeface="Segoe UI"/>
              </a:defRPr>
            </a:lvl5pPr>
            <a:lvl6pPr algn="r">
              <a:defRPr sz="1200" b="0">
                <a:solidFill>
                  <a:srgbClr val="B7CDD2"/>
                </a:solidFill>
                <a:latin typeface="Segoe UI"/>
                <a:ea typeface="Segoe UI"/>
                <a:cs typeface="Segoe UI"/>
              </a:defRPr>
            </a:lvl6pPr>
            <a:lvl7pPr algn="r">
              <a:defRPr sz="1200" b="0">
                <a:solidFill>
                  <a:srgbClr val="B7CDD2"/>
                </a:solidFill>
                <a:latin typeface="Segoe UI"/>
                <a:ea typeface="Segoe UI"/>
                <a:cs typeface="Segoe UI"/>
              </a:defRPr>
            </a:lvl7pPr>
            <a:lvl8pPr algn="r">
              <a:defRPr sz="1200" b="0">
                <a:solidFill>
                  <a:srgbClr val="B7CDD2"/>
                </a:solidFill>
                <a:latin typeface="Segoe UI"/>
                <a:ea typeface="Segoe UI"/>
                <a:cs typeface="Segoe UI"/>
              </a:defRPr>
            </a:lvl8pPr>
            <a:lvl9pPr algn="r">
              <a:defRPr sz="1200" b="0">
                <a:solidFill>
                  <a:srgbClr val="B7CDD2"/>
                </a:solidFill>
                <a:latin typeface="Segoe UI"/>
                <a:ea typeface="Segoe UI"/>
                <a:cs typeface="Segoe UI"/>
              </a:defRPr>
            </a:lvl9pPr>
          </a:lstStyle>
          <a:p xmlns:a="http://schemas.openxmlformats.org/drawingml/2006/main">
            <a:pPr algn="r">
              <a:lnSpc>
                <a:spcPct val="100000"/>
              </a:lnSpc>
              <a:buNone/>
              <a:defRPr sz="1200" b="0">
                <a:solidFill>
                  <a:srgbClr val="B7CDD2"/>
                </a:solidFill>
                <a:latin typeface="Segoe UI"/>
                <a:ea typeface="Segoe UI"/>
                <a:cs typeface="Segoe UI"/>
              </a:defRPr>
            </a:pPr>
            <a:r>
              <a:rPr sz="1200" b="0">
                <a:solidFill>
                  <a:srgbClr val="B7CDD2"/>
                </a:solidFill>
                <a:latin typeface="Segoe UI"/>
                <a:ea typeface="Segoe UI"/>
                <a:cs typeface="Segoe UI"/>
              </a:rPr>
              <a:t>02</a:t>
            </a:r>
          </a:p>
        </p:txBody>
      </p:sp>
    </p:spTree>
    <p:extLst>
      <p:ext uri="{BB962C8B-B14F-4D97-AF65-F5344CB8AC3E}">
        <p14:creationId xmlns:p14="http://schemas.microsoft.com/office/powerpoint/2010/main" val="956109476"/>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AD70702-5F79-4822-861D-56DCD5D784D8}"/>
              </a:ext>
            </a:extLst>
          </p:cNvPr>
          <p:cNvSpPr>
            <a:spLocks xmlns:a="http://schemas.openxmlformats.org/drawingml/2006/main" noGrp="1"/>
          </p:cNvSpPr>
          <p:nvPr/>
        </p:nvSpPr>
        <p:spPr>
          <a:xfrm xmlns:a="http://schemas.openxmlformats.org/drawingml/2006/main">
            <a:off x="609600" y="1181100"/>
            <a:ext cx="5524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1">
                <a:solidFill>
                  <a:srgbClr val="102830"/>
                </a:solidFill>
                <a:latin typeface="Segoe UI"/>
                <a:ea typeface="Segoe UI"/>
                <a:cs typeface="Segoe UI"/>
              </a:defRPr>
            </a:defPPr>
            <a:lvl1pPr algn="l">
              <a:defRPr sz="4575" b="1">
                <a:solidFill>
                  <a:srgbClr val="102830"/>
                </a:solidFill>
                <a:latin typeface="Segoe UI"/>
                <a:ea typeface="Segoe UI"/>
                <a:cs typeface="Segoe UI"/>
              </a:defRPr>
            </a:lvl1pPr>
            <a:lvl2pPr algn="l">
              <a:defRPr sz="4575" b="1">
                <a:solidFill>
                  <a:srgbClr val="102830"/>
                </a:solidFill>
                <a:latin typeface="Segoe UI"/>
                <a:ea typeface="Segoe UI"/>
                <a:cs typeface="Segoe UI"/>
              </a:defRPr>
            </a:lvl2pPr>
            <a:lvl3pPr algn="l">
              <a:defRPr sz="4575" b="1">
                <a:solidFill>
                  <a:srgbClr val="102830"/>
                </a:solidFill>
                <a:latin typeface="Segoe UI"/>
                <a:ea typeface="Segoe UI"/>
                <a:cs typeface="Segoe UI"/>
              </a:defRPr>
            </a:lvl3pPr>
            <a:lvl4pPr algn="l">
              <a:defRPr sz="4575" b="1">
                <a:solidFill>
                  <a:srgbClr val="102830"/>
                </a:solidFill>
                <a:latin typeface="Segoe UI"/>
                <a:ea typeface="Segoe UI"/>
                <a:cs typeface="Segoe UI"/>
              </a:defRPr>
            </a:lvl4pPr>
            <a:lvl5pPr algn="l">
              <a:defRPr sz="4575" b="1">
                <a:solidFill>
                  <a:srgbClr val="102830"/>
                </a:solidFill>
                <a:latin typeface="Segoe UI"/>
                <a:ea typeface="Segoe UI"/>
                <a:cs typeface="Segoe UI"/>
              </a:defRPr>
            </a:lvl5pPr>
            <a:lvl6pPr algn="l">
              <a:defRPr sz="4575" b="1">
                <a:solidFill>
                  <a:srgbClr val="102830"/>
                </a:solidFill>
                <a:latin typeface="Segoe UI"/>
                <a:ea typeface="Segoe UI"/>
                <a:cs typeface="Segoe UI"/>
              </a:defRPr>
            </a:lvl6pPr>
            <a:lvl7pPr algn="l">
              <a:defRPr sz="4575" b="1">
                <a:solidFill>
                  <a:srgbClr val="102830"/>
                </a:solidFill>
                <a:latin typeface="Segoe UI"/>
                <a:ea typeface="Segoe UI"/>
                <a:cs typeface="Segoe UI"/>
              </a:defRPr>
            </a:lvl7pPr>
            <a:lvl8pPr algn="l">
              <a:defRPr sz="4575" b="1">
                <a:solidFill>
                  <a:srgbClr val="102830"/>
                </a:solidFill>
                <a:latin typeface="Segoe UI"/>
                <a:ea typeface="Segoe UI"/>
                <a:cs typeface="Segoe UI"/>
              </a:defRPr>
            </a:lvl8pPr>
            <a:lvl9pPr algn="l">
              <a:defRPr sz="4575" b="1">
                <a:solidFill>
                  <a:srgbClr val="102830"/>
                </a:solidFill>
                <a:latin typeface="Segoe UI"/>
                <a:ea typeface="Segoe UI"/>
                <a:cs typeface="Segoe UI"/>
              </a:defRPr>
            </a:lvl9pPr>
          </a:lstStyle>
          <a:p xmlns:a="http://schemas.openxmlformats.org/drawingml/2006/main">
            <a:pPr algn="l">
              <a:lnSpc>
                <a:spcPct val="100000"/>
              </a:lnSpc>
              <a:buNone/>
              <a:defRPr sz="4575" b="1">
                <a:solidFill>
                  <a:srgbClr val="102830"/>
                </a:solidFill>
                <a:latin typeface="Segoe UI"/>
                <a:ea typeface="Segoe UI"/>
                <a:cs typeface="Segoe UI"/>
              </a:defRPr>
            </a:pPr>
            <a:r>
              <a:rPr sz="4575" b="1">
                <a:solidFill>
                  <a:srgbClr val="102830"/>
                </a:solidFill>
                <a:latin typeface="Segoe UI"/>
                <a:ea typeface="Segoe UI"/>
                <a:cs typeface="Segoe UI"/>
              </a:rPr>
              <a:t>Four systems.</a:t>
            </a:r>
          </a:p>
          <a:p xmlns:a="http://schemas.openxmlformats.org/drawingml/2006/main">
            <a:pPr algn="l">
              <a:lnSpc>
                <a:spcPct val="100000"/>
              </a:lnSpc>
              <a:buNone/>
              <a:defRPr sz="4575" b="1">
                <a:solidFill>
                  <a:srgbClr val="102830"/>
                </a:solidFill>
                <a:latin typeface="Segoe UI"/>
                <a:ea typeface="Segoe UI"/>
                <a:cs typeface="Segoe UI"/>
              </a:defRPr>
            </a:pPr>
            <a:r>
              <a:rPr sz="4575" b="1">
                <a:solidFill>
                  <a:srgbClr val="102830"/>
                </a:solidFill>
                <a:latin typeface="Segoe UI"/>
                <a:ea typeface="Segoe UI"/>
                <a:cs typeface="Segoe UI"/>
              </a:rPr>
              <a:t>One person</a:t>
            </a:r>
          </a:p>
          <a:p xmlns:a="http://schemas.openxmlformats.org/drawingml/2006/main">
            <a:pPr algn="l">
              <a:lnSpc>
                <a:spcPct val="100000"/>
              </a:lnSpc>
              <a:buNone/>
              <a:defRPr sz="4575" b="1">
                <a:solidFill>
                  <a:srgbClr val="102830"/>
                </a:solidFill>
                <a:latin typeface="Segoe UI"/>
                <a:ea typeface="Segoe UI"/>
                <a:cs typeface="Segoe UI"/>
              </a:defRPr>
            </a:pPr>
            <a:r>
              <a:rPr sz="4575" b="1">
                <a:solidFill>
                  <a:srgbClr val="102830"/>
                </a:solidFill>
                <a:latin typeface="Segoe UI"/>
                <a:ea typeface="Segoe UI"/>
                <a:cs typeface="Segoe UI"/>
              </a:rPr>
              <a:t>in the middle</a:t>
            </a:r>
          </a:p>
        </p:txBody>
      </p:sp>
      <p:sp>
        <p:nvSpPr>
          <p:cNvPr id="2" name="">
            <a:extLst xmlns:a="http://schemas.openxmlformats.org/drawingml/2006/main">
              <a:ext uri="{FF2B5EF4-FFF2-40B4-BE49-F238E27FC236}">
                <a16:creationId xmlns:a16="http://schemas.microsoft.com/office/drawing/2014/main" id="{DCD04C81-BEA1-4F04-8DF2-0E925E3E8FE8}"/>
              </a:ext>
            </a:extLst>
          </p:cNvPr>
          <p:cNvSpPr>
            <a:spLocks xmlns:a="http://schemas.openxmlformats.org/drawingml/2006/main" noGrp="1"/>
          </p:cNvSpPr>
          <p:nvPr/>
        </p:nvSpPr>
        <p:spPr>
          <a:xfrm xmlns:a="http://schemas.openxmlformats.org/drawingml/2006/main">
            <a:off x="647700" y="5057775"/>
            <a:ext cx="5048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2656B"/>
                </a:solidFill>
                <a:latin typeface="Segoe UI"/>
                <a:ea typeface="Segoe UI"/>
                <a:cs typeface="Segoe UI"/>
              </a:defRPr>
            </a:defPPr>
            <a:lvl1pPr algn="l">
              <a:defRPr sz="2175" b="0">
                <a:solidFill>
                  <a:srgbClr val="52656B"/>
                </a:solidFill>
                <a:latin typeface="Segoe UI"/>
                <a:ea typeface="Segoe UI"/>
                <a:cs typeface="Segoe UI"/>
              </a:defRPr>
            </a:lvl1pPr>
            <a:lvl2pPr algn="l">
              <a:defRPr sz="2175" b="0">
                <a:solidFill>
                  <a:srgbClr val="52656B"/>
                </a:solidFill>
                <a:latin typeface="Segoe UI"/>
                <a:ea typeface="Segoe UI"/>
                <a:cs typeface="Segoe UI"/>
              </a:defRPr>
            </a:lvl2pPr>
            <a:lvl3pPr algn="l">
              <a:defRPr sz="2175" b="0">
                <a:solidFill>
                  <a:srgbClr val="52656B"/>
                </a:solidFill>
                <a:latin typeface="Segoe UI"/>
                <a:ea typeface="Segoe UI"/>
                <a:cs typeface="Segoe UI"/>
              </a:defRPr>
            </a:lvl3pPr>
            <a:lvl4pPr algn="l">
              <a:defRPr sz="2175" b="0">
                <a:solidFill>
                  <a:srgbClr val="52656B"/>
                </a:solidFill>
                <a:latin typeface="Segoe UI"/>
                <a:ea typeface="Segoe UI"/>
                <a:cs typeface="Segoe UI"/>
              </a:defRPr>
            </a:lvl4pPr>
            <a:lvl5pPr algn="l">
              <a:defRPr sz="2175" b="0">
                <a:solidFill>
                  <a:srgbClr val="52656B"/>
                </a:solidFill>
                <a:latin typeface="Segoe UI"/>
                <a:ea typeface="Segoe UI"/>
                <a:cs typeface="Segoe UI"/>
              </a:defRPr>
            </a:lvl5pPr>
            <a:lvl6pPr algn="l">
              <a:defRPr sz="2175" b="0">
                <a:solidFill>
                  <a:srgbClr val="52656B"/>
                </a:solidFill>
                <a:latin typeface="Segoe UI"/>
                <a:ea typeface="Segoe UI"/>
                <a:cs typeface="Segoe UI"/>
              </a:defRPr>
            </a:lvl6pPr>
            <a:lvl7pPr algn="l">
              <a:defRPr sz="2175" b="0">
                <a:solidFill>
                  <a:srgbClr val="52656B"/>
                </a:solidFill>
                <a:latin typeface="Segoe UI"/>
                <a:ea typeface="Segoe UI"/>
                <a:cs typeface="Segoe UI"/>
              </a:defRPr>
            </a:lvl7pPr>
            <a:lvl8pPr algn="l">
              <a:defRPr sz="2175" b="0">
                <a:solidFill>
                  <a:srgbClr val="52656B"/>
                </a:solidFill>
                <a:latin typeface="Segoe UI"/>
                <a:ea typeface="Segoe UI"/>
                <a:cs typeface="Segoe UI"/>
              </a:defRPr>
            </a:lvl8pPr>
            <a:lvl9pPr algn="l">
              <a:defRPr sz="2175" b="0">
                <a:solidFill>
                  <a:srgbClr val="52656B"/>
                </a:solidFill>
                <a:latin typeface="Segoe UI"/>
                <a:ea typeface="Segoe UI"/>
                <a:cs typeface="Segoe UI"/>
              </a:defRPr>
            </a:lvl9pPr>
          </a:lstStyle>
          <a:p xmlns:a="http://schemas.openxmlformats.org/drawingml/2006/main">
            <a:pPr algn="l">
              <a:lnSpc>
                <a:spcPct val="100000"/>
              </a:lnSpc>
              <a:buNone/>
              <a:defRPr sz="2175" b="0">
                <a:solidFill>
                  <a:srgbClr val="52656B"/>
                </a:solidFill>
                <a:latin typeface="Segoe UI"/>
                <a:ea typeface="Segoe UI"/>
                <a:cs typeface="Segoe UI"/>
              </a:defRPr>
            </a:pPr>
            <a:r>
              <a:rPr sz="2175" b="0">
                <a:solidFill>
                  <a:srgbClr val="52656B"/>
                </a:solidFill>
                <a:latin typeface="Segoe UI"/>
                <a:ea typeface="Segoe UI"/>
                <a:cs typeface="Segoe UI"/>
              </a:rPr>
              <a:t>Maya carries the handoffs.</a:t>
            </a:r>
          </a:p>
        </p:txBody>
      </p:sp>
      <p:sp>
        <p:nvSpPr>
          <p:cNvPr id="3" name="">
            <a:extLst xmlns:a="http://schemas.openxmlformats.org/drawingml/2006/main">
              <a:ext uri="{FF2B5EF4-FFF2-40B4-BE49-F238E27FC236}">
                <a16:creationId xmlns:a16="http://schemas.microsoft.com/office/drawing/2014/main" id="{FBB33335-99CD-416D-A8F8-BCD2EF95A08C}"/>
              </a:ext>
            </a:extLst>
          </p:cNvPr>
          <p:cNvSpPr>
            <a:spLocks xmlns:a="http://schemas.openxmlformats.org/drawingml/2006/main" noGrp="1"/>
          </p:cNvSpPr>
          <p:nvPr/>
        </p:nvSpPr>
        <p:spPr>
          <a:xfrm xmlns:a="http://schemas.openxmlformats.org/drawingml/2006/main">
            <a:off x="7658100" y="2324100"/>
            <a:ext cx="1419225"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D56107-A41F-4D7B-9E54-8F23C60AB123}"/>
              </a:ext>
            </a:extLst>
          </p:cNvPr>
          <p:cNvSpPr>
            <a:spLocks xmlns:a="http://schemas.openxmlformats.org/drawingml/2006/main" noGrp="1"/>
          </p:cNvSpPr>
          <p:nvPr/>
        </p:nvSpPr>
        <p:spPr>
          <a:xfrm xmlns:a="http://schemas.openxmlformats.org/drawingml/2006/main">
            <a:off x="9058275" y="2324100"/>
            <a:ext cx="19050" cy="2686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E5ADA76-2D34-4B97-B106-F78B24E75062}"/>
              </a:ext>
            </a:extLst>
          </p:cNvPr>
          <p:cNvSpPr>
            <a:spLocks xmlns:a="http://schemas.openxmlformats.org/drawingml/2006/main" noGrp="1"/>
          </p:cNvSpPr>
          <p:nvPr/>
        </p:nvSpPr>
        <p:spPr>
          <a:xfrm xmlns:a="http://schemas.openxmlformats.org/drawingml/2006/main">
            <a:off x="9058275" y="2324100"/>
            <a:ext cx="1457325"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9D875DD-2533-4422-93B6-447D1C13CBC1}"/>
              </a:ext>
            </a:extLst>
          </p:cNvPr>
          <p:cNvSpPr>
            <a:spLocks xmlns:a="http://schemas.openxmlformats.org/drawingml/2006/main" noGrp="1"/>
          </p:cNvSpPr>
          <p:nvPr/>
        </p:nvSpPr>
        <p:spPr>
          <a:xfrm xmlns:a="http://schemas.openxmlformats.org/drawingml/2006/main">
            <a:off x="7658100" y="4991100"/>
            <a:ext cx="1419225"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43055FD-8DFA-4ACD-98E4-D3A759D485D9}"/>
              </a:ext>
            </a:extLst>
          </p:cNvPr>
          <p:cNvSpPr>
            <a:spLocks xmlns:a="http://schemas.openxmlformats.org/drawingml/2006/main" noGrp="1"/>
          </p:cNvSpPr>
          <p:nvPr/>
        </p:nvSpPr>
        <p:spPr>
          <a:xfrm xmlns:a="http://schemas.openxmlformats.org/drawingml/2006/main">
            <a:off x="9058275" y="4991100"/>
            <a:ext cx="1457325"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ACA945A-8F72-4821-ADFC-DE921F45B444}"/>
              </a:ext>
            </a:extLst>
          </p:cNvPr>
          <p:cNvSpPr>
            <a:spLocks xmlns:a="http://schemas.openxmlformats.org/drawingml/2006/main" noGrp="1"/>
          </p:cNvSpPr>
          <p:nvPr/>
        </p:nvSpPr>
        <p:spPr>
          <a:xfrm xmlns:a="http://schemas.openxmlformats.org/drawingml/2006/main">
            <a:off x="8334375" y="2933700"/>
            <a:ext cx="1447800" cy="1447800"/>
          </a:xfrm>
          <a:prstGeom xmlns:a="http://schemas.openxmlformats.org/drawingml/2006/main" prst="ellipse">
            <a:avLst/>
          </a:prstGeom>
          <a:solidFill xmlns:a="http://schemas.openxmlformats.org/drawingml/2006/main">
            <a:srgbClr val="1756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6AF71C-0264-41AD-A1DC-D72EDF667574}"/>
              </a:ext>
            </a:extLst>
          </p:cNvPr>
          <p:cNvSpPr>
            <a:spLocks xmlns:a="http://schemas.openxmlformats.org/drawingml/2006/main" noGrp="1"/>
          </p:cNvSpPr>
          <p:nvPr/>
        </p:nvSpPr>
        <p:spPr>
          <a:xfrm xmlns:a="http://schemas.openxmlformats.org/drawingml/2006/main">
            <a:off x="8401050" y="3400425"/>
            <a:ext cx="1314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075" b="1">
                <a:solidFill>
                  <a:srgbClr val="FFFFFF"/>
                </a:solidFill>
                <a:latin typeface="Segoe UI"/>
                <a:ea typeface="Segoe UI"/>
                <a:cs typeface="Segoe UI"/>
              </a:defRPr>
            </a:defPPr>
            <a:lvl1pPr algn="ctr">
              <a:defRPr sz="3075" b="1">
                <a:solidFill>
                  <a:srgbClr val="FFFFFF"/>
                </a:solidFill>
                <a:latin typeface="Segoe UI"/>
                <a:ea typeface="Segoe UI"/>
                <a:cs typeface="Segoe UI"/>
              </a:defRPr>
            </a:lvl1pPr>
            <a:lvl2pPr algn="ctr">
              <a:defRPr sz="3075" b="1">
                <a:solidFill>
                  <a:srgbClr val="FFFFFF"/>
                </a:solidFill>
                <a:latin typeface="Segoe UI"/>
                <a:ea typeface="Segoe UI"/>
                <a:cs typeface="Segoe UI"/>
              </a:defRPr>
            </a:lvl2pPr>
            <a:lvl3pPr algn="ctr">
              <a:defRPr sz="3075" b="1">
                <a:solidFill>
                  <a:srgbClr val="FFFFFF"/>
                </a:solidFill>
                <a:latin typeface="Segoe UI"/>
                <a:ea typeface="Segoe UI"/>
                <a:cs typeface="Segoe UI"/>
              </a:defRPr>
            </a:lvl3pPr>
            <a:lvl4pPr algn="ctr">
              <a:defRPr sz="3075" b="1">
                <a:solidFill>
                  <a:srgbClr val="FFFFFF"/>
                </a:solidFill>
                <a:latin typeface="Segoe UI"/>
                <a:ea typeface="Segoe UI"/>
                <a:cs typeface="Segoe UI"/>
              </a:defRPr>
            </a:lvl4pPr>
            <a:lvl5pPr algn="ctr">
              <a:defRPr sz="3075" b="1">
                <a:solidFill>
                  <a:srgbClr val="FFFFFF"/>
                </a:solidFill>
                <a:latin typeface="Segoe UI"/>
                <a:ea typeface="Segoe UI"/>
                <a:cs typeface="Segoe UI"/>
              </a:defRPr>
            </a:lvl5pPr>
            <a:lvl6pPr algn="ctr">
              <a:defRPr sz="3075" b="1">
                <a:solidFill>
                  <a:srgbClr val="FFFFFF"/>
                </a:solidFill>
                <a:latin typeface="Segoe UI"/>
                <a:ea typeface="Segoe UI"/>
                <a:cs typeface="Segoe UI"/>
              </a:defRPr>
            </a:lvl6pPr>
            <a:lvl7pPr algn="ctr">
              <a:defRPr sz="3075" b="1">
                <a:solidFill>
                  <a:srgbClr val="FFFFFF"/>
                </a:solidFill>
                <a:latin typeface="Segoe UI"/>
                <a:ea typeface="Segoe UI"/>
                <a:cs typeface="Segoe UI"/>
              </a:defRPr>
            </a:lvl7pPr>
            <a:lvl8pPr algn="ctr">
              <a:defRPr sz="3075" b="1">
                <a:solidFill>
                  <a:srgbClr val="FFFFFF"/>
                </a:solidFill>
                <a:latin typeface="Segoe UI"/>
                <a:ea typeface="Segoe UI"/>
                <a:cs typeface="Segoe UI"/>
              </a:defRPr>
            </a:lvl8pPr>
            <a:lvl9pPr algn="ctr">
              <a:defRPr sz="3075" b="1">
                <a:solidFill>
                  <a:srgbClr val="FFFFFF"/>
                </a:solidFill>
                <a:latin typeface="Segoe UI"/>
                <a:ea typeface="Segoe UI"/>
                <a:cs typeface="Segoe UI"/>
              </a:defRPr>
            </a:lvl9pPr>
          </a:lstStyle>
          <a:p xmlns:a="http://schemas.openxmlformats.org/drawingml/2006/main">
            <a:pPr algn="ctr">
              <a:lnSpc>
                <a:spcPct val="100000"/>
              </a:lnSpc>
              <a:buNone/>
              <a:defRPr sz="3075" b="1">
                <a:solidFill>
                  <a:srgbClr val="FFFFFF"/>
                </a:solidFill>
                <a:latin typeface="Segoe UI"/>
                <a:ea typeface="Segoe UI"/>
                <a:cs typeface="Segoe UI"/>
              </a:defRPr>
            </a:pPr>
            <a:r>
              <a:rPr sz="3075" b="1">
                <a:solidFill>
                  <a:srgbClr val="FFFFFF"/>
                </a:solidFill>
                <a:latin typeface="Segoe UI"/>
                <a:ea typeface="Segoe UI"/>
                <a:cs typeface="Segoe UI"/>
              </a:rPr>
              <a:t>Maya</a:t>
            </a:r>
          </a:p>
        </p:txBody>
      </p:sp>
      <p:sp>
        <p:nvSpPr>
          <p:cNvPr id="10" name="">
            <a:extLst xmlns:a="http://schemas.openxmlformats.org/drawingml/2006/main">
              <a:ext uri="{FF2B5EF4-FFF2-40B4-BE49-F238E27FC236}">
                <a16:creationId xmlns:a16="http://schemas.microsoft.com/office/drawing/2014/main" id="{D710F567-0F20-442A-94FB-59FF9319A7B4}"/>
              </a:ext>
            </a:extLst>
          </p:cNvPr>
          <p:cNvSpPr>
            <a:spLocks xmlns:a="http://schemas.openxmlformats.org/drawingml/2006/main" noGrp="1"/>
          </p:cNvSpPr>
          <p:nvPr/>
        </p:nvSpPr>
        <p:spPr>
          <a:xfrm xmlns:a="http://schemas.openxmlformats.org/drawingml/2006/main">
            <a:off x="7524750" y="2190750"/>
            <a:ext cx="266700" cy="266700"/>
          </a:xfrm>
          <a:prstGeom xmlns:a="http://schemas.openxmlformats.org/drawingml/2006/main" prst="ellipse">
            <a:avLst/>
          </a:prstGeom>
          <a:solidFill xmlns:a="http://schemas.openxmlformats.org/drawingml/2006/main">
            <a:srgbClr val="F8F7F2"/>
          </a:solidFill>
          <a:ln xmlns:a="http://schemas.openxmlformats.org/drawingml/2006/main" w="28575">
            <a:solidFill>
              <a:srgbClr val="1756D8"/>
            </a:solidFill>
            <a:prstDash val="solid"/>
          </a:ln>
        </p:spPr>
      </p:sp>
      <p:sp>
        <p:nvSpPr>
          <p:cNvPr id="11" name="">
            <a:extLst xmlns:a="http://schemas.openxmlformats.org/drawingml/2006/main">
              <a:ext uri="{FF2B5EF4-FFF2-40B4-BE49-F238E27FC236}">
                <a16:creationId xmlns:a16="http://schemas.microsoft.com/office/drawing/2014/main" id="{C2BA5C22-3D75-4CFB-A343-4BD7D09DA4A2}"/>
              </a:ext>
            </a:extLst>
          </p:cNvPr>
          <p:cNvSpPr>
            <a:spLocks xmlns:a="http://schemas.openxmlformats.org/drawingml/2006/main" noGrp="1"/>
          </p:cNvSpPr>
          <p:nvPr/>
        </p:nvSpPr>
        <p:spPr>
          <a:xfrm xmlns:a="http://schemas.openxmlformats.org/drawingml/2006/main">
            <a:off x="6772275" y="2609850"/>
            <a:ext cx="1762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02830"/>
                </a:solidFill>
                <a:latin typeface="Segoe UI"/>
                <a:ea typeface="Segoe UI"/>
                <a:cs typeface="Segoe UI"/>
              </a:defRPr>
            </a:defPPr>
            <a:lvl1pPr algn="ctr">
              <a:defRPr sz="1875" b="1">
                <a:solidFill>
                  <a:srgbClr val="102830"/>
                </a:solidFill>
                <a:latin typeface="Segoe UI"/>
                <a:ea typeface="Segoe UI"/>
                <a:cs typeface="Segoe UI"/>
              </a:defRPr>
            </a:lvl1pPr>
            <a:lvl2pPr algn="ctr">
              <a:defRPr sz="1875" b="1">
                <a:solidFill>
                  <a:srgbClr val="102830"/>
                </a:solidFill>
                <a:latin typeface="Segoe UI"/>
                <a:ea typeface="Segoe UI"/>
                <a:cs typeface="Segoe UI"/>
              </a:defRPr>
            </a:lvl2pPr>
            <a:lvl3pPr algn="ctr">
              <a:defRPr sz="1875" b="1">
                <a:solidFill>
                  <a:srgbClr val="102830"/>
                </a:solidFill>
                <a:latin typeface="Segoe UI"/>
                <a:ea typeface="Segoe UI"/>
                <a:cs typeface="Segoe UI"/>
              </a:defRPr>
            </a:lvl3pPr>
            <a:lvl4pPr algn="ctr">
              <a:defRPr sz="1875" b="1">
                <a:solidFill>
                  <a:srgbClr val="102830"/>
                </a:solidFill>
                <a:latin typeface="Segoe UI"/>
                <a:ea typeface="Segoe UI"/>
                <a:cs typeface="Segoe UI"/>
              </a:defRPr>
            </a:lvl4pPr>
            <a:lvl5pPr algn="ctr">
              <a:defRPr sz="1875" b="1">
                <a:solidFill>
                  <a:srgbClr val="102830"/>
                </a:solidFill>
                <a:latin typeface="Segoe UI"/>
                <a:ea typeface="Segoe UI"/>
                <a:cs typeface="Segoe UI"/>
              </a:defRPr>
            </a:lvl5pPr>
            <a:lvl6pPr algn="ctr">
              <a:defRPr sz="1875" b="1">
                <a:solidFill>
                  <a:srgbClr val="102830"/>
                </a:solidFill>
                <a:latin typeface="Segoe UI"/>
                <a:ea typeface="Segoe UI"/>
                <a:cs typeface="Segoe UI"/>
              </a:defRPr>
            </a:lvl6pPr>
            <a:lvl7pPr algn="ctr">
              <a:defRPr sz="1875" b="1">
                <a:solidFill>
                  <a:srgbClr val="102830"/>
                </a:solidFill>
                <a:latin typeface="Segoe UI"/>
                <a:ea typeface="Segoe UI"/>
                <a:cs typeface="Segoe UI"/>
              </a:defRPr>
            </a:lvl7pPr>
            <a:lvl8pPr algn="ctr">
              <a:defRPr sz="1875" b="1">
                <a:solidFill>
                  <a:srgbClr val="102830"/>
                </a:solidFill>
                <a:latin typeface="Segoe UI"/>
                <a:ea typeface="Segoe UI"/>
                <a:cs typeface="Segoe UI"/>
              </a:defRPr>
            </a:lvl8pPr>
            <a:lvl9pPr algn="ctr">
              <a:defRPr sz="1875" b="1">
                <a:solidFill>
                  <a:srgbClr val="102830"/>
                </a:solidFill>
                <a:latin typeface="Segoe UI"/>
                <a:ea typeface="Segoe UI"/>
                <a:cs typeface="Segoe UI"/>
              </a:defRPr>
            </a:lvl9pPr>
          </a:lstStyle>
          <a:p xmlns:a="http://schemas.openxmlformats.org/drawingml/2006/main">
            <a:pPr algn="ctr">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rPr>
              <a:t>Inventory</a:t>
            </a:r>
          </a:p>
        </p:txBody>
      </p:sp>
      <p:sp>
        <p:nvSpPr>
          <p:cNvPr id="12" name="">
            <a:extLst xmlns:a="http://schemas.openxmlformats.org/drawingml/2006/main">
              <a:ext uri="{FF2B5EF4-FFF2-40B4-BE49-F238E27FC236}">
                <a16:creationId xmlns:a16="http://schemas.microsoft.com/office/drawing/2014/main" id="{986F2DE2-DC5D-4578-9BF4-D11572436B08}"/>
              </a:ext>
            </a:extLst>
          </p:cNvPr>
          <p:cNvSpPr>
            <a:spLocks xmlns:a="http://schemas.openxmlformats.org/drawingml/2006/main" noGrp="1"/>
          </p:cNvSpPr>
          <p:nvPr/>
        </p:nvSpPr>
        <p:spPr>
          <a:xfrm xmlns:a="http://schemas.openxmlformats.org/drawingml/2006/main">
            <a:off x="10382250" y="2190750"/>
            <a:ext cx="266700" cy="266700"/>
          </a:xfrm>
          <a:prstGeom xmlns:a="http://schemas.openxmlformats.org/drawingml/2006/main" prst="ellipse">
            <a:avLst/>
          </a:prstGeom>
          <a:solidFill xmlns:a="http://schemas.openxmlformats.org/drawingml/2006/main">
            <a:srgbClr val="F8F7F2"/>
          </a:solidFill>
          <a:ln xmlns:a="http://schemas.openxmlformats.org/drawingml/2006/main" w="28575">
            <a:solidFill>
              <a:srgbClr val="1756D8"/>
            </a:solidFill>
            <a:prstDash val="solid"/>
          </a:ln>
        </p:spPr>
      </p:sp>
      <p:sp>
        <p:nvSpPr>
          <p:cNvPr id="13" name="">
            <a:extLst xmlns:a="http://schemas.openxmlformats.org/drawingml/2006/main">
              <a:ext uri="{FF2B5EF4-FFF2-40B4-BE49-F238E27FC236}">
                <a16:creationId xmlns:a16="http://schemas.microsoft.com/office/drawing/2014/main" id="{A2E9AA91-92CE-4DC9-BB50-DCE3061F9DFB}"/>
              </a:ext>
            </a:extLst>
          </p:cNvPr>
          <p:cNvSpPr>
            <a:spLocks xmlns:a="http://schemas.openxmlformats.org/drawingml/2006/main" noGrp="1"/>
          </p:cNvSpPr>
          <p:nvPr/>
        </p:nvSpPr>
        <p:spPr>
          <a:xfrm xmlns:a="http://schemas.openxmlformats.org/drawingml/2006/main">
            <a:off x="9629775" y="2609850"/>
            <a:ext cx="1762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02830"/>
                </a:solidFill>
                <a:latin typeface="Segoe UI"/>
                <a:ea typeface="Segoe UI"/>
                <a:cs typeface="Segoe UI"/>
              </a:defRPr>
            </a:defPPr>
            <a:lvl1pPr algn="ctr">
              <a:defRPr sz="1875" b="1">
                <a:solidFill>
                  <a:srgbClr val="102830"/>
                </a:solidFill>
                <a:latin typeface="Segoe UI"/>
                <a:ea typeface="Segoe UI"/>
                <a:cs typeface="Segoe UI"/>
              </a:defRPr>
            </a:lvl1pPr>
            <a:lvl2pPr algn="ctr">
              <a:defRPr sz="1875" b="1">
                <a:solidFill>
                  <a:srgbClr val="102830"/>
                </a:solidFill>
                <a:latin typeface="Segoe UI"/>
                <a:ea typeface="Segoe UI"/>
                <a:cs typeface="Segoe UI"/>
              </a:defRPr>
            </a:lvl2pPr>
            <a:lvl3pPr algn="ctr">
              <a:defRPr sz="1875" b="1">
                <a:solidFill>
                  <a:srgbClr val="102830"/>
                </a:solidFill>
                <a:latin typeface="Segoe UI"/>
                <a:ea typeface="Segoe UI"/>
                <a:cs typeface="Segoe UI"/>
              </a:defRPr>
            </a:lvl3pPr>
            <a:lvl4pPr algn="ctr">
              <a:defRPr sz="1875" b="1">
                <a:solidFill>
                  <a:srgbClr val="102830"/>
                </a:solidFill>
                <a:latin typeface="Segoe UI"/>
                <a:ea typeface="Segoe UI"/>
                <a:cs typeface="Segoe UI"/>
              </a:defRPr>
            </a:lvl4pPr>
            <a:lvl5pPr algn="ctr">
              <a:defRPr sz="1875" b="1">
                <a:solidFill>
                  <a:srgbClr val="102830"/>
                </a:solidFill>
                <a:latin typeface="Segoe UI"/>
                <a:ea typeface="Segoe UI"/>
                <a:cs typeface="Segoe UI"/>
              </a:defRPr>
            </a:lvl5pPr>
            <a:lvl6pPr algn="ctr">
              <a:defRPr sz="1875" b="1">
                <a:solidFill>
                  <a:srgbClr val="102830"/>
                </a:solidFill>
                <a:latin typeface="Segoe UI"/>
                <a:ea typeface="Segoe UI"/>
                <a:cs typeface="Segoe UI"/>
              </a:defRPr>
            </a:lvl6pPr>
            <a:lvl7pPr algn="ctr">
              <a:defRPr sz="1875" b="1">
                <a:solidFill>
                  <a:srgbClr val="102830"/>
                </a:solidFill>
                <a:latin typeface="Segoe UI"/>
                <a:ea typeface="Segoe UI"/>
                <a:cs typeface="Segoe UI"/>
              </a:defRPr>
            </a:lvl7pPr>
            <a:lvl8pPr algn="ctr">
              <a:defRPr sz="1875" b="1">
                <a:solidFill>
                  <a:srgbClr val="102830"/>
                </a:solidFill>
                <a:latin typeface="Segoe UI"/>
                <a:ea typeface="Segoe UI"/>
                <a:cs typeface="Segoe UI"/>
              </a:defRPr>
            </a:lvl8pPr>
            <a:lvl9pPr algn="ctr">
              <a:defRPr sz="1875" b="1">
                <a:solidFill>
                  <a:srgbClr val="102830"/>
                </a:solidFill>
                <a:latin typeface="Segoe UI"/>
                <a:ea typeface="Segoe UI"/>
                <a:cs typeface="Segoe UI"/>
              </a:defRPr>
            </a:lvl9pPr>
          </a:lstStyle>
          <a:p xmlns:a="http://schemas.openxmlformats.org/drawingml/2006/main">
            <a:pPr algn="ctr">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rPr>
              <a:t>Supplier</a:t>
            </a:r>
          </a:p>
        </p:txBody>
      </p:sp>
      <p:sp>
        <p:nvSpPr>
          <p:cNvPr id="14" name="">
            <a:extLst xmlns:a="http://schemas.openxmlformats.org/drawingml/2006/main">
              <a:ext uri="{FF2B5EF4-FFF2-40B4-BE49-F238E27FC236}">
                <a16:creationId xmlns:a16="http://schemas.microsoft.com/office/drawing/2014/main" id="{B364088B-3651-4F09-9C96-87D79A6A0F3E}"/>
              </a:ext>
            </a:extLst>
          </p:cNvPr>
          <p:cNvSpPr>
            <a:spLocks xmlns:a="http://schemas.openxmlformats.org/drawingml/2006/main" noGrp="1"/>
          </p:cNvSpPr>
          <p:nvPr/>
        </p:nvSpPr>
        <p:spPr>
          <a:xfrm xmlns:a="http://schemas.openxmlformats.org/drawingml/2006/main">
            <a:off x="7524750" y="4857750"/>
            <a:ext cx="266700" cy="266700"/>
          </a:xfrm>
          <a:prstGeom xmlns:a="http://schemas.openxmlformats.org/drawingml/2006/main" prst="ellipse">
            <a:avLst/>
          </a:prstGeom>
          <a:solidFill xmlns:a="http://schemas.openxmlformats.org/drawingml/2006/main">
            <a:srgbClr val="F8F7F2"/>
          </a:solidFill>
          <a:ln xmlns:a="http://schemas.openxmlformats.org/drawingml/2006/main" w="28575">
            <a:solidFill>
              <a:srgbClr val="1756D8"/>
            </a:solidFill>
            <a:prstDash val="solid"/>
          </a:ln>
        </p:spPr>
      </p:sp>
      <p:sp>
        <p:nvSpPr>
          <p:cNvPr id="15" name="">
            <a:extLst xmlns:a="http://schemas.openxmlformats.org/drawingml/2006/main">
              <a:ext uri="{FF2B5EF4-FFF2-40B4-BE49-F238E27FC236}">
                <a16:creationId xmlns:a16="http://schemas.microsoft.com/office/drawing/2014/main" id="{070AB624-F4FC-493B-8AE8-26E79FC44BFD}"/>
              </a:ext>
            </a:extLst>
          </p:cNvPr>
          <p:cNvSpPr>
            <a:spLocks xmlns:a="http://schemas.openxmlformats.org/drawingml/2006/main" noGrp="1"/>
          </p:cNvSpPr>
          <p:nvPr/>
        </p:nvSpPr>
        <p:spPr>
          <a:xfrm xmlns:a="http://schemas.openxmlformats.org/drawingml/2006/main">
            <a:off x="6772275" y="5276850"/>
            <a:ext cx="1762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02830"/>
                </a:solidFill>
                <a:latin typeface="Segoe UI"/>
                <a:ea typeface="Segoe UI"/>
                <a:cs typeface="Segoe UI"/>
              </a:defRPr>
            </a:defPPr>
            <a:lvl1pPr algn="ctr">
              <a:defRPr sz="1875" b="1">
                <a:solidFill>
                  <a:srgbClr val="102830"/>
                </a:solidFill>
                <a:latin typeface="Segoe UI"/>
                <a:ea typeface="Segoe UI"/>
                <a:cs typeface="Segoe UI"/>
              </a:defRPr>
            </a:lvl1pPr>
            <a:lvl2pPr algn="ctr">
              <a:defRPr sz="1875" b="1">
                <a:solidFill>
                  <a:srgbClr val="102830"/>
                </a:solidFill>
                <a:latin typeface="Segoe UI"/>
                <a:ea typeface="Segoe UI"/>
                <a:cs typeface="Segoe UI"/>
              </a:defRPr>
            </a:lvl2pPr>
            <a:lvl3pPr algn="ctr">
              <a:defRPr sz="1875" b="1">
                <a:solidFill>
                  <a:srgbClr val="102830"/>
                </a:solidFill>
                <a:latin typeface="Segoe UI"/>
                <a:ea typeface="Segoe UI"/>
                <a:cs typeface="Segoe UI"/>
              </a:defRPr>
            </a:lvl3pPr>
            <a:lvl4pPr algn="ctr">
              <a:defRPr sz="1875" b="1">
                <a:solidFill>
                  <a:srgbClr val="102830"/>
                </a:solidFill>
                <a:latin typeface="Segoe UI"/>
                <a:ea typeface="Segoe UI"/>
                <a:cs typeface="Segoe UI"/>
              </a:defRPr>
            </a:lvl4pPr>
            <a:lvl5pPr algn="ctr">
              <a:defRPr sz="1875" b="1">
                <a:solidFill>
                  <a:srgbClr val="102830"/>
                </a:solidFill>
                <a:latin typeface="Segoe UI"/>
                <a:ea typeface="Segoe UI"/>
                <a:cs typeface="Segoe UI"/>
              </a:defRPr>
            </a:lvl5pPr>
            <a:lvl6pPr algn="ctr">
              <a:defRPr sz="1875" b="1">
                <a:solidFill>
                  <a:srgbClr val="102830"/>
                </a:solidFill>
                <a:latin typeface="Segoe UI"/>
                <a:ea typeface="Segoe UI"/>
                <a:cs typeface="Segoe UI"/>
              </a:defRPr>
            </a:lvl6pPr>
            <a:lvl7pPr algn="ctr">
              <a:defRPr sz="1875" b="1">
                <a:solidFill>
                  <a:srgbClr val="102830"/>
                </a:solidFill>
                <a:latin typeface="Segoe UI"/>
                <a:ea typeface="Segoe UI"/>
                <a:cs typeface="Segoe UI"/>
              </a:defRPr>
            </a:lvl7pPr>
            <a:lvl8pPr algn="ctr">
              <a:defRPr sz="1875" b="1">
                <a:solidFill>
                  <a:srgbClr val="102830"/>
                </a:solidFill>
                <a:latin typeface="Segoe UI"/>
                <a:ea typeface="Segoe UI"/>
                <a:cs typeface="Segoe UI"/>
              </a:defRPr>
            </a:lvl8pPr>
            <a:lvl9pPr algn="ctr">
              <a:defRPr sz="1875" b="1">
                <a:solidFill>
                  <a:srgbClr val="102830"/>
                </a:solidFill>
                <a:latin typeface="Segoe UI"/>
                <a:ea typeface="Segoe UI"/>
                <a:cs typeface="Segoe UI"/>
              </a:defRPr>
            </a:lvl9pPr>
          </a:lstStyle>
          <a:p xmlns:a="http://schemas.openxmlformats.org/drawingml/2006/main">
            <a:pPr algn="ctr">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rPr>
              <a:t>Store</a:t>
            </a:r>
          </a:p>
        </p:txBody>
      </p:sp>
      <p:sp>
        <p:nvSpPr>
          <p:cNvPr id="16" name="">
            <a:extLst xmlns:a="http://schemas.openxmlformats.org/drawingml/2006/main">
              <a:ext uri="{FF2B5EF4-FFF2-40B4-BE49-F238E27FC236}">
                <a16:creationId xmlns:a16="http://schemas.microsoft.com/office/drawing/2014/main" id="{E19AA36D-C7F5-4515-935E-C938510D6511}"/>
              </a:ext>
            </a:extLst>
          </p:cNvPr>
          <p:cNvSpPr>
            <a:spLocks xmlns:a="http://schemas.openxmlformats.org/drawingml/2006/main" noGrp="1"/>
          </p:cNvSpPr>
          <p:nvPr/>
        </p:nvSpPr>
        <p:spPr>
          <a:xfrm xmlns:a="http://schemas.openxmlformats.org/drawingml/2006/main">
            <a:off x="10382250" y="4857750"/>
            <a:ext cx="266700" cy="266700"/>
          </a:xfrm>
          <a:prstGeom xmlns:a="http://schemas.openxmlformats.org/drawingml/2006/main" prst="ellipse">
            <a:avLst/>
          </a:prstGeom>
          <a:solidFill xmlns:a="http://schemas.openxmlformats.org/drawingml/2006/main">
            <a:srgbClr val="F8F7F2"/>
          </a:solidFill>
          <a:ln xmlns:a="http://schemas.openxmlformats.org/drawingml/2006/main" w="28575">
            <a:solidFill>
              <a:srgbClr val="1756D8"/>
            </a:solidFill>
            <a:prstDash val="solid"/>
          </a:ln>
        </p:spPr>
      </p:sp>
      <p:sp>
        <p:nvSpPr>
          <p:cNvPr id="17" name="">
            <a:extLst xmlns:a="http://schemas.openxmlformats.org/drawingml/2006/main">
              <a:ext uri="{FF2B5EF4-FFF2-40B4-BE49-F238E27FC236}">
                <a16:creationId xmlns:a16="http://schemas.microsoft.com/office/drawing/2014/main" id="{747D007F-5EE5-484A-88F3-0A65A16ACEFB}"/>
              </a:ext>
            </a:extLst>
          </p:cNvPr>
          <p:cNvSpPr>
            <a:spLocks xmlns:a="http://schemas.openxmlformats.org/drawingml/2006/main" noGrp="1"/>
          </p:cNvSpPr>
          <p:nvPr/>
        </p:nvSpPr>
        <p:spPr>
          <a:xfrm xmlns:a="http://schemas.openxmlformats.org/drawingml/2006/main">
            <a:off x="9629775" y="5276850"/>
            <a:ext cx="1762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02830"/>
                </a:solidFill>
                <a:latin typeface="Segoe UI"/>
                <a:ea typeface="Segoe UI"/>
                <a:cs typeface="Segoe UI"/>
              </a:defRPr>
            </a:defPPr>
            <a:lvl1pPr algn="ctr">
              <a:defRPr sz="1875" b="1">
                <a:solidFill>
                  <a:srgbClr val="102830"/>
                </a:solidFill>
                <a:latin typeface="Segoe UI"/>
                <a:ea typeface="Segoe UI"/>
                <a:cs typeface="Segoe UI"/>
              </a:defRPr>
            </a:lvl1pPr>
            <a:lvl2pPr algn="ctr">
              <a:defRPr sz="1875" b="1">
                <a:solidFill>
                  <a:srgbClr val="102830"/>
                </a:solidFill>
                <a:latin typeface="Segoe UI"/>
                <a:ea typeface="Segoe UI"/>
                <a:cs typeface="Segoe UI"/>
              </a:defRPr>
            </a:lvl2pPr>
            <a:lvl3pPr algn="ctr">
              <a:defRPr sz="1875" b="1">
                <a:solidFill>
                  <a:srgbClr val="102830"/>
                </a:solidFill>
                <a:latin typeface="Segoe UI"/>
                <a:ea typeface="Segoe UI"/>
                <a:cs typeface="Segoe UI"/>
              </a:defRPr>
            </a:lvl3pPr>
            <a:lvl4pPr algn="ctr">
              <a:defRPr sz="1875" b="1">
                <a:solidFill>
                  <a:srgbClr val="102830"/>
                </a:solidFill>
                <a:latin typeface="Segoe UI"/>
                <a:ea typeface="Segoe UI"/>
                <a:cs typeface="Segoe UI"/>
              </a:defRPr>
            </a:lvl4pPr>
            <a:lvl5pPr algn="ctr">
              <a:defRPr sz="1875" b="1">
                <a:solidFill>
                  <a:srgbClr val="102830"/>
                </a:solidFill>
                <a:latin typeface="Segoe UI"/>
                <a:ea typeface="Segoe UI"/>
                <a:cs typeface="Segoe UI"/>
              </a:defRPr>
            </a:lvl5pPr>
            <a:lvl6pPr algn="ctr">
              <a:defRPr sz="1875" b="1">
                <a:solidFill>
                  <a:srgbClr val="102830"/>
                </a:solidFill>
                <a:latin typeface="Segoe UI"/>
                <a:ea typeface="Segoe UI"/>
                <a:cs typeface="Segoe UI"/>
              </a:defRPr>
            </a:lvl6pPr>
            <a:lvl7pPr algn="ctr">
              <a:defRPr sz="1875" b="1">
                <a:solidFill>
                  <a:srgbClr val="102830"/>
                </a:solidFill>
                <a:latin typeface="Segoe UI"/>
                <a:ea typeface="Segoe UI"/>
                <a:cs typeface="Segoe UI"/>
              </a:defRPr>
            </a:lvl7pPr>
            <a:lvl8pPr algn="ctr">
              <a:defRPr sz="1875" b="1">
                <a:solidFill>
                  <a:srgbClr val="102830"/>
                </a:solidFill>
                <a:latin typeface="Segoe UI"/>
                <a:ea typeface="Segoe UI"/>
                <a:cs typeface="Segoe UI"/>
              </a:defRPr>
            </a:lvl8pPr>
            <a:lvl9pPr algn="ctr">
              <a:defRPr sz="1875" b="1">
                <a:solidFill>
                  <a:srgbClr val="102830"/>
                </a:solidFill>
                <a:latin typeface="Segoe UI"/>
                <a:ea typeface="Segoe UI"/>
                <a:cs typeface="Segoe UI"/>
              </a:defRPr>
            </a:lvl9pPr>
          </a:lstStyle>
          <a:p xmlns:a="http://schemas.openxmlformats.org/drawingml/2006/main">
            <a:pPr algn="ctr">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rPr>
              <a:t>Finance</a:t>
            </a:r>
          </a:p>
        </p:txBody>
      </p:sp>
      <p:sp>
        <p:nvSpPr>
          <p:cNvPr id="18" name="">
            <a:extLst xmlns:a="http://schemas.openxmlformats.org/drawingml/2006/main">
              <a:ext uri="{FF2B5EF4-FFF2-40B4-BE49-F238E27FC236}">
                <a16:creationId xmlns:a16="http://schemas.microsoft.com/office/drawing/2014/main" id="{7D6A3CDD-2666-4F60-BAF1-C301AA29B475}"/>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2656B"/>
                </a:solidFill>
                <a:latin typeface="Segoe UI"/>
                <a:ea typeface="Segoe UI"/>
                <a:cs typeface="Segoe UI"/>
              </a:defRPr>
            </a:defPPr>
            <a:lvl1pPr algn="l">
              <a:defRPr sz="900" b="0">
                <a:solidFill>
                  <a:srgbClr val="52656B"/>
                </a:solidFill>
                <a:latin typeface="Segoe UI"/>
                <a:ea typeface="Segoe UI"/>
                <a:cs typeface="Segoe UI"/>
              </a:defRPr>
            </a:lvl1pPr>
            <a:lvl2pPr algn="l">
              <a:defRPr sz="900" b="0">
                <a:solidFill>
                  <a:srgbClr val="52656B"/>
                </a:solidFill>
                <a:latin typeface="Segoe UI"/>
                <a:ea typeface="Segoe UI"/>
                <a:cs typeface="Segoe UI"/>
              </a:defRPr>
            </a:lvl2pPr>
            <a:lvl3pPr algn="l">
              <a:defRPr sz="900" b="0">
                <a:solidFill>
                  <a:srgbClr val="52656B"/>
                </a:solidFill>
                <a:latin typeface="Segoe UI"/>
                <a:ea typeface="Segoe UI"/>
                <a:cs typeface="Segoe UI"/>
              </a:defRPr>
            </a:lvl3pPr>
            <a:lvl4pPr algn="l">
              <a:defRPr sz="900" b="0">
                <a:solidFill>
                  <a:srgbClr val="52656B"/>
                </a:solidFill>
                <a:latin typeface="Segoe UI"/>
                <a:ea typeface="Segoe UI"/>
                <a:cs typeface="Segoe UI"/>
              </a:defRPr>
            </a:lvl4pPr>
            <a:lvl5pPr algn="l">
              <a:defRPr sz="900" b="0">
                <a:solidFill>
                  <a:srgbClr val="52656B"/>
                </a:solidFill>
                <a:latin typeface="Segoe UI"/>
                <a:ea typeface="Segoe UI"/>
                <a:cs typeface="Segoe UI"/>
              </a:defRPr>
            </a:lvl5pPr>
            <a:lvl6pPr algn="l">
              <a:defRPr sz="900" b="0">
                <a:solidFill>
                  <a:srgbClr val="52656B"/>
                </a:solidFill>
                <a:latin typeface="Segoe UI"/>
                <a:ea typeface="Segoe UI"/>
                <a:cs typeface="Segoe UI"/>
              </a:defRPr>
            </a:lvl6pPr>
            <a:lvl7pPr algn="l">
              <a:defRPr sz="900" b="0">
                <a:solidFill>
                  <a:srgbClr val="52656B"/>
                </a:solidFill>
                <a:latin typeface="Segoe UI"/>
                <a:ea typeface="Segoe UI"/>
                <a:cs typeface="Segoe UI"/>
              </a:defRPr>
            </a:lvl7pPr>
            <a:lvl8pPr algn="l">
              <a:defRPr sz="900" b="0">
                <a:solidFill>
                  <a:srgbClr val="52656B"/>
                </a:solidFill>
                <a:latin typeface="Segoe UI"/>
                <a:ea typeface="Segoe UI"/>
                <a:cs typeface="Segoe UI"/>
              </a:defRPr>
            </a:lvl8pPr>
            <a:lvl9pPr algn="l">
              <a:defRPr sz="900" b="0">
                <a:solidFill>
                  <a:srgbClr val="52656B"/>
                </a:solidFill>
                <a:latin typeface="Segoe UI"/>
                <a:ea typeface="Segoe UI"/>
                <a:cs typeface="Segoe UI"/>
              </a:defRPr>
            </a:lvl9pPr>
          </a:lstStyle>
          <a:p xmlns:a="http://schemas.openxmlformats.org/drawingml/2006/main">
            <a:pPr algn="l">
              <a:lnSpc>
                <a:spcPct val="100000"/>
              </a:lnSpc>
              <a:buNone/>
              <a:defRPr sz="900" b="0">
                <a:solidFill>
                  <a:srgbClr val="52656B"/>
                </a:solidFill>
                <a:latin typeface="Segoe UI"/>
                <a:ea typeface="Segoe UI"/>
                <a:cs typeface="Segoe UI"/>
              </a:defRPr>
            </a:pPr>
            <a:r>
              <a:rPr sz="900" b="0">
                <a:solidFill>
                  <a:srgbClr val="52656B"/>
                </a:solidFill>
                <a:latin typeface="Segoe UI"/>
                <a:ea typeface="Segoe UI"/>
                <a:cs typeface="Segoe UI"/>
              </a:rPr>
              <a:t>Independent concept</a:t>
            </a:r>
          </a:p>
        </p:txBody>
      </p:sp>
      <p:sp>
        <p:nvSpPr>
          <p:cNvPr id="19" name="">
            <a:extLst xmlns:a="http://schemas.openxmlformats.org/drawingml/2006/main">
              <a:ext uri="{FF2B5EF4-FFF2-40B4-BE49-F238E27FC236}">
                <a16:creationId xmlns:a16="http://schemas.microsoft.com/office/drawing/2014/main" id="{7B418A6E-ECE9-433F-903E-A19C3443B2F3}"/>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6B"/>
                </a:solidFill>
                <a:latin typeface="Segoe UI"/>
                <a:ea typeface="Segoe UI"/>
                <a:cs typeface="Segoe UI"/>
              </a:defRPr>
            </a:defPPr>
            <a:lvl1pPr algn="r">
              <a:defRPr sz="1200" b="0">
                <a:solidFill>
                  <a:srgbClr val="52656B"/>
                </a:solidFill>
                <a:latin typeface="Segoe UI"/>
                <a:ea typeface="Segoe UI"/>
                <a:cs typeface="Segoe UI"/>
              </a:defRPr>
            </a:lvl1pPr>
            <a:lvl2pPr algn="r">
              <a:defRPr sz="1200" b="0">
                <a:solidFill>
                  <a:srgbClr val="52656B"/>
                </a:solidFill>
                <a:latin typeface="Segoe UI"/>
                <a:ea typeface="Segoe UI"/>
                <a:cs typeface="Segoe UI"/>
              </a:defRPr>
            </a:lvl2pPr>
            <a:lvl3pPr algn="r">
              <a:defRPr sz="1200" b="0">
                <a:solidFill>
                  <a:srgbClr val="52656B"/>
                </a:solidFill>
                <a:latin typeface="Segoe UI"/>
                <a:ea typeface="Segoe UI"/>
                <a:cs typeface="Segoe UI"/>
              </a:defRPr>
            </a:lvl3pPr>
            <a:lvl4pPr algn="r">
              <a:defRPr sz="1200" b="0">
                <a:solidFill>
                  <a:srgbClr val="52656B"/>
                </a:solidFill>
                <a:latin typeface="Segoe UI"/>
                <a:ea typeface="Segoe UI"/>
                <a:cs typeface="Segoe UI"/>
              </a:defRPr>
            </a:lvl4pPr>
            <a:lvl5pPr algn="r">
              <a:defRPr sz="1200" b="0">
                <a:solidFill>
                  <a:srgbClr val="52656B"/>
                </a:solidFill>
                <a:latin typeface="Segoe UI"/>
                <a:ea typeface="Segoe UI"/>
                <a:cs typeface="Segoe UI"/>
              </a:defRPr>
            </a:lvl5pPr>
            <a:lvl6pPr algn="r">
              <a:defRPr sz="1200" b="0">
                <a:solidFill>
                  <a:srgbClr val="52656B"/>
                </a:solidFill>
                <a:latin typeface="Segoe UI"/>
                <a:ea typeface="Segoe UI"/>
                <a:cs typeface="Segoe UI"/>
              </a:defRPr>
            </a:lvl6pPr>
            <a:lvl7pPr algn="r">
              <a:defRPr sz="1200" b="0">
                <a:solidFill>
                  <a:srgbClr val="52656B"/>
                </a:solidFill>
                <a:latin typeface="Segoe UI"/>
                <a:ea typeface="Segoe UI"/>
                <a:cs typeface="Segoe UI"/>
              </a:defRPr>
            </a:lvl7pPr>
            <a:lvl8pPr algn="r">
              <a:defRPr sz="1200" b="0">
                <a:solidFill>
                  <a:srgbClr val="52656B"/>
                </a:solidFill>
                <a:latin typeface="Segoe UI"/>
                <a:ea typeface="Segoe UI"/>
                <a:cs typeface="Segoe UI"/>
              </a:defRPr>
            </a:lvl8pPr>
            <a:lvl9pPr algn="r">
              <a:defRPr sz="1200" b="0">
                <a:solidFill>
                  <a:srgbClr val="52656B"/>
                </a:solidFill>
                <a:latin typeface="Segoe UI"/>
                <a:ea typeface="Segoe UI"/>
                <a:cs typeface="Segoe UI"/>
              </a:defRPr>
            </a:lvl9pPr>
          </a:lstStyle>
          <a:p xmlns:a="http://schemas.openxmlformats.org/drawingml/2006/main">
            <a:pPr algn="r">
              <a:lnSpc>
                <a:spcPct val="100000"/>
              </a:lnSpc>
              <a:buNone/>
              <a:defRPr sz="1200" b="0">
                <a:solidFill>
                  <a:srgbClr val="52656B"/>
                </a:solidFill>
                <a:latin typeface="Segoe UI"/>
                <a:ea typeface="Segoe UI"/>
                <a:cs typeface="Segoe UI"/>
              </a:defRPr>
            </a:pPr>
            <a:r>
              <a:rPr sz="1200" b="0">
                <a:solidFill>
                  <a:srgbClr val="52656B"/>
                </a:solidFill>
                <a:latin typeface="Segoe UI"/>
                <a:ea typeface="Segoe UI"/>
                <a:cs typeface="Segoe UI"/>
              </a:rPr>
              <a:t>03</a:t>
            </a:r>
          </a:p>
        </p:txBody>
      </p:sp>
    </p:spTree>
    <p:extLst>
      <p:ext uri="{BB962C8B-B14F-4D97-AF65-F5344CB8AC3E}">
        <p14:creationId xmlns:p14="http://schemas.microsoft.com/office/powerpoint/2010/main" val="738361151"/>
      </p:ext>
    </p:extLst>
  </p:cSld>
</p:sld>
</file>

<file path=ppt/slides/slide4.xml><?xml version="1.0" encoding="utf-8"?>
<p:sld xmlns:p="http://schemas.openxmlformats.org/presentationml/2006/main">
  <p:cSld>
    <p:bg>
      <p:bgPr>
        <a:solidFill xmlns:a="http://schemas.openxmlformats.org/drawingml/2006/main">
          <a:srgbClr val="1756D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0AB1AD-863D-4DC3-9EC6-4EA06AE9CD37}"/>
              </a:ext>
            </a:extLst>
          </p:cNvPr>
          <p:cNvSpPr>
            <a:spLocks xmlns:a="http://schemas.openxmlformats.org/drawingml/2006/main" noGrp="1"/>
          </p:cNvSpPr>
          <p:nvPr/>
        </p:nvSpPr>
        <p:spPr>
          <a:xfrm xmlns:a="http://schemas.openxmlformats.org/drawingml/2006/main">
            <a:off x="609600" y="1095375"/>
            <a:ext cx="10620375" cy="3267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975" b="1">
                <a:solidFill>
                  <a:srgbClr val="FFFFFF"/>
                </a:solidFill>
                <a:latin typeface="Segoe UI"/>
                <a:ea typeface="Segoe UI"/>
                <a:cs typeface="Segoe UI"/>
              </a:defRPr>
            </a:defPPr>
            <a:lvl1pPr algn="l">
              <a:defRPr sz="6975" b="1">
                <a:solidFill>
                  <a:srgbClr val="FFFFFF"/>
                </a:solidFill>
                <a:latin typeface="Segoe UI"/>
                <a:ea typeface="Segoe UI"/>
                <a:cs typeface="Segoe UI"/>
              </a:defRPr>
            </a:lvl1pPr>
            <a:lvl2pPr algn="l">
              <a:defRPr sz="6975" b="1">
                <a:solidFill>
                  <a:srgbClr val="FFFFFF"/>
                </a:solidFill>
                <a:latin typeface="Segoe UI"/>
                <a:ea typeface="Segoe UI"/>
                <a:cs typeface="Segoe UI"/>
              </a:defRPr>
            </a:lvl2pPr>
            <a:lvl3pPr algn="l">
              <a:defRPr sz="6975" b="1">
                <a:solidFill>
                  <a:srgbClr val="FFFFFF"/>
                </a:solidFill>
                <a:latin typeface="Segoe UI"/>
                <a:ea typeface="Segoe UI"/>
                <a:cs typeface="Segoe UI"/>
              </a:defRPr>
            </a:lvl3pPr>
            <a:lvl4pPr algn="l">
              <a:defRPr sz="6975" b="1">
                <a:solidFill>
                  <a:srgbClr val="FFFFFF"/>
                </a:solidFill>
                <a:latin typeface="Segoe UI"/>
                <a:ea typeface="Segoe UI"/>
                <a:cs typeface="Segoe UI"/>
              </a:defRPr>
            </a:lvl4pPr>
            <a:lvl5pPr algn="l">
              <a:defRPr sz="6975" b="1">
                <a:solidFill>
                  <a:srgbClr val="FFFFFF"/>
                </a:solidFill>
                <a:latin typeface="Segoe UI"/>
                <a:ea typeface="Segoe UI"/>
                <a:cs typeface="Segoe UI"/>
              </a:defRPr>
            </a:lvl5pPr>
            <a:lvl6pPr algn="l">
              <a:defRPr sz="6975" b="1">
                <a:solidFill>
                  <a:srgbClr val="FFFFFF"/>
                </a:solidFill>
                <a:latin typeface="Segoe UI"/>
                <a:ea typeface="Segoe UI"/>
                <a:cs typeface="Segoe UI"/>
              </a:defRPr>
            </a:lvl6pPr>
            <a:lvl7pPr algn="l">
              <a:defRPr sz="6975" b="1">
                <a:solidFill>
                  <a:srgbClr val="FFFFFF"/>
                </a:solidFill>
                <a:latin typeface="Segoe UI"/>
                <a:ea typeface="Segoe UI"/>
                <a:cs typeface="Segoe UI"/>
              </a:defRPr>
            </a:lvl7pPr>
            <a:lvl8pPr algn="l">
              <a:defRPr sz="6975" b="1">
                <a:solidFill>
                  <a:srgbClr val="FFFFFF"/>
                </a:solidFill>
                <a:latin typeface="Segoe UI"/>
                <a:ea typeface="Segoe UI"/>
                <a:cs typeface="Segoe UI"/>
              </a:defRPr>
            </a:lvl8pPr>
            <a:lvl9pPr algn="l">
              <a:defRPr sz="6975" b="1">
                <a:solidFill>
                  <a:srgbClr val="FFFFFF"/>
                </a:solidFill>
                <a:latin typeface="Segoe UI"/>
                <a:ea typeface="Segoe UI"/>
                <a:cs typeface="Segoe UI"/>
              </a:defRPr>
            </a:lvl9pPr>
          </a:lstStyle>
          <a:p xmlns:a="http://schemas.openxmlformats.org/drawingml/2006/main">
            <a:pPr algn="l">
              <a:lnSpc>
                <a:spcPct val="100000"/>
              </a:lnSpc>
              <a:buNone/>
              <a:defRPr sz="6975" b="1">
                <a:solidFill>
                  <a:srgbClr val="FFFFFF"/>
                </a:solidFill>
                <a:latin typeface="Segoe UI"/>
                <a:ea typeface="Segoe UI"/>
                <a:cs typeface="Segoe UI"/>
              </a:defRPr>
            </a:pPr>
            <a:r>
              <a:rPr sz="6975" b="1">
                <a:solidFill>
                  <a:srgbClr val="FFFFFF"/>
                </a:solidFill>
                <a:latin typeface="Segoe UI"/>
                <a:ea typeface="Segoe UI"/>
                <a:cs typeface="Segoe UI"/>
              </a:rPr>
              <a:t>An answer.</a:t>
            </a:r>
          </a:p>
          <a:p xmlns:a="http://schemas.openxmlformats.org/drawingml/2006/main">
            <a:pPr algn="l">
              <a:lnSpc>
                <a:spcPct val="100000"/>
              </a:lnSpc>
              <a:buNone/>
              <a:defRPr sz="6975" b="1">
                <a:solidFill>
                  <a:srgbClr val="FFFFFF"/>
                </a:solidFill>
                <a:latin typeface="Segoe UI"/>
                <a:ea typeface="Segoe UI"/>
                <a:cs typeface="Segoe UI"/>
              </a:defRPr>
            </a:pPr>
            <a:r>
              <a:rPr sz="6975" b="1">
                <a:solidFill>
                  <a:srgbClr val="FFFFFF"/>
                </a:solidFill>
                <a:latin typeface="Segoe UI"/>
                <a:ea typeface="Segoe UI"/>
                <a:cs typeface="Segoe UI"/>
              </a:rPr>
              <a:t>And a way</a:t>
            </a:r>
          </a:p>
          <a:p xmlns:a="http://schemas.openxmlformats.org/drawingml/2006/main">
            <a:pPr algn="l">
              <a:lnSpc>
                <a:spcPct val="100000"/>
              </a:lnSpc>
              <a:buNone/>
              <a:defRPr sz="6975" b="1">
                <a:solidFill>
                  <a:srgbClr val="FFFFFF"/>
                </a:solidFill>
                <a:latin typeface="Segoe UI"/>
                <a:ea typeface="Segoe UI"/>
                <a:cs typeface="Segoe UI"/>
              </a:defRPr>
            </a:pPr>
            <a:r>
              <a:rPr sz="6975" b="1">
                <a:solidFill>
                  <a:srgbClr val="FFFFFF"/>
                </a:solidFill>
                <a:latin typeface="Segoe UI"/>
                <a:ea typeface="Segoe UI"/>
                <a:cs typeface="Segoe UI"/>
              </a:rPr>
              <a:t>forward</a:t>
            </a:r>
          </a:p>
        </p:txBody>
      </p:sp>
      <p:sp>
        <p:nvSpPr>
          <p:cNvPr id="2" name="">
            <a:extLst xmlns:a="http://schemas.openxmlformats.org/drawingml/2006/main">
              <a:ext uri="{FF2B5EF4-FFF2-40B4-BE49-F238E27FC236}">
                <a16:creationId xmlns:a16="http://schemas.microsoft.com/office/drawing/2014/main" id="{85B23114-0FBB-481C-93C5-A438437F203F}"/>
              </a:ext>
            </a:extLst>
          </p:cNvPr>
          <p:cNvSpPr>
            <a:spLocks xmlns:a="http://schemas.openxmlformats.org/drawingml/2006/main" noGrp="1"/>
          </p:cNvSpPr>
          <p:nvPr/>
        </p:nvSpPr>
        <p:spPr>
          <a:xfrm xmlns:a="http://schemas.openxmlformats.org/drawingml/2006/main">
            <a:off x="666750" y="5391150"/>
            <a:ext cx="10858500" cy="19050"/>
          </a:xfrm>
          <a:prstGeom xmlns:a="http://schemas.openxmlformats.org/drawingml/2006/main" prst="rect">
            <a:avLst/>
          </a:prstGeom>
          <a:solidFill xmlns:a="http://schemas.openxmlformats.org/drawingml/2006/main">
            <a:srgbClr val="8DB5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EDFFA4-86B8-489F-BAE0-39D6EA974231}"/>
              </a:ext>
            </a:extLst>
          </p:cNvPr>
          <p:cNvSpPr>
            <a:spLocks xmlns:a="http://schemas.openxmlformats.org/drawingml/2006/main" noGrp="1"/>
          </p:cNvSpPr>
          <p:nvPr/>
        </p:nvSpPr>
        <p:spPr>
          <a:xfrm xmlns:a="http://schemas.openxmlformats.org/drawingml/2006/main">
            <a:off x="666750" y="570547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Segoe UI"/>
                <a:ea typeface="Segoe UI"/>
                <a:cs typeface="Segoe UI"/>
              </a:defRPr>
            </a:defPPr>
            <a:lvl1pPr algn="l">
              <a:defRPr sz="2100" b="0">
                <a:solidFill>
                  <a:srgbClr val="FFFFFF"/>
                </a:solidFill>
                <a:latin typeface="Segoe UI"/>
                <a:ea typeface="Segoe UI"/>
                <a:cs typeface="Segoe UI"/>
              </a:defRPr>
            </a:lvl1pPr>
            <a:lvl2pPr algn="l">
              <a:defRPr sz="2100" b="0">
                <a:solidFill>
                  <a:srgbClr val="FFFFFF"/>
                </a:solidFill>
                <a:latin typeface="Segoe UI"/>
                <a:ea typeface="Segoe UI"/>
                <a:cs typeface="Segoe UI"/>
              </a:defRPr>
            </a:lvl2pPr>
            <a:lvl3pPr algn="l">
              <a:defRPr sz="2100" b="0">
                <a:solidFill>
                  <a:srgbClr val="FFFFFF"/>
                </a:solidFill>
                <a:latin typeface="Segoe UI"/>
                <a:ea typeface="Segoe UI"/>
                <a:cs typeface="Segoe UI"/>
              </a:defRPr>
            </a:lvl3pPr>
            <a:lvl4pPr algn="l">
              <a:defRPr sz="2100" b="0">
                <a:solidFill>
                  <a:srgbClr val="FFFFFF"/>
                </a:solidFill>
                <a:latin typeface="Segoe UI"/>
                <a:ea typeface="Segoe UI"/>
                <a:cs typeface="Segoe UI"/>
              </a:defRPr>
            </a:lvl4pPr>
            <a:lvl5pPr algn="l">
              <a:defRPr sz="2100" b="0">
                <a:solidFill>
                  <a:srgbClr val="FFFFFF"/>
                </a:solidFill>
                <a:latin typeface="Segoe UI"/>
                <a:ea typeface="Segoe UI"/>
                <a:cs typeface="Segoe UI"/>
              </a:defRPr>
            </a:lvl5pPr>
            <a:lvl6pPr algn="l">
              <a:defRPr sz="2100" b="0">
                <a:solidFill>
                  <a:srgbClr val="FFFFFF"/>
                </a:solidFill>
                <a:latin typeface="Segoe UI"/>
                <a:ea typeface="Segoe UI"/>
                <a:cs typeface="Segoe UI"/>
              </a:defRPr>
            </a:lvl6pPr>
            <a:lvl7pPr algn="l">
              <a:defRPr sz="2100" b="0">
                <a:solidFill>
                  <a:srgbClr val="FFFFFF"/>
                </a:solidFill>
                <a:latin typeface="Segoe UI"/>
                <a:ea typeface="Segoe UI"/>
                <a:cs typeface="Segoe UI"/>
              </a:defRPr>
            </a:lvl7pPr>
            <a:lvl8pPr algn="l">
              <a:defRPr sz="2100" b="0">
                <a:solidFill>
                  <a:srgbClr val="FFFFFF"/>
                </a:solidFill>
                <a:latin typeface="Segoe UI"/>
                <a:ea typeface="Segoe UI"/>
                <a:cs typeface="Segoe UI"/>
              </a:defRPr>
            </a:lvl8pPr>
            <a:lvl9pPr algn="l">
              <a:defRPr sz="2100" b="0">
                <a:solidFill>
                  <a:srgbClr val="FFFFFF"/>
                </a:solidFill>
                <a:latin typeface="Segoe UI"/>
                <a:ea typeface="Segoe UI"/>
                <a:cs typeface="Segoe UI"/>
              </a:defRPr>
            </a:lvl9pPr>
          </a:lstStyle>
          <a:p xmlns:a="http://schemas.openxmlformats.org/drawingml/2006/main">
            <a:pPr algn="l">
              <a:lnSpc>
                <a:spcPct val="100000"/>
              </a:lnSpc>
              <a:buNone/>
              <a:defRPr sz="2100" b="0">
                <a:solidFill>
                  <a:srgbClr val="FFFFFF"/>
                </a:solidFill>
                <a:latin typeface="Segoe UI"/>
                <a:ea typeface="Segoe UI"/>
                <a:cs typeface="Segoe UI"/>
              </a:defRPr>
            </a:pPr>
            <a:r>
              <a:rPr sz="2100" b="0">
                <a:solidFill>
                  <a:srgbClr val="FFFFFF"/>
                </a:solidFill>
                <a:latin typeface="Segoe UI"/>
                <a:ea typeface="Segoe UI"/>
                <a:cs typeface="Segoe UI"/>
              </a:rPr>
              <a:t>See</a:t>
            </a:r>
          </a:p>
        </p:txBody>
      </p:sp>
      <p:sp>
        <p:nvSpPr>
          <p:cNvPr id="4" name="">
            <a:extLst xmlns:a="http://schemas.openxmlformats.org/drawingml/2006/main">
              <a:ext uri="{FF2B5EF4-FFF2-40B4-BE49-F238E27FC236}">
                <a16:creationId xmlns:a16="http://schemas.microsoft.com/office/drawing/2014/main" id="{B22E3F35-5A22-4B87-B807-792A25164F2E}"/>
              </a:ext>
            </a:extLst>
          </p:cNvPr>
          <p:cNvSpPr>
            <a:spLocks xmlns:a="http://schemas.openxmlformats.org/drawingml/2006/main" noGrp="1"/>
          </p:cNvSpPr>
          <p:nvPr/>
        </p:nvSpPr>
        <p:spPr>
          <a:xfrm xmlns:a="http://schemas.openxmlformats.org/drawingml/2006/main">
            <a:off x="3495675" y="570547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Segoe UI"/>
                <a:ea typeface="Segoe UI"/>
                <a:cs typeface="Segoe UI"/>
              </a:defRPr>
            </a:defPPr>
            <a:lvl1pPr algn="l">
              <a:defRPr sz="2100" b="0">
                <a:solidFill>
                  <a:srgbClr val="FFFFFF"/>
                </a:solidFill>
                <a:latin typeface="Segoe UI"/>
                <a:ea typeface="Segoe UI"/>
                <a:cs typeface="Segoe UI"/>
              </a:defRPr>
            </a:lvl1pPr>
            <a:lvl2pPr algn="l">
              <a:defRPr sz="2100" b="0">
                <a:solidFill>
                  <a:srgbClr val="FFFFFF"/>
                </a:solidFill>
                <a:latin typeface="Segoe UI"/>
                <a:ea typeface="Segoe UI"/>
                <a:cs typeface="Segoe UI"/>
              </a:defRPr>
            </a:lvl2pPr>
            <a:lvl3pPr algn="l">
              <a:defRPr sz="2100" b="0">
                <a:solidFill>
                  <a:srgbClr val="FFFFFF"/>
                </a:solidFill>
                <a:latin typeface="Segoe UI"/>
                <a:ea typeface="Segoe UI"/>
                <a:cs typeface="Segoe UI"/>
              </a:defRPr>
            </a:lvl3pPr>
            <a:lvl4pPr algn="l">
              <a:defRPr sz="2100" b="0">
                <a:solidFill>
                  <a:srgbClr val="FFFFFF"/>
                </a:solidFill>
                <a:latin typeface="Segoe UI"/>
                <a:ea typeface="Segoe UI"/>
                <a:cs typeface="Segoe UI"/>
              </a:defRPr>
            </a:lvl4pPr>
            <a:lvl5pPr algn="l">
              <a:defRPr sz="2100" b="0">
                <a:solidFill>
                  <a:srgbClr val="FFFFFF"/>
                </a:solidFill>
                <a:latin typeface="Segoe UI"/>
                <a:ea typeface="Segoe UI"/>
                <a:cs typeface="Segoe UI"/>
              </a:defRPr>
            </a:lvl5pPr>
            <a:lvl6pPr algn="l">
              <a:defRPr sz="2100" b="0">
                <a:solidFill>
                  <a:srgbClr val="FFFFFF"/>
                </a:solidFill>
                <a:latin typeface="Segoe UI"/>
                <a:ea typeface="Segoe UI"/>
                <a:cs typeface="Segoe UI"/>
              </a:defRPr>
            </a:lvl6pPr>
            <a:lvl7pPr algn="l">
              <a:defRPr sz="2100" b="0">
                <a:solidFill>
                  <a:srgbClr val="FFFFFF"/>
                </a:solidFill>
                <a:latin typeface="Segoe UI"/>
                <a:ea typeface="Segoe UI"/>
                <a:cs typeface="Segoe UI"/>
              </a:defRPr>
            </a:lvl7pPr>
            <a:lvl8pPr algn="l">
              <a:defRPr sz="2100" b="0">
                <a:solidFill>
                  <a:srgbClr val="FFFFFF"/>
                </a:solidFill>
                <a:latin typeface="Segoe UI"/>
                <a:ea typeface="Segoe UI"/>
                <a:cs typeface="Segoe UI"/>
              </a:defRPr>
            </a:lvl8pPr>
            <a:lvl9pPr algn="l">
              <a:defRPr sz="2100" b="0">
                <a:solidFill>
                  <a:srgbClr val="FFFFFF"/>
                </a:solidFill>
                <a:latin typeface="Segoe UI"/>
                <a:ea typeface="Segoe UI"/>
                <a:cs typeface="Segoe UI"/>
              </a:defRPr>
            </a:lvl9pPr>
          </a:lstStyle>
          <a:p xmlns:a="http://schemas.openxmlformats.org/drawingml/2006/main">
            <a:pPr algn="l">
              <a:lnSpc>
                <a:spcPct val="100000"/>
              </a:lnSpc>
              <a:buNone/>
              <a:defRPr sz="2100" b="0">
                <a:solidFill>
                  <a:srgbClr val="FFFFFF"/>
                </a:solidFill>
                <a:latin typeface="Segoe UI"/>
                <a:ea typeface="Segoe UI"/>
                <a:cs typeface="Segoe UI"/>
              </a:defRPr>
            </a:pPr>
            <a:r>
              <a:rPr sz="2100" b="0">
                <a:solidFill>
                  <a:srgbClr val="FFFFFF"/>
                </a:solidFill>
                <a:latin typeface="Segoe UI"/>
                <a:ea typeface="Segoe UI"/>
                <a:cs typeface="Segoe UI"/>
              </a:rPr>
              <a:t>Plan</a:t>
            </a:r>
          </a:p>
        </p:txBody>
      </p:sp>
      <p:sp>
        <p:nvSpPr>
          <p:cNvPr id="5" name="">
            <a:extLst xmlns:a="http://schemas.openxmlformats.org/drawingml/2006/main">
              <a:ext uri="{FF2B5EF4-FFF2-40B4-BE49-F238E27FC236}">
                <a16:creationId xmlns:a16="http://schemas.microsoft.com/office/drawing/2014/main" id="{F7718941-DE32-4146-B9C9-1E4AB3F4AA42}"/>
              </a:ext>
            </a:extLst>
          </p:cNvPr>
          <p:cNvSpPr>
            <a:spLocks xmlns:a="http://schemas.openxmlformats.org/drawingml/2006/main" noGrp="1"/>
          </p:cNvSpPr>
          <p:nvPr/>
        </p:nvSpPr>
        <p:spPr>
          <a:xfrm xmlns:a="http://schemas.openxmlformats.org/drawingml/2006/main">
            <a:off x="6324600" y="570547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Segoe UI"/>
                <a:ea typeface="Segoe UI"/>
                <a:cs typeface="Segoe UI"/>
              </a:defRPr>
            </a:defPPr>
            <a:lvl1pPr algn="l">
              <a:defRPr sz="2100" b="0">
                <a:solidFill>
                  <a:srgbClr val="FFFFFF"/>
                </a:solidFill>
                <a:latin typeface="Segoe UI"/>
                <a:ea typeface="Segoe UI"/>
                <a:cs typeface="Segoe UI"/>
              </a:defRPr>
            </a:lvl1pPr>
            <a:lvl2pPr algn="l">
              <a:defRPr sz="2100" b="0">
                <a:solidFill>
                  <a:srgbClr val="FFFFFF"/>
                </a:solidFill>
                <a:latin typeface="Segoe UI"/>
                <a:ea typeface="Segoe UI"/>
                <a:cs typeface="Segoe UI"/>
              </a:defRPr>
            </a:lvl2pPr>
            <a:lvl3pPr algn="l">
              <a:defRPr sz="2100" b="0">
                <a:solidFill>
                  <a:srgbClr val="FFFFFF"/>
                </a:solidFill>
                <a:latin typeface="Segoe UI"/>
                <a:ea typeface="Segoe UI"/>
                <a:cs typeface="Segoe UI"/>
              </a:defRPr>
            </a:lvl3pPr>
            <a:lvl4pPr algn="l">
              <a:defRPr sz="2100" b="0">
                <a:solidFill>
                  <a:srgbClr val="FFFFFF"/>
                </a:solidFill>
                <a:latin typeface="Segoe UI"/>
                <a:ea typeface="Segoe UI"/>
                <a:cs typeface="Segoe UI"/>
              </a:defRPr>
            </a:lvl4pPr>
            <a:lvl5pPr algn="l">
              <a:defRPr sz="2100" b="0">
                <a:solidFill>
                  <a:srgbClr val="FFFFFF"/>
                </a:solidFill>
                <a:latin typeface="Segoe UI"/>
                <a:ea typeface="Segoe UI"/>
                <a:cs typeface="Segoe UI"/>
              </a:defRPr>
            </a:lvl5pPr>
            <a:lvl6pPr algn="l">
              <a:defRPr sz="2100" b="0">
                <a:solidFill>
                  <a:srgbClr val="FFFFFF"/>
                </a:solidFill>
                <a:latin typeface="Segoe UI"/>
                <a:ea typeface="Segoe UI"/>
                <a:cs typeface="Segoe UI"/>
              </a:defRPr>
            </a:lvl6pPr>
            <a:lvl7pPr algn="l">
              <a:defRPr sz="2100" b="0">
                <a:solidFill>
                  <a:srgbClr val="FFFFFF"/>
                </a:solidFill>
                <a:latin typeface="Segoe UI"/>
                <a:ea typeface="Segoe UI"/>
                <a:cs typeface="Segoe UI"/>
              </a:defRPr>
            </a:lvl7pPr>
            <a:lvl8pPr algn="l">
              <a:defRPr sz="2100" b="0">
                <a:solidFill>
                  <a:srgbClr val="FFFFFF"/>
                </a:solidFill>
                <a:latin typeface="Segoe UI"/>
                <a:ea typeface="Segoe UI"/>
                <a:cs typeface="Segoe UI"/>
              </a:defRPr>
            </a:lvl8pPr>
            <a:lvl9pPr algn="l">
              <a:defRPr sz="2100" b="0">
                <a:solidFill>
                  <a:srgbClr val="FFFFFF"/>
                </a:solidFill>
                <a:latin typeface="Segoe UI"/>
                <a:ea typeface="Segoe UI"/>
                <a:cs typeface="Segoe UI"/>
              </a:defRPr>
            </a:lvl9pPr>
          </a:lstStyle>
          <a:p xmlns:a="http://schemas.openxmlformats.org/drawingml/2006/main">
            <a:pPr algn="l">
              <a:lnSpc>
                <a:spcPct val="100000"/>
              </a:lnSpc>
              <a:buNone/>
              <a:defRPr sz="2100" b="0">
                <a:solidFill>
                  <a:srgbClr val="FFFFFF"/>
                </a:solidFill>
                <a:latin typeface="Segoe UI"/>
                <a:ea typeface="Segoe UI"/>
                <a:cs typeface="Segoe UI"/>
              </a:defRPr>
            </a:pPr>
            <a:r>
              <a:rPr sz="2100" b="0">
                <a:solidFill>
                  <a:srgbClr val="FFFFFF"/>
                </a:solidFill>
                <a:latin typeface="Segoe UI"/>
                <a:ea typeface="Segoe UI"/>
                <a:cs typeface="Segoe UI"/>
              </a:rPr>
              <a:t>Approve</a:t>
            </a:r>
          </a:p>
        </p:txBody>
      </p:sp>
      <p:sp>
        <p:nvSpPr>
          <p:cNvPr id="6" name="">
            <a:extLst xmlns:a="http://schemas.openxmlformats.org/drawingml/2006/main">
              <a:ext uri="{FF2B5EF4-FFF2-40B4-BE49-F238E27FC236}">
                <a16:creationId xmlns:a16="http://schemas.microsoft.com/office/drawing/2014/main" id="{51999A69-3BAA-4EE8-B964-AFE327D3C770}"/>
              </a:ext>
            </a:extLst>
          </p:cNvPr>
          <p:cNvSpPr>
            <a:spLocks xmlns:a="http://schemas.openxmlformats.org/drawingml/2006/main" noGrp="1"/>
          </p:cNvSpPr>
          <p:nvPr/>
        </p:nvSpPr>
        <p:spPr>
          <a:xfrm xmlns:a="http://schemas.openxmlformats.org/drawingml/2006/main">
            <a:off x="9153525" y="570547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Segoe UI"/>
                <a:ea typeface="Segoe UI"/>
                <a:cs typeface="Segoe UI"/>
              </a:defRPr>
            </a:defPPr>
            <a:lvl1pPr algn="l">
              <a:defRPr sz="2100" b="0">
                <a:solidFill>
                  <a:srgbClr val="FFFFFF"/>
                </a:solidFill>
                <a:latin typeface="Segoe UI"/>
                <a:ea typeface="Segoe UI"/>
                <a:cs typeface="Segoe UI"/>
              </a:defRPr>
            </a:lvl1pPr>
            <a:lvl2pPr algn="l">
              <a:defRPr sz="2100" b="0">
                <a:solidFill>
                  <a:srgbClr val="FFFFFF"/>
                </a:solidFill>
                <a:latin typeface="Segoe UI"/>
                <a:ea typeface="Segoe UI"/>
                <a:cs typeface="Segoe UI"/>
              </a:defRPr>
            </a:lvl2pPr>
            <a:lvl3pPr algn="l">
              <a:defRPr sz="2100" b="0">
                <a:solidFill>
                  <a:srgbClr val="FFFFFF"/>
                </a:solidFill>
                <a:latin typeface="Segoe UI"/>
                <a:ea typeface="Segoe UI"/>
                <a:cs typeface="Segoe UI"/>
              </a:defRPr>
            </a:lvl3pPr>
            <a:lvl4pPr algn="l">
              <a:defRPr sz="2100" b="0">
                <a:solidFill>
                  <a:srgbClr val="FFFFFF"/>
                </a:solidFill>
                <a:latin typeface="Segoe UI"/>
                <a:ea typeface="Segoe UI"/>
                <a:cs typeface="Segoe UI"/>
              </a:defRPr>
            </a:lvl4pPr>
            <a:lvl5pPr algn="l">
              <a:defRPr sz="2100" b="0">
                <a:solidFill>
                  <a:srgbClr val="FFFFFF"/>
                </a:solidFill>
                <a:latin typeface="Segoe UI"/>
                <a:ea typeface="Segoe UI"/>
                <a:cs typeface="Segoe UI"/>
              </a:defRPr>
            </a:lvl5pPr>
            <a:lvl6pPr algn="l">
              <a:defRPr sz="2100" b="0">
                <a:solidFill>
                  <a:srgbClr val="FFFFFF"/>
                </a:solidFill>
                <a:latin typeface="Segoe UI"/>
                <a:ea typeface="Segoe UI"/>
                <a:cs typeface="Segoe UI"/>
              </a:defRPr>
            </a:lvl6pPr>
            <a:lvl7pPr algn="l">
              <a:defRPr sz="2100" b="0">
                <a:solidFill>
                  <a:srgbClr val="FFFFFF"/>
                </a:solidFill>
                <a:latin typeface="Segoe UI"/>
                <a:ea typeface="Segoe UI"/>
                <a:cs typeface="Segoe UI"/>
              </a:defRPr>
            </a:lvl7pPr>
            <a:lvl8pPr algn="l">
              <a:defRPr sz="2100" b="0">
                <a:solidFill>
                  <a:srgbClr val="FFFFFF"/>
                </a:solidFill>
                <a:latin typeface="Segoe UI"/>
                <a:ea typeface="Segoe UI"/>
                <a:cs typeface="Segoe UI"/>
              </a:defRPr>
            </a:lvl8pPr>
            <a:lvl9pPr algn="l">
              <a:defRPr sz="2100" b="0">
                <a:solidFill>
                  <a:srgbClr val="FFFFFF"/>
                </a:solidFill>
                <a:latin typeface="Segoe UI"/>
                <a:ea typeface="Segoe UI"/>
                <a:cs typeface="Segoe UI"/>
              </a:defRPr>
            </a:lvl9pPr>
          </a:lstStyle>
          <a:p xmlns:a="http://schemas.openxmlformats.org/drawingml/2006/main">
            <a:pPr algn="l">
              <a:lnSpc>
                <a:spcPct val="100000"/>
              </a:lnSpc>
              <a:buNone/>
              <a:defRPr sz="2100" b="0">
                <a:solidFill>
                  <a:srgbClr val="FFFFFF"/>
                </a:solidFill>
                <a:latin typeface="Segoe UI"/>
                <a:ea typeface="Segoe UI"/>
                <a:cs typeface="Segoe UI"/>
              </a:defRPr>
            </a:pPr>
            <a:r>
              <a:rPr sz="2100" b="0">
                <a:solidFill>
                  <a:srgbClr val="FFFFFF"/>
                </a:solidFill>
                <a:latin typeface="Segoe UI"/>
                <a:ea typeface="Segoe UI"/>
                <a:cs typeface="Segoe UI"/>
              </a:rPr>
              <a:t>Act</a:t>
            </a:r>
          </a:p>
        </p:txBody>
      </p:sp>
      <p:sp>
        <p:nvSpPr>
          <p:cNvPr id="7" name="">
            <a:extLst xmlns:a="http://schemas.openxmlformats.org/drawingml/2006/main">
              <a:ext uri="{FF2B5EF4-FFF2-40B4-BE49-F238E27FC236}">
                <a16:creationId xmlns:a16="http://schemas.microsoft.com/office/drawing/2014/main" id="{A0DCC66B-357B-489B-B7CC-FA18434A93C7}"/>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C2D7FF"/>
                </a:solidFill>
                <a:latin typeface="Segoe UI"/>
                <a:ea typeface="Segoe UI"/>
                <a:cs typeface="Segoe UI"/>
              </a:defRPr>
            </a:defPPr>
            <a:lvl1pPr algn="l">
              <a:defRPr sz="900" b="0">
                <a:solidFill>
                  <a:srgbClr val="C2D7FF"/>
                </a:solidFill>
                <a:latin typeface="Segoe UI"/>
                <a:ea typeface="Segoe UI"/>
                <a:cs typeface="Segoe UI"/>
              </a:defRPr>
            </a:lvl1pPr>
            <a:lvl2pPr algn="l">
              <a:defRPr sz="900" b="0">
                <a:solidFill>
                  <a:srgbClr val="C2D7FF"/>
                </a:solidFill>
                <a:latin typeface="Segoe UI"/>
                <a:ea typeface="Segoe UI"/>
                <a:cs typeface="Segoe UI"/>
              </a:defRPr>
            </a:lvl2pPr>
            <a:lvl3pPr algn="l">
              <a:defRPr sz="900" b="0">
                <a:solidFill>
                  <a:srgbClr val="C2D7FF"/>
                </a:solidFill>
                <a:latin typeface="Segoe UI"/>
                <a:ea typeface="Segoe UI"/>
                <a:cs typeface="Segoe UI"/>
              </a:defRPr>
            </a:lvl3pPr>
            <a:lvl4pPr algn="l">
              <a:defRPr sz="900" b="0">
                <a:solidFill>
                  <a:srgbClr val="C2D7FF"/>
                </a:solidFill>
                <a:latin typeface="Segoe UI"/>
                <a:ea typeface="Segoe UI"/>
                <a:cs typeface="Segoe UI"/>
              </a:defRPr>
            </a:lvl4pPr>
            <a:lvl5pPr algn="l">
              <a:defRPr sz="900" b="0">
                <a:solidFill>
                  <a:srgbClr val="C2D7FF"/>
                </a:solidFill>
                <a:latin typeface="Segoe UI"/>
                <a:ea typeface="Segoe UI"/>
                <a:cs typeface="Segoe UI"/>
              </a:defRPr>
            </a:lvl5pPr>
            <a:lvl6pPr algn="l">
              <a:defRPr sz="900" b="0">
                <a:solidFill>
                  <a:srgbClr val="C2D7FF"/>
                </a:solidFill>
                <a:latin typeface="Segoe UI"/>
                <a:ea typeface="Segoe UI"/>
                <a:cs typeface="Segoe UI"/>
              </a:defRPr>
            </a:lvl6pPr>
            <a:lvl7pPr algn="l">
              <a:defRPr sz="900" b="0">
                <a:solidFill>
                  <a:srgbClr val="C2D7FF"/>
                </a:solidFill>
                <a:latin typeface="Segoe UI"/>
                <a:ea typeface="Segoe UI"/>
                <a:cs typeface="Segoe UI"/>
              </a:defRPr>
            </a:lvl7pPr>
            <a:lvl8pPr algn="l">
              <a:defRPr sz="900" b="0">
                <a:solidFill>
                  <a:srgbClr val="C2D7FF"/>
                </a:solidFill>
                <a:latin typeface="Segoe UI"/>
                <a:ea typeface="Segoe UI"/>
                <a:cs typeface="Segoe UI"/>
              </a:defRPr>
            </a:lvl8pPr>
            <a:lvl9pPr algn="l">
              <a:defRPr sz="900" b="0">
                <a:solidFill>
                  <a:srgbClr val="C2D7FF"/>
                </a:solidFill>
                <a:latin typeface="Segoe UI"/>
                <a:ea typeface="Segoe UI"/>
                <a:cs typeface="Segoe UI"/>
              </a:defRPr>
            </a:lvl9pPr>
          </a:lstStyle>
          <a:p xmlns:a="http://schemas.openxmlformats.org/drawingml/2006/main">
            <a:pPr algn="l">
              <a:lnSpc>
                <a:spcPct val="100000"/>
              </a:lnSpc>
              <a:buNone/>
              <a:defRPr sz="900" b="0">
                <a:solidFill>
                  <a:srgbClr val="C2D7FF"/>
                </a:solidFill>
                <a:latin typeface="Segoe UI"/>
                <a:ea typeface="Segoe UI"/>
                <a:cs typeface="Segoe UI"/>
              </a:defRPr>
            </a:pPr>
            <a:r>
              <a:rPr sz="900" b="0">
                <a:solidFill>
                  <a:srgbClr val="C2D7FF"/>
                </a:solidFill>
                <a:latin typeface="Segoe UI"/>
                <a:ea typeface="Segoe UI"/>
                <a:cs typeface="Segoe UI"/>
              </a:rPr>
              <a:t>Independent concept</a:t>
            </a:r>
          </a:p>
        </p:txBody>
      </p:sp>
      <p:sp>
        <p:nvSpPr>
          <p:cNvPr id="8" name="">
            <a:extLst xmlns:a="http://schemas.openxmlformats.org/drawingml/2006/main">
              <a:ext uri="{FF2B5EF4-FFF2-40B4-BE49-F238E27FC236}">
                <a16:creationId xmlns:a16="http://schemas.microsoft.com/office/drawing/2014/main" id="{18098598-9134-4370-83D9-AED8B7E78751}"/>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C2D7FF"/>
                </a:solidFill>
                <a:latin typeface="Segoe UI"/>
                <a:ea typeface="Segoe UI"/>
                <a:cs typeface="Segoe UI"/>
              </a:defRPr>
            </a:defPPr>
            <a:lvl1pPr algn="r">
              <a:defRPr sz="1200" b="0">
                <a:solidFill>
                  <a:srgbClr val="C2D7FF"/>
                </a:solidFill>
                <a:latin typeface="Segoe UI"/>
                <a:ea typeface="Segoe UI"/>
                <a:cs typeface="Segoe UI"/>
              </a:defRPr>
            </a:lvl1pPr>
            <a:lvl2pPr algn="r">
              <a:defRPr sz="1200" b="0">
                <a:solidFill>
                  <a:srgbClr val="C2D7FF"/>
                </a:solidFill>
                <a:latin typeface="Segoe UI"/>
                <a:ea typeface="Segoe UI"/>
                <a:cs typeface="Segoe UI"/>
              </a:defRPr>
            </a:lvl2pPr>
            <a:lvl3pPr algn="r">
              <a:defRPr sz="1200" b="0">
                <a:solidFill>
                  <a:srgbClr val="C2D7FF"/>
                </a:solidFill>
                <a:latin typeface="Segoe UI"/>
                <a:ea typeface="Segoe UI"/>
                <a:cs typeface="Segoe UI"/>
              </a:defRPr>
            </a:lvl3pPr>
            <a:lvl4pPr algn="r">
              <a:defRPr sz="1200" b="0">
                <a:solidFill>
                  <a:srgbClr val="C2D7FF"/>
                </a:solidFill>
                <a:latin typeface="Segoe UI"/>
                <a:ea typeface="Segoe UI"/>
                <a:cs typeface="Segoe UI"/>
              </a:defRPr>
            </a:lvl4pPr>
            <a:lvl5pPr algn="r">
              <a:defRPr sz="1200" b="0">
                <a:solidFill>
                  <a:srgbClr val="C2D7FF"/>
                </a:solidFill>
                <a:latin typeface="Segoe UI"/>
                <a:ea typeface="Segoe UI"/>
                <a:cs typeface="Segoe UI"/>
              </a:defRPr>
            </a:lvl5pPr>
            <a:lvl6pPr algn="r">
              <a:defRPr sz="1200" b="0">
                <a:solidFill>
                  <a:srgbClr val="C2D7FF"/>
                </a:solidFill>
                <a:latin typeface="Segoe UI"/>
                <a:ea typeface="Segoe UI"/>
                <a:cs typeface="Segoe UI"/>
              </a:defRPr>
            </a:lvl6pPr>
            <a:lvl7pPr algn="r">
              <a:defRPr sz="1200" b="0">
                <a:solidFill>
                  <a:srgbClr val="C2D7FF"/>
                </a:solidFill>
                <a:latin typeface="Segoe UI"/>
                <a:ea typeface="Segoe UI"/>
                <a:cs typeface="Segoe UI"/>
              </a:defRPr>
            </a:lvl7pPr>
            <a:lvl8pPr algn="r">
              <a:defRPr sz="1200" b="0">
                <a:solidFill>
                  <a:srgbClr val="C2D7FF"/>
                </a:solidFill>
                <a:latin typeface="Segoe UI"/>
                <a:ea typeface="Segoe UI"/>
                <a:cs typeface="Segoe UI"/>
              </a:defRPr>
            </a:lvl8pPr>
            <a:lvl9pPr algn="r">
              <a:defRPr sz="1200" b="0">
                <a:solidFill>
                  <a:srgbClr val="C2D7FF"/>
                </a:solidFill>
                <a:latin typeface="Segoe UI"/>
                <a:ea typeface="Segoe UI"/>
                <a:cs typeface="Segoe UI"/>
              </a:defRPr>
            </a:lvl9pPr>
          </a:lstStyle>
          <a:p xmlns:a="http://schemas.openxmlformats.org/drawingml/2006/main">
            <a:pPr algn="r">
              <a:lnSpc>
                <a:spcPct val="100000"/>
              </a:lnSpc>
              <a:buNone/>
              <a:defRPr sz="1200" b="0">
                <a:solidFill>
                  <a:srgbClr val="C2D7FF"/>
                </a:solidFill>
                <a:latin typeface="Segoe UI"/>
                <a:ea typeface="Segoe UI"/>
                <a:cs typeface="Segoe UI"/>
              </a:defRPr>
            </a:pPr>
            <a:r>
              <a:rPr sz="1200" b="0">
                <a:solidFill>
                  <a:srgbClr val="C2D7FF"/>
                </a:solidFill>
                <a:latin typeface="Segoe UI"/>
                <a:ea typeface="Segoe UI"/>
                <a:cs typeface="Segoe UI"/>
              </a:rPr>
              <a:t>04</a:t>
            </a:r>
          </a:p>
        </p:txBody>
      </p:sp>
    </p:spTree>
    <p:extLst>
      <p:ext uri="{BB962C8B-B14F-4D97-AF65-F5344CB8AC3E}">
        <p14:creationId xmlns:p14="http://schemas.microsoft.com/office/powerpoint/2010/main" val="1150246304"/>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61BFDF-BA73-49F2-9AFF-604440D7DA2C}"/>
              </a:ext>
            </a:extLst>
          </p:cNvPr>
          <p:cNvSpPr>
            <a:spLocks xmlns:a="http://schemas.openxmlformats.org/drawingml/2006/main" noGrp="1"/>
          </p:cNvSpPr>
          <p:nvPr/>
        </p:nvSpPr>
        <p:spPr>
          <a:xfrm xmlns:a="http://schemas.openxmlformats.org/drawingml/2006/main">
            <a:off x="609600" y="923925"/>
            <a:ext cx="7334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950" b="1">
                <a:solidFill>
                  <a:srgbClr val="102830"/>
                </a:solidFill>
                <a:latin typeface="Segoe UI"/>
                <a:ea typeface="Segoe UI"/>
                <a:cs typeface="Segoe UI"/>
              </a:defRPr>
            </a:defPPr>
            <a:lvl1pPr algn="l">
              <a:defRPr sz="4950" b="1">
                <a:solidFill>
                  <a:srgbClr val="102830"/>
                </a:solidFill>
                <a:latin typeface="Segoe UI"/>
                <a:ea typeface="Segoe UI"/>
                <a:cs typeface="Segoe UI"/>
              </a:defRPr>
            </a:lvl1pPr>
            <a:lvl2pPr algn="l">
              <a:defRPr sz="4950" b="1">
                <a:solidFill>
                  <a:srgbClr val="102830"/>
                </a:solidFill>
                <a:latin typeface="Segoe UI"/>
                <a:ea typeface="Segoe UI"/>
                <a:cs typeface="Segoe UI"/>
              </a:defRPr>
            </a:lvl2pPr>
            <a:lvl3pPr algn="l">
              <a:defRPr sz="4950" b="1">
                <a:solidFill>
                  <a:srgbClr val="102830"/>
                </a:solidFill>
                <a:latin typeface="Segoe UI"/>
                <a:ea typeface="Segoe UI"/>
                <a:cs typeface="Segoe UI"/>
              </a:defRPr>
            </a:lvl3pPr>
            <a:lvl4pPr algn="l">
              <a:defRPr sz="4950" b="1">
                <a:solidFill>
                  <a:srgbClr val="102830"/>
                </a:solidFill>
                <a:latin typeface="Segoe UI"/>
                <a:ea typeface="Segoe UI"/>
                <a:cs typeface="Segoe UI"/>
              </a:defRPr>
            </a:lvl4pPr>
            <a:lvl5pPr algn="l">
              <a:defRPr sz="4950" b="1">
                <a:solidFill>
                  <a:srgbClr val="102830"/>
                </a:solidFill>
                <a:latin typeface="Segoe UI"/>
                <a:ea typeface="Segoe UI"/>
                <a:cs typeface="Segoe UI"/>
              </a:defRPr>
            </a:lvl5pPr>
            <a:lvl6pPr algn="l">
              <a:defRPr sz="4950" b="1">
                <a:solidFill>
                  <a:srgbClr val="102830"/>
                </a:solidFill>
                <a:latin typeface="Segoe UI"/>
                <a:ea typeface="Segoe UI"/>
                <a:cs typeface="Segoe UI"/>
              </a:defRPr>
            </a:lvl6pPr>
            <a:lvl7pPr algn="l">
              <a:defRPr sz="4950" b="1">
                <a:solidFill>
                  <a:srgbClr val="102830"/>
                </a:solidFill>
                <a:latin typeface="Segoe UI"/>
                <a:ea typeface="Segoe UI"/>
                <a:cs typeface="Segoe UI"/>
              </a:defRPr>
            </a:lvl7pPr>
            <a:lvl8pPr algn="l">
              <a:defRPr sz="4950" b="1">
                <a:solidFill>
                  <a:srgbClr val="102830"/>
                </a:solidFill>
                <a:latin typeface="Segoe UI"/>
                <a:ea typeface="Segoe UI"/>
                <a:cs typeface="Segoe UI"/>
              </a:defRPr>
            </a:lvl8pPr>
            <a:lvl9pPr algn="l">
              <a:defRPr sz="4950" b="1">
                <a:solidFill>
                  <a:srgbClr val="102830"/>
                </a:solidFill>
                <a:latin typeface="Segoe UI"/>
                <a:ea typeface="Segoe UI"/>
                <a:cs typeface="Segoe UI"/>
              </a:defRPr>
            </a:lvl9pPr>
          </a:lstStyle>
          <a:p xmlns:a="http://schemas.openxmlformats.org/drawingml/2006/main">
            <a:pPr algn="l">
              <a:lnSpc>
                <a:spcPct val="100000"/>
              </a:lnSpc>
              <a:buNone/>
              <a:defRPr sz="4950" b="1">
                <a:solidFill>
                  <a:srgbClr val="102830"/>
                </a:solidFill>
                <a:latin typeface="Segoe UI"/>
                <a:ea typeface="Segoe UI"/>
                <a:cs typeface="Segoe UI"/>
              </a:defRPr>
            </a:pPr>
            <a:r>
              <a:rPr sz="4950" b="1">
                <a:solidFill>
                  <a:srgbClr val="102830"/>
                </a:solidFill>
                <a:latin typeface="Segoe UI"/>
                <a:ea typeface="Segoe UI"/>
                <a:cs typeface="Segoe UI"/>
              </a:rPr>
              <a:t>Your intelligence.</a:t>
            </a:r>
          </a:p>
          <a:p xmlns:a="http://schemas.openxmlformats.org/drawingml/2006/main">
            <a:pPr algn="l">
              <a:lnSpc>
                <a:spcPct val="100000"/>
              </a:lnSpc>
              <a:buNone/>
              <a:defRPr sz="4950" b="1">
                <a:solidFill>
                  <a:srgbClr val="102830"/>
                </a:solidFill>
                <a:latin typeface="Segoe UI"/>
                <a:ea typeface="Segoe UI"/>
                <a:cs typeface="Segoe UI"/>
              </a:defRPr>
            </a:pPr>
            <a:r>
              <a:rPr sz="4950" b="1">
                <a:solidFill>
                  <a:srgbClr val="102830"/>
                </a:solidFill>
                <a:latin typeface="Segoe UI"/>
                <a:ea typeface="Segoe UI"/>
                <a:cs typeface="Segoe UI"/>
              </a:rPr>
              <a:t>Working for you</a:t>
            </a:r>
          </a:p>
        </p:txBody>
      </p:sp>
      <p:sp>
        <p:nvSpPr>
          <p:cNvPr id="2" name="">
            <a:extLst xmlns:a="http://schemas.openxmlformats.org/drawingml/2006/main">
              <a:ext uri="{FF2B5EF4-FFF2-40B4-BE49-F238E27FC236}">
                <a16:creationId xmlns:a16="http://schemas.microsoft.com/office/drawing/2014/main" id="{C0357B54-BFC5-4616-BE70-26AF7E5D4483}"/>
              </a:ext>
            </a:extLst>
          </p:cNvPr>
          <p:cNvSpPr>
            <a:spLocks xmlns:a="http://schemas.openxmlformats.org/drawingml/2006/main" noGrp="1"/>
          </p:cNvSpPr>
          <p:nvPr/>
        </p:nvSpPr>
        <p:spPr>
          <a:xfrm xmlns:a="http://schemas.openxmlformats.org/drawingml/2006/main">
            <a:off x="647700" y="4476750"/>
            <a:ext cx="5143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2656B"/>
                </a:solidFill>
                <a:latin typeface="Segoe UI"/>
                <a:ea typeface="Segoe UI"/>
                <a:cs typeface="Segoe UI"/>
              </a:defRPr>
            </a:defPPr>
            <a:lvl1pPr algn="l">
              <a:defRPr sz="2175" b="0">
                <a:solidFill>
                  <a:srgbClr val="52656B"/>
                </a:solidFill>
                <a:latin typeface="Segoe UI"/>
                <a:ea typeface="Segoe UI"/>
                <a:cs typeface="Segoe UI"/>
              </a:defRPr>
            </a:lvl1pPr>
            <a:lvl2pPr algn="l">
              <a:defRPr sz="2175" b="0">
                <a:solidFill>
                  <a:srgbClr val="52656B"/>
                </a:solidFill>
                <a:latin typeface="Segoe UI"/>
                <a:ea typeface="Segoe UI"/>
                <a:cs typeface="Segoe UI"/>
              </a:defRPr>
            </a:lvl2pPr>
            <a:lvl3pPr algn="l">
              <a:defRPr sz="2175" b="0">
                <a:solidFill>
                  <a:srgbClr val="52656B"/>
                </a:solidFill>
                <a:latin typeface="Segoe UI"/>
                <a:ea typeface="Segoe UI"/>
                <a:cs typeface="Segoe UI"/>
              </a:defRPr>
            </a:lvl3pPr>
            <a:lvl4pPr algn="l">
              <a:defRPr sz="2175" b="0">
                <a:solidFill>
                  <a:srgbClr val="52656B"/>
                </a:solidFill>
                <a:latin typeface="Segoe UI"/>
                <a:ea typeface="Segoe UI"/>
                <a:cs typeface="Segoe UI"/>
              </a:defRPr>
            </a:lvl4pPr>
            <a:lvl5pPr algn="l">
              <a:defRPr sz="2175" b="0">
                <a:solidFill>
                  <a:srgbClr val="52656B"/>
                </a:solidFill>
                <a:latin typeface="Segoe UI"/>
                <a:ea typeface="Segoe UI"/>
                <a:cs typeface="Segoe UI"/>
              </a:defRPr>
            </a:lvl5pPr>
            <a:lvl6pPr algn="l">
              <a:defRPr sz="2175" b="0">
                <a:solidFill>
                  <a:srgbClr val="52656B"/>
                </a:solidFill>
                <a:latin typeface="Segoe UI"/>
                <a:ea typeface="Segoe UI"/>
                <a:cs typeface="Segoe UI"/>
              </a:defRPr>
            </a:lvl6pPr>
            <a:lvl7pPr algn="l">
              <a:defRPr sz="2175" b="0">
                <a:solidFill>
                  <a:srgbClr val="52656B"/>
                </a:solidFill>
                <a:latin typeface="Segoe UI"/>
                <a:ea typeface="Segoe UI"/>
                <a:cs typeface="Segoe UI"/>
              </a:defRPr>
            </a:lvl7pPr>
            <a:lvl8pPr algn="l">
              <a:defRPr sz="2175" b="0">
                <a:solidFill>
                  <a:srgbClr val="52656B"/>
                </a:solidFill>
                <a:latin typeface="Segoe UI"/>
                <a:ea typeface="Segoe UI"/>
                <a:cs typeface="Segoe UI"/>
              </a:defRPr>
            </a:lvl8pPr>
            <a:lvl9pPr algn="l">
              <a:defRPr sz="2175" b="0">
                <a:solidFill>
                  <a:srgbClr val="52656B"/>
                </a:solidFill>
                <a:latin typeface="Segoe UI"/>
                <a:ea typeface="Segoe UI"/>
                <a:cs typeface="Segoe UI"/>
              </a:defRPr>
            </a:lvl9pPr>
          </a:lstStyle>
          <a:p xmlns:a="http://schemas.openxmlformats.org/drawingml/2006/main">
            <a:pPr algn="l">
              <a:lnSpc>
                <a:spcPct val="100000"/>
              </a:lnSpc>
              <a:buNone/>
              <a:defRPr sz="2175" b="0">
                <a:solidFill>
                  <a:srgbClr val="52656B"/>
                </a:solidFill>
                <a:latin typeface="Segoe UI"/>
                <a:ea typeface="Segoe UI"/>
                <a:cs typeface="Segoe UI"/>
              </a:defRPr>
            </a:pPr>
            <a:r>
              <a:rPr sz="2175" b="0">
                <a:solidFill>
                  <a:srgbClr val="52656B"/>
                </a:solidFill>
                <a:latin typeface="Segoe UI"/>
                <a:ea typeface="Segoe UI"/>
                <a:cs typeface="Segoe UI"/>
              </a:rPr>
              <a:t>Microsoft industry expertise</a:t>
            </a:r>
          </a:p>
          <a:p xmlns:a="http://schemas.openxmlformats.org/drawingml/2006/main">
            <a:pPr algn="l">
              <a:lnSpc>
                <a:spcPct val="100000"/>
              </a:lnSpc>
              <a:buNone/>
              <a:defRPr sz="2175" b="0">
                <a:solidFill>
                  <a:srgbClr val="52656B"/>
                </a:solidFill>
                <a:latin typeface="Segoe UI"/>
                <a:ea typeface="Segoe UI"/>
                <a:cs typeface="Segoe UI"/>
              </a:defRPr>
            </a:pPr>
            <a:r>
              <a:rPr sz="2175" b="0">
                <a:solidFill>
                  <a:srgbClr val="52656B"/>
                </a:solidFill>
                <a:latin typeface="Segoe UI"/>
                <a:ea typeface="Segoe UI"/>
                <a:cs typeface="Segoe UI"/>
              </a:rPr>
              <a:t>and AI engineering</a:t>
            </a:r>
          </a:p>
        </p:txBody>
      </p:sp>
      <p:sp>
        <p:nvSpPr>
          <p:cNvPr id="3" name="">
            <a:extLst xmlns:a="http://schemas.openxmlformats.org/drawingml/2006/main">
              <a:ext uri="{FF2B5EF4-FFF2-40B4-BE49-F238E27FC236}">
                <a16:creationId xmlns:a16="http://schemas.microsoft.com/office/drawing/2014/main" id="{843ECC6F-E7AD-4F72-A6DA-D7F3EC6581D1}"/>
              </a:ext>
            </a:extLst>
          </p:cNvPr>
          <p:cNvSpPr>
            <a:spLocks xmlns:a="http://schemas.openxmlformats.org/drawingml/2006/main" noGrp="1"/>
          </p:cNvSpPr>
          <p:nvPr/>
        </p:nvSpPr>
        <p:spPr>
          <a:xfrm xmlns:a="http://schemas.openxmlformats.org/drawingml/2006/main">
            <a:off x="6867525" y="3038475"/>
            <a:ext cx="4705350" cy="2809875"/>
          </a:xfrm>
          <a:prstGeom xmlns:a="http://schemas.openxmlformats.org/drawingml/2006/main" prst="rect">
            <a:avLst/>
          </a:prstGeom>
          <a:noFill xmlns:a="http://schemas.openxmlformats.org/drawingml/2006/main"/>
          <a:ln xmlns:a="http://schemas.openxmlformats.org/drawingml/2006/main" w="28575">
            <a:solidFill>
              <a:srgbClr val="1756D8"/>
            </a:solidFill>
            <a:prstDash val="solid"/>
          </a:ln>
        </p:spPr>
      </p:sp>
      <p:sp>
        <p:nvSpPr>
          <p:cNvPr id="4" name="">
            <a:extLst xmlns:a="http://schemas.openxmlformats.org/drawingml/2006/main">
              <a:ext uri="{FF2B5EF4-FFF2-40B4-BE49-F238E27FC236}">
                <a16:creationId xmlns:a16="http://schemas.microsoft.com/office/drawing/2014/main" id="{2B8BE956-BACB-4603-83A2-E5E4A692945E}"/>
              </a:ext>
            </a:extLst>
          </p:cNvPr>
          <p:cNvSpPr>
            <a:spLocks xmlns:a="http://schemas.openxmlformats.org/drawingml/2006/main" noGrp="1"/>
          </p:cNvSpPr>
          <p:nvPr/>
        </p:nvSpPr>
        <p:spPr>
          <a:xfrm xmlns:a="http://schemas.openxmlformats.org/drawingml/2006/main">
            <a:off x="7096125" y="2790825"/>
            <a:ext cx="3857625" cy="342900"/>
          </a:xfrm>
          <a:prstGeom xmlns:a="http://schemas.openxmlformats.org/drawingml/2006/main" prst="rect">
            <a:avLst/>
          </a:prstGeom>
          <a:solidFill xmlns:a="http://schemas.openxmlformats.org/drawingml/2006/main">
            <a:srgbClr val="F8F7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E24AD2-908E-40A9-8103-625762A60FCA}"/>
              </a:ext>
            </a:extLst>
          </p:cNvPr>
          <p:cNvSpPr>
            <a:spLocks xmlns:a="http://schemas.openxmlformats.org/drawingml/2006/main" noGrp="1"/>
          </p:cNvSpPr>
          <p:nvPr/>
        </p:nvSpPr>
        <p:spPr>
          <a:xfrm xmlns:a="http://schemas.openxmlformats.org/drawingml/2006/main">
            <a:off x="7134225" y="28670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56D8"/>
                </a:solidFill>
                <a:latin typeface="Segoe UI"/>
                <a:ea typeface="Segoe UI"/>
                <a:cs typeface="Segoe UI"/>
              </a:defRPr>
            </a:defPPr>
            <a:lvl1pPr algn="l">
              <a:defRPr sz="1200" b="1">
                <a:solidFill>
                  <a:srgbClr val="1756D8"/>
                </a:solidFill>
                <a:latin typeface="Segoe UI"/>
                <a:ea typeface="Segoe UI"/>
                <a:cs typeface="Segoe UI"/>
              </a:defRPr>
            </a:lvl1pPr>
            <a:lvl2pPr algn="l">
              <a:defRPr sz="1200" b="1">
                <a:solidFill>
                  <a:srgbClr val="1756D8"/>
                </a:solidFill>
                <a:latin typeface="Segoe UI"/>
                <a:ea typeface="Segoe UI"/>
                <a:cs typeface="Segoe UI"/>
              </a:defRPr>
            </a:lvl2pPr>
            <a:lvl3pPr algn="l">
              <a:defRPr sz="1200" b="1">
                <a:solidFill>
                  <a:srgbClr val="1756D8"/>
                </a:solidFill>
                <a:latin typeface="Segoe UI"/>
                <a:ea typeface="Segoe UI"/>
                <a:cs typeface="Segoe UI"/>
              </a:defRPr>
            </a:lvl3pPr>
            <a:lvl4pPr algn="l">
              <a:defRPr sz="1200" b="1">
                <a:solidFill>
                  <a:srgbClr val="1756D8"/>
                </a:solidFill>
                <a:latin typeface="Segoe UI"/>
                <a:ea typeface="Segoe UI"/>
                <a:cs typeface="Segoe UI"/>
              </a:defRPr>
            </a:lvl4pPr>
            <a:lvl5pPr algn="l">
              <a:defRPr sz="1200" b="1">
                <a:solidFill>
                  <a:srgbClr val="1756D8"/>
                </a:solidFill>
                <a:latin typeface="Segoe UI"/>
                <a:ea typeface="Segoe UI"/>
                <a:cs typeface="Segoe UI"/>
              </a:defRPr>
            </a:lvl5pPr>
            <a:lvl6pPr algn="l">
              <a:defRPr sz="1200" b="1">
                <a:solidFill>
                  <a:srgbClr val="1756D8"/>
                </a:solidFill>
                <a:latin typeface="Segoe UI"/>
                <a:ea typeface="Segoe UI"/>
                <a:cs typeface="Segoe UI"/>
              </a:defRPr>
            </a:lvl6pPr>
            <a:lvl7pPr algn="l">
              <a:defRPr sz="1200" b="1">
                <a:solidFill>
                  <a:srgbClr val="1756D8"/>
                </a:solidFill>
                <a:latin typeface="Segoe UI"/>
                <a:ea typeface="Segoe UI"/>
                <a:cs typeface="Segoe UI"/>
              </a:defRPr>
            </a:lvl7pPr>
            <a:lvl8pPr algn="l">
              <a:defRPr sz="1200" b="1">
                <a:solidFill>
                  <a:srgbClr val="1756D8"/>
                </a:solidFill>
                <a:latin typeface="Segoe UI"/>
                <a:ea typeface="Segoe UI"/>
                <a:cs typeface="Segoe UI"/>
              </a:defRPr>
            </a:lvl8pPr>
            <a:lvl9pPr algn="l">
              <a:defRPr sz="1200" b="1">
                <a:solidFill>
                  <a:srgbClr val="1756D8"/>
                </a:solidFill>
                <a:latin typeface="Segoe UI"/>
                <a:ea typeface="Segoe UI"/>
                <a:cs typeface="Segoe UI"/>
              </a:defRPr>
            </a:lvl9pPr>
          </a:lstStyle>
          <a:p xmlns:a="http://schemas.openxmlformats.org/drawingml/2006/main">
            <a:pPr algn="l">
              <a:lnSpc>
                <a:spcPct val="100000"/>
              </a:lnSpc>
              <a:buNone/>
              <a:defRPr sz="1200" b="1">
                <a:solidFill>
                  <a:srgbClr val="1756D8"/>
                </a:solidFill>
                <a:latin typeface="Segoe UI"/>
                <a:ea typeface="Segoe UI"/>
                <a:cs typeface="Segoe UI"/>
              </a:defRPr>
            </a:pPr>
            <a:r>
              <a:rPr sz="1200" b="1">
                <a:solidFill>
                  <a:srgbClr val="1756D8"/>
                </a:solidFill>
                <a:latin typeface="Segoe UI"/>
                <a:ea typeface="Segoe UI"/>
                <a:cs typeface="Segoe UI"/>
              </a:rPr>
              <a:t>PROTECTED BY YOUR RULES</a:t>
            </a:r>
          </a:p>
        </p:txBody>
      </p:sp>
      <p:sp>
        <p:nvSpPr>
          <p:cNvPr id="6" name="">
            <a:extLst xmlns:a="http://schemas.openxmlformats.org/drawingml/2006/main">
              <a:ext uri="{FF2B5EF4-FFF2-40B4-BE49-F238E27FC236}">
                <a16:creationId xmlns:a16="http://schemas.microsoft.com/office/drawing/2014/main" id="{9EECAD12-5A29-459D-8218-C873CE01F5C1}"/>
              </a:ext>
            </a:extLst>
          </p:cNvPr>
          <p:cNvSpPr>
            <a:spLocks xmlns:a="http://schemas.openxmlformats.org/drawingml/2006/main" noGrp="1"/>
          </p:cNvSpPr>
          <p:nvPr/>
        </p:nvSpPr>
        <p:spPr>
          <a:xfrm xmlns:a="http://schemas.openxmlformats.org/drawingml/2006/main">
            <a:off x="7258050" y="3505200"/>
            <a:ext cx="39338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102830"/>
                </a:solidFill>
                <a:latin typeface="Segoe UI"/>
                <a:ea typeface="Segoe UI"/>
                <a:cs typeface="Segoe UI"/>
              </a:defRPr>
            </a:defPPr>
            <a:lvl1pPr algn="l">
              <a:defRPr sz="2925" b="1">
                <a:solidFill>
                  <a:srgbClr val="102830"/>
                </a:solidFill>
                <a:latin typeface="Segoe UI"/>
                <a:ea typeface="Segoe UI"/>
                <a:cs typeface="Segoe UI"/>
              </a:defRPr>
            </a:lvl1pPr>
            <a:lvl2pPr algn="l">
              <a:defRPr sz="2925" b="1">
                <a:solidFill>
                  <a:srgbClr val="102830"/>
                </a:solidFill>
                <a:latin typeface="Segoe UI"/>
                <a:ea typeface="Segoe UI"/>
                <a:cs typeface="Segoe UI"/>
              </a:defRPr>
            </a:lvl2pPr>
            <a:lvl3pPr algn="l">
              <a:defRPr sz="2925" b="1">
                <a:solidFill>
                  <a:srgbClr val="102830"/>
                </a:solidFill>
                <a:latin typeface="Segoe UI"/>
                <a:ea typeface="Segoe UI"/>
                <a:cs typeface="Segoe UI"/>
              </a:defRPr>
            </a:lvl3pPr>
            <a:lvl4pPr algn="l">
              <a:defRPr sz="2925" b="1">
                <a:solidFill>
                  <a:srgbClr val="102830"/>
                </a:solidFill>
                <a:latin typeface="Segoe UI"/>
                <a:ea typeface="Segoe UI"/>
                <a:cs typeface="Segoe UI"/>
              </a:defRPr>
            </a:lvl4pPr>
            <a:lvl5pPr algn="l">
              <a:defRPr sz="2925" b="1">
                <a:solidFill>
                  <a:srgbClr val="102830"/>
                </a:solidFill>
                <a:latin typeface="Segoe UI"/>
                <a:ea typeface="Segoe UI"/>
                <a:cs typeface="Segoe UI"/>
              </a:defRPr>
            </a:lvl5pPr>
            <a:lvl6pPr algn="l">
              <a:defRPr sz="2925" b="1">
                <a:solidFill>
                  <a:srgbClr val="102830"/>
                </a:solidFill>
                <a:latin typeface="Segoe UI"/>
                <a:ea typeface="Segoe UI"/>
                <a:cs typeface="Segoe UI"/>
              </a:defRPr>
            </a:lvl6pPr>
            <a:lvl7pPr algn="l">
              <a:defRPr sz="2925" b="1">
                <a:solidFill>
                  <a:srgbClr val="102830"/>
                </a:solidFill>
                <a:latin typeface="Segoe UI"/>
                <a:ea typeface="Segoe UI"/>
                <a:cs typeface="Segoe UI"/>
              </a:defRPr>
            </a:lvl7pPr>
            <a:lvl8pPr algn="l">
              <a:defRPr sz="2925" b="1">
                <a:solidFill>
                  <a:srgbClr val="102830"/>
                </a:solidFill>
                <a:latin typeface="Segoe UI"/>
                <a:ea typeface="Segoe UI"/>
                <a:cs typeface="Segoe UI"/>
              </a:defRPr>
            </a:lvl8pPr>
            <a:lvl9pPr algn="l">
              <a:defRPr sz="2925" b="1">
                <a:solidFill>
                  <a:srgbClr val="102830"/>
                </a:solidFill>
                <a:latin typeface="Segoe UI"/>
                <a:ea typeface="Segoe UI"/>
                <a:cs typeface="Segoe UI"/>
              </a:defRPr>
            </a:lvl9pPr>
          </a:lstStyle>
          <a:p xmlns:a="http://schemas.openxmlformats.org/drawingml/2006/main">
            <a:pPr algn="l">
              <a:lnSpc>
                <a:spcPct val="100000"/>
              </a:lnSpc>
              <a:buNone/>
              <a:defRPr sz="2925" b="1">
                <a:solidFill>
                  <a:srgbClr val="102830"/>
                </a:solidFill>
                <a:latin typeface="Segoe UI"/>
                <a:ea typeface="Segoe UI"/>
                <a:cs typeface="Segoe UI"/>
              </a:defRPr>
            </a:pPr>
            <a:r>
              <a:rPr sz="2925" b="1">
                <a:solidFill>
                  <a:srgbClr val="102830"/>
                </a:solidFill>
                <a:latin typeface="Segoe UI"/>
                <a:ea typeface="Segoe UI"/>
                <a:cs typeface="Segoe UI"/>
              </a:rPr>
              <a:t>Data</a:t>
            </a:r>
          </a:p>
        </p:txBody>
      </p:sp>
      <p:sp>
        <p:nvSpPr>
          <p:cNvPr id="7" name="">
            <a:extLst xmlns:a="http://schemas.openxmlformats.org/drawingml/2006/main">
              <a:ext uri="{FF2B5EF4-FFF2-40B4-BE49-F238E27FC236}">
                <a16:creationId xmlns:a16="http://schemas.microsoft.com/office/drawing/2014/main" id="{AD36DD98-25B1-4FB7-B3CF-68EE9FD045EB}"/>
              </a:ext>
            </a:extLst>
          </p:cNvPr>
          <p:cNvSpPr>
            <a:spLocks xmlns:a="http://schemas.openxmlformats.org/drawingml/2006/main" noGrp="1"/>
          </p:cNvSpPr>
          <p:nvPr/>
        </p:nvSpPr>
        <p:spPr>
          <a:xfrm xmlns:a="http://schemas.openxmlformats.org/drawingml/2006/main">
            <a:off x="7267575" y="4133850"/>
            <a:ext cx="3905250"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CA06C4-ACBC-4E52-BBB0-C9AF312AF715}"/>
              </a:ext>
            </a:extLst>
          </p:cNvPr>
          <p:cNvSpPr>
            <a:spLocks xmlns:a="http://schemas.openxmlformats.org/drawingml/2006/main" noGrp="1"/>
          </p:cNvSpPr>
          <p:nvPr/>
        </p:nvSpPr>
        <p:spPr>
          <a:xfrm xmlns:a="http://schemas.openxmlformats.org/drawingml/2006/main">
            <a:off x="7258050" y="4371975"/>
            <a:ext cx="39338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102830"/>
                </a:solidFill>
                <a:latin typeface="Segoe UI"/>
                <a:ea typeface="Segoe UI"/>
                <a:cs typeface="Segoe UI"/>
              </a:defRPr>
            </a:defPPr>
            <a:lvl1pPr algn="l">
              <a:defRPr sz="2925" b="1">
                <a:solidFill>
                  <a:srgbClr val="102830"/>
                </a:solidFill>
                <a:latin typeface="Segoe UI"/>
                <a:ea typeface="Segoe UI"/>
                <a:cs typeface="Segoe UI"/>
              </a:defRPr>
            </a:lvl1pPr>
            <a:lvl2pPr algn="l">
              <a:defRPr sz="2925" b="1">
                <a:solidFill>
                  <a:srgbClr val="102830"/>
                </a:solidFill>
                <a:latin typeface="Segoe UI"/>
                <a:ea typeface="Segoe UI"/>
                <a:cs typeface="Segoe UI"/>
              </a:defRPr>
            </a:lvl2pPr>
            <a:lvl3pPr algn="l">
              <a:defRPr sz="2925" b="1">
                <a:solidFill>
                  <a:srgbClr val="102830"/>
                </a:solidFill>
                <a:latin typeface="Segoe UI"/>
                <a:ea typeface="Segoe UI"/>
                <a:cs typeface="Segoe UI"/>
              </a:defRPr>
            </a:lvl3pPr>
            <a:lvl4pPr algn="l">
              <a:defRPr sz="2925" b="1">
                <a:solidFill>
                  <a:srgbClr val="102830"/>
                </a:solidFill>
                <a:latin typeface="Segoe UI"/>
                <a:ea typeface="Segoe UI"/>
                <a:cs typeface="Segoe UI"/>
              </a:defRPr>
            </a:lvl4pPr>
            <a:lvl5pPr algn="l">
              <a:defRPr sz="2925" b="1">
                <a:solidFill>
                  <a:srgbClr val="102830"/>
                </a:solidFill>
                <a:latin typeface="Segoe UI"/>
                <a:ea typeface="Segoe UI"/>
                <a:cs typeface="Segoe UI"/>
              </a:defRPr>
            </a:lvl5pPr>
            <a:lvl6pPr algn="l">
              <a:defRPr sz="2925" b="1">
                <a:solidFill>
                  <a:srgbClr val="102830"/>
                </a:solidFill>
                <a:latin typeface="Segoe UI"/>
                <a:ea typeface="Segoe UI"/>
                <a:cs typeface="Segoe UI"/>
              </a:defRPr>
            </a:lvl6pPr>
            <a:lvl7pPr algn="l">
              <a:defRPr sz="2925" b="1">
                <a:solidFill>
                  <a:srgbClr val="102830"/>
                </a:solidFill>
                <a:latin typeface="Segoe UI"/>
                <a:ea typeface="Segoe UI"/>
                <a:cs typeface="Segoe UI"/>
              </a:defRPr>
            </a:lvl7pPr>
            <a:lvl8pPr algn="l">
              <a:defRPr sz="2925" b="1">
                <a:solidFill>
                  <a:srgbClr val="102830"/>
                </a:solidFill>
                <a:latin typeface="Segoe UI"/>
                <a:ea typeface="Segoe UI"/>
                <a:cs typeface="Segoe UI"/>
              </a:defRPr>
            </a:lvl8pPr>
            <a:lvl9pPr algn="l">
              <a:defRPr sz="2925" b="1">
                <a:solidFill>
                  <a:srgbClr val="102830"/>
                </a:solidFill>
                <a:latin typeface="Segoe UI"/>
                <a:ea typeface="Segoe UI"/>
                <a:cs typeface="Segoe UI"/>
              </a:defRPr>
            </a:lvl9pPr>
          </a:lstStyle>
          <a:p xmlns:a="http://schemas.openxmlformats.org/drawingml/2006/main">
            <a:pPr algn="l">
              <a:lnSpc>
                <a:spcPct val="100000"/>
              </a:lnSpc>
              <a:buNone/>
              <a:defRPr sz="2925" b="1">
                <a:solidFill>
                  <a:srgbClr val="102830"/>
                </a:solidFill>
                <a:latin typeface="Segoe UI"/>
                <a:ea typeface="Segoe UI"/>
                <a:cs typeface="Segoe UI"/>
              </a:defRPr>
            </a:pPr>
            <a:r>
              <a:rPr sz="2925" b="1">
                <a:solidFill>
                  <a:srgbClr val="102830"/>
                </a:solidFill>
                <a:latin typeface="Segoe UI"/>
                <a:ea typeface="Segoe UI"/>
                <a:cs typeface="Segoe UI"/>
              </a:rPr>
              <a:t>Experience</a:t>
            </a:r>
          </a:p>
        </p:txBody>
      </p:sp>
      <p:sp>
        <p:nvSpPr>
          <p:cNvPr id="9" name="">
            <a:extLst xmlns:a="http://schemas.openxmlformats.org/drawingml/2006/main">
              <a:ext uri="{FF2B5EF4-FFF2-40B4-BE49-F238E27FC236}">
                <a16:creationId xmlns:a16="http://schemas.microsoft.com/office/drawing/2014/main" id="{3BC3791A-7CF0-420A-8CE4-A209F586F491}"/>
              </a:ext>
            </a:extLst>
          </p:cNvPr>
          <p:cNvSpPr>
            <a:spLocks xmlns:a="http://schemas.openxmlformats.org/drawingml/2006/main" noGrp="1"/>
          </p:cNvSpPr>
          <p:nvPr/>
        </p:nvSpPr>
        <p:spPr>
          <a:xfrm xmlns:a="http://schemas.openxmlformats.org/drawingml/2006/main">
            <a:off x="7267575" y="4972050"/>
            <a:ext cx="3905250"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886858-B2D8-421C-9C58-E53DCF5A2EC8}"/>
              </a:ext>
            </a:extLst>
          </p:cNvPr>
          <p:cNvSpPr>
            <a:spLocks xmlns:a="http://schemas.openxmlformats.org/drawingml/2006/main" noGrp="1"/>
          </p:cNvSpPr>
          <p:nvPr/>
        </p:nvSpPr>
        <p:spPr>
          <a:xfrm xmlns:a="http://schemas.openxmlformats.org/drawingml/2006/main">
            <a:off x="7258050" y="5162550"/>
            <a:ext cx="39338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102830"/>
                </a:solidFill>
                <a:latin typeface="Segoe UI"/>
                <a:ea typeface="Segoe UI"/>
                <a:cs typeface="Segoe UI"/>
              </a:defRPr>
            </a:defPPr>
            <a:lvl1pPr algn="l">
              <a:defRPr sz="2925" b="1">
                <a:solidFill>
                  <a:srgbClr val="102830"/>
                </a:solidFill>
                <a:latin typeface="Segoe UI"/>
                <a:ea typeface="Segoe UI"/>
                <a:cs typeface="Segoe UI"/>
              </a:defRPr>
            </a:lvl1pPr>
            <a:lvl2pPr algn="l">
              <a:defRPr sz="2925" b="1">
                <a:solidFill>
                  <a:srgbClr val="102830"/>
                </a:solidFill>
                <a:latin typeface="Segoe UI"/>
                <a:ea typeface="Segoe UI"/>
                <a:cs typeface="Segoe UI"/>
              </a:defRPr>
            </a:lvl2pPr>
            <a:lvl3pPr algn="l">
              <a:defRPr sz="2925" b="1">
                <a:solidFill>
                  <a:srgbClr val="102830"/>
                </a:solidFill>
                <a:latin typeface="Segoe UI"/>
                <a:ea typeface="Segoe UI"/>
                <a:cs typeface="Segoe UI"/>
              </a:defRPr>
            </a:lvl3pPr>
            <a:lvl4pPr algn="l">
              <a:defRPr sz="2925" b="1">
                <a:solidFill>
                  <a:srgbClr val="102830"/>
                </a:solidFill>
                <a:latin typeface="Segoe UI"/>
                <a:ea typeface="Segoe UI"/>
                <a:cs typeface="Segoe UI"/>
              </a:defRPr>
            </a:lvl4pPr>
            <a:lvl5pPr algn="l">
              <a:defRPr sz="2925" b="1">
                <a:solidFill>
                  <a:srgbClr val="102830"/>
                </a:solidFill>
                <a:latin typeface="Segoe UI"/>
                <a:ea typeface="Segoe UI"/>
                <a:cs typeface="Segoe UI"/>
              </a:defRPr>
            </a:lvl5pPr>
            <a:lvl6pPr algn="l">
              <a:defRPr sz="2925" b="1">
                <a:solidFill>
                  <a:srgbClr val="102830"/>
                </a:solidFill>
                <a:latin typeface="Segoe UI"/>
                <a:ea typeface="Segoe UI"/>
                <a:cs typeface="Segoe UI"/>
              </a:defRPr>
            </a:lvl6pPr>
            <a:lvl7pPr algn="l">
              <a:defRPr sz="2925" b="1">
                <a:solidFill>
                  <a:srgbClr val="102830"/>
                </a:solidFill>
                <a:latin typeface="Segoe UI"/>
                <a:ea typeface="Segoe UI"/>
                <a:cs typeface="Segoe UI"/>
              </a:defRPr>
            </a:lvl7pPr>
            <a:lvl8pPr algn="l">
              <a:defRPr sz="2925" b="1">
                <a:solidFill>
                  <a:srgbClr val="102830"/>
                </a:solidFill>
                <a:latin typeface="Segoe UI"/>
                <a:ea typeface="Segoe UI"/>
                <a:cs typeface="Segoe UI"/>
              </a:defRPr>
            </a:lvl8pPr>
            <a:lvl9pPr algn="l">
              <a:defRPr sz="2925" b="1">
                <a:solidFill>
                  <a:srgbClr val="102830"/>
                </a:solidFill>
                <a:latin typeface="Segoe UI"/>
                <a:ea typeface="Segoe UI"/>
                <a:cs typeface="Segoe UI"/>
              </a:defRPr>
            </a:lvl9pPr>
          </a:lstStyle>
          <a:p xmlns:a="http://schemas.openxmlformats.org/drawingml/2006/main">
            <a:pPr algn="l">
              <a:lnSpc>
                <a:spcPct val="100000"/>
              </a:lnSpc>
              <a:buNone/>
              <a:defRPr sz="2925" b="1">
                <a:solidFill>
                  <a:srgbClr val="102830"/>
                </a:solidFill>
                <a:latin typeface="Segoe UI"/>
                <a:ea typeface="Segoe UI"/>
                <a:cs typeface="Segoe UI"/>
              </a:defRPr>
            </a:pPr>
            <a:r>
              <a:rPr sz="2925" b="1">
                <a:solidFill>
                  <a:srgbClr val="102830"/>
                </a:solidFill>
                <a:latin typeface="Segoe UI"/>
                <a:ea typeface="Segoe UI"/>
                <a:cs typeface="Segoe UI"/>
              </a:rPr>
              <a:t>Decisions</a:t>
            </a:r>
          </a:p>
        </p:txBody>
      </p:sp>
      <p:sp>
        <p:nvSpPr>
          <p:cNvPr id="11" name="">
            <a:extLst xmlns:a="http://schemas.openxmlformats.org/drawingml/2006/main">
              <a:ext uri="{FF2B5EF4-FFF2-40B4-BE49-F238E27FC236}">
                <a16:creationId xmlns:a16="http://schemas.microsoft.com/office/drawing/2014/main" id="{2BF5A0FD-31C1-499A-AD52-F75576CB9B40}"/>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2656B"/>
                </a:solidFill>
                <a:latin typeface="Segoe UI"/>
                <a:ea typeface="Segoe UI"/>
                <a:cs typeface="Segoe UI"/>
              </a:defRPr>
            </a:defPPr>
            <a:lvl1pPr algn="l">
              <a:defRPr sz="900" b="0">
                <a:solidFill>
                  <a:srgbClr val="52656B"/>
                </a:solidFill>
                <a:latin typeface="Segoe UI"/>
                <a:ea typeface="Segoe UI"/>
                <a:cs typeface="Segoe UI"/>
              </a:defRPr>
            </a:lvl1pPr>
            <a:lvl2pPr algn="l">
              <a:defRPr sz="900" b="0">
                <a:solidFill>
                  <a:srgbClr val="52656B"/>
                </a:solidFill>
                <a:latin typeface="Segoe UI"/>
                <a:ea typeface="Segoe UI"/>
                <a:cs typeface="Segoe UI"/>
              </a:defRPr>
            </a:lvl2pPr>
            <a:lvl3pPr algn="l">
              <a:defRPr sz="900" b="0">
                <a:solidFill>
                  <a:srgbClr val="52656B"/>
                </a:solidFill>
                <a:latin typeface="Segoe UI"/>
                <a:ea typeface="Segoe UI"/>
                <a:cs typeface="Segoe UI"/>
              </a:defRPr>
            </a:lvl3pPr>
            <a:lvl4pPr algn="l">
              <a:defRPr sz="900" b="0">
                <a:solidFill>
                  <a:srgbClr val="52656B"/>
                </a:solidFill>
                <a:latin typeface="Segoe UI"/>
                <a:ea typeface="Segoe UI"/>
                <a:cs typeface="Segoe UI"/>
              </a:defRPr>
            </a:lvl4pPr>
            <a:lvl5pPr algn="l">
              <a:defRPr sz="900" b="0">
                <a:solidFill>
                  <a:srgbClr val="52656B"/>
                </a:solidFill>
                <a:latin typeface="Segoe UI"/>
                <a:ea typeface="Segoe UI"/>
                <a:cs typeface="Segoe UI"/>
              </a:defRPr>
            </a:lvl5pPr>
            <a:lvl6pPr algn="l">
              <a:defRPr sz="900" b="0">
                <a:solidFill>
                  <a:srgbClr val="52656B"/>
                </a:solidFill>
                <a:latin typeface="Segoe UI"/>
                <a:ea typeface="Segoe UI"/>
                <a:cs typeface="Segoe UI"/>
              </a:defRPr>
            </a:lvl6pPr>
            <a:lvl7pPr algn="l">
              <a:defRPr sz="900" b="0">
                <a:solidFill>
                  <a:srgbClr val="52656B"/>
                </a:solidFill>
                <a:latin typeface="Segoe UI"/>
                <a:ea typeface="Segoe UI"/>
                <a:cs typeface="Segoe UI"/>
              </a:defRPr>
            </a:lvl7pPr>
            <a:lvl8pPr algn="l">
              <a:defRPr sz="900" b="0">
                <a:solidFill>
                  <a:srgbClr val="52656B"/>
                </a:solidFill>
                <a:latin typeface="Segoe UI"/>
                <a:ea typeface="Segoe UI"/>
                <a:cs typeface="Segoe UI"/>
              </a:defRPr>
            </a:lvl8pPr>
            <a:lvl9pPr algn="l">
              <a:defRPr sz="900" b="0">
                <a:solidFill>
                  <a:srgbClr val="52656B"/>
                </a:solidFill>
                <a:latin typeface="Segoe UI"/>
                <a:ea typeface="Segoe UI"/>
                <a:cs typeface="Segoe UI"/>
              </a:defRPr>
            </a:lvl9pPr>
          </a:lstStyle>
          <a:p xmlns:a="http://schemas.openxmlformats.org/drawingml/2006/main">
            <a:pPr algn="l">
              <a:lnSpc>
                <a:spcPct val="100000"/>
              </a:lnSpc>
              <a:buNone/>
              <a:defRPr sz="900" b="0">
                <a:solidFill>
                  <a:srgbClr val="52656B"/>
                </a:solidFill>
                <a:latin typeface="Segoe UI"/>
                <a:ea typeface="Segoe UI"/>
                <a:cs typeface="Segoe UI"/>
              </a:defRPr>
            </a:pPr>
            <a:r>
              <a:rPr sz="900" b="0">
                <a:solidFill>
                  <a:srgbClr val="52656B"/>
                </a:solidFill>
                <a:latin typeface="Segoe UI"/>
                <a:ea typeface="Segoe UI"/>
                <a:cs typeface="Segoe UI"/>
              </a:rPr>
              <a:t>Independent concept</a:t>
            </a:r>
          </a:p>
        </p:txBody>
      </p:sp>
      <p:sp>
        <p:nvSpPr>
          <p:cNvPr id="12" name="">
            <a:extLst xmlns:a="http://schemas.openxmlformats.org/drawingml/2006/main">
              <a:ext uri="{FF2B5EF4-FFF2-40B4-BE49-F238E27FC236}">
                <a16:creationId xmlns:a16="http://schemas.microsoft.com/office/drawing/2014/main" id="{F888A5BD-387D-40F0-A6E1-496C63A3A36D}"/>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6B"/>
                </a:solidFill>
                <a:latin typeface="Segoe UI"/>
                <a:ea typeface="Segoe UI"/>
                <a:cs typeface="Segoe UI"/>
              </a:defRPr>
            </a:defPPr>
            <a:lvl1pPr algn="r">
              <a:defRPr sz="1200" b="0">
                <a:solidFill>
                  <a:srgbClr val="52656B"/>
                </a:solidFill>
                <a:latin typeface="Segoe UI"/>
                <a:ea typeface="Segoe UI"/>
                <a:cs typeface="Segoe UI"/>
              </a:defRPr>
            </a:lvl1pPr>
            <a:lvl2pPr algn="r">
              <a:defRPr sz="1200" b="0">
                <a:solidFill>
                  <a:srgbClr val="52656B"/>
                </a:solidFill>
                <a:latin typeface="Segoe UI"/>
                <a:ea typeface="Segoe UI"/>
                <a:cs typeface="Segoe UI"/>
              </a:defRPr>
            </a:lvl2pPr>
            <a:lvl3pPr algn="r">
              <a:defRPr sz="1200" b="0">
                <a:solidFill>
                  <a:srgbClr val="52656B"/>
                </a:solidFill>
                <a:latin typeface="Segoe UI"/>
                <a:ea typeface="Segoe UI"/>
                <a:cs typeface="Segoe UI"/>
              </a:defRPr>
            </a:lvl3pPr>
            <a:lvl4pPr algn="r">
              <a:defRPr sz="1200" b="0">
                <a:solidFill>
                  <a:srgbClr val="52656B"/>
                </a:solidFill>
                <a:latin typeface="Segoe UI"/>
                <a:ea typeface="Segoe UI"/>
                <a:cs typeface="Segoe UI"/>
              </a:defRPr>
            </a:lvl4pPr>
            <a:lvl5pPr algn="r">
              <a:defRPr sz="1200" b="0">
                <a:solidFill>
                  <a:srgbClr val="52656B"/>
                </a:solidFill>
                <a:latin typeface="Segoe UI"/>
                <a:ea typeface="Segoe UI"/>
                <a:cs typeface="Segoe UI"/>
              </a:defRPr>
            </a:lvl5pPr>
            <a:lvl6pPr algn="r">
              <a:defRPr sz="1200" b="0">
                <a:solidFill>
                  <a:srgbClr val="52656B"/>
                </a:solidFill>
                <a:latin typeface="Segoe UI"/>
                <a:ea typeface="Segoe UI"/>
                <a:cs typeface="Segoe UI"/>
              </a:defRPr>
            </a:lvl6pPr>
            <a:lvl7pPr algn="r">
              <a:defRPr sz="1200" b="0">
                <a:solidFill>
                  <a:srgbClr val="52656B"/>
                </a:solidFill>
                <a:latin typeface="Segoe UI"/>
                <a:ea typeface="Segoe UI"/>
                <a:cs typeface="Segoe UI"/>
              </a:defRPr>
            </a:lvl7pPr>
            <a:lvl8pPr algn="r">
              <a:defRPr sz="1200" b="0">
                <a:solidFill>
                  <a:srgbClr val="52656B"/>
                </a:solidFill>
                <a:latin typeface="Segoe UI"/>
                <a:ea typeface="Segoe UI"/>
                <a:cs typeface="Segoe UI"/>
              </a:defRPr>
            </a:lvl8pPr>
            <a:lvl9pPr algn="r">
              <a:defRPr sz="1200" b="0">
                <a:solidFill>
                  <a:srgbClr val="52656B"/>
                </a:solidFill>
                <a:latin typeface="Segoe UI"/>
                <a:ea typeface="Segoe UI"/>
                <a:cs typeface="Segoe UI"/>
              </a:defRPr>
            </a:lvl9pPr>
          </a:lstStyle>
          <a:p xmlns:a="http://schemas.openxmlformats.org/drawingml/2006/main">
            <a:pPr algn="r">
              <a:lnSpc>
                <a:spcPct val="100000"/>
              </a:lnSpc>
              <a:buNone/>
              <a:defRPr sz="1200" b="0">
                <a:solidFill>
                  <a:srgbClr val="52656B"/>
                </a:solidFill>
                <a:latin typeface="Segoe UI"/>
                <a:ea typeface="Segoe UI"/>
                <a:cs typeface="Segoe UI"/>
              </a:defRPr>
            </a:pPr>
            <a:r>
              <a:rPr sz="1200" b="0">
                <a:solidFill>
                  <a:srgbClr val="52656B"/>
                </a:solidFill>
                <a:latin typeface="Segoe UI"/>
                <a:ea typeface="Segoe UI"/>
                <a:cs typeface="Segoe UI"/>
              </a:rPr>
              <a:t>05</a:t>
            </a:r>
          </a:p>
        </p:txBody>
      </p:sp>
    </p:spTree>
    <p:extLst>
      <p:ext uri="{BB962C8B-B14F-4D97-AF65-F5344CB8AC3E}">
        <p14:creationId xmlns:p14="http://schemas.microsoft.com/office/powerpoint/2010/main" val="1937044791"/>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D8958B-FDB1-4AFA-8A7A-AABCEACE990E}"/>
              </a:ext>
            </a:extLst>
          </p:cNvPr>
          <p:cNvSpPr>
            <a:spLocks xmlns:a="http://schemas.openxmlformats.org/drawingml/2006/main" noGrp="1"/>
          </p:cNvSpPr>
          <p:nvPr/>
        </p:nvSpPr>
        <p:spPr>
          <a:xfrm xmlns:a="http://schemas.openxmlformats.org/drawingml/2006/main">
            <a:off x="609600" y="1114425"/>
            <a:ext cx="5819775" cy="1819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102830"/>
                </a:solidFill>
                <a:latin typeface="Segoe UI"/>
                <a:ea typeface="Segoe UI"/>
                <a:cs typeface="Segoe UI"/>
              </a:defRPr>
            </a:defPPr>
            <a:lvl1pPr algn="l">
              <a:defRPr sz="4650" b="1">
                <a:solidFill>
                  <a:srgbClr val="102830"/>
                </a:solidFill>
                <a:latin typeface="Segoe UI"/>
                <a:ea typeface="Segoe UI"/>
                <a:cs typeface="Segoe UI"/>
              </a:defRPr>
            </a:lvl1pPr>
            <a:lvl2pPr algn="l">
              <a:defRPr sz="4650" b="1">
                <a:solidFill>
                  <a:srgbClr val="102830"/>
                </a:solidFill>
                <a:latin typeface="Segoe UI"/>
                <a:ea typeface="Segoe UI"/>
                <a:cs typeface="Segoe UI"/>
              </a:defRPr>
            </a:lvl2pPr>
            <a:lvl3pPr algn="l">
              <a:defRPr sz="4650" b="1">
                <a:solidFill>
                  <a:srgbClr val="102830"/>
                </a:solidFill>
                <a:latin typeface="Segoe UI"/>
                <a:ea typeface="Segoe UI"/>
                <a:cs typeface="Segoe UI"/>
              </a:defRPr>
            </a:lvl3pPr>
            <a:lvl4pPr algn="l">
              <a:defRPr sz="4650" b="1">
                <a:solidFill>
                  <a:srgbClr val="102830"/>
                </a:solidFill>
                <a:latin typeface="Segoe UI"/>
                <a:ea typeface="Segoe UI"/>
                <a:cs typeface="Segoe UI"/>
              </a:defRPr>
            </a:lvl4pPr>
            <a:lvl5pPr algn="l">
              <a:defRPr sz="4650" b="1">
                <a:solidFill>
                  <a:srgbClr val="102830"/>
                </a:solidFill>
                <a:latin typeface="Segoe UI"/>
                <a:ea typeface="Segoe UI"/>
                <a:cs typeface="Segoe UI"/>
              </a:defRPr>
            </a:lvl5pPr>
            <a:lvl6pPr algn="l">
              <a:defRPr sz="4650" b="1">
                <a:solidFill>
                  <a:srgbClr val="102830"/>
                </a:solidFill>
                <a:latin typeface="Segoe UI"/>
                <a:ea typeface="Segoe UI"/>
                <a:cs typeface="Segoe UI"/>
              </a:defRPr>
            </a:lvl6pPr>
            <a:lvl7pPr algn="l">
              <a:defRPr sz="4650" b="1">
                <a:solidFill>
                  <a:srgbClr val="102830"/>
                </a:solidFill>
                <a:latin typeface="Segoe UI"/>
                <a:ea typeface="Segoe UI"/>
                <a:cs typeface="Segoe UI"/>
              </a:defRPr>
            </a:lvl7pPr>
            <a:lvl8pPr algn="l">
              <a:defRPr sz="4650" b="1">
                <a:solidFill>
                  <a:srgbClr val="102830"/>
                </a:solidFill>
                <a:latin typeface="Segoe UI"/>
                <a:ea typeface="Segoe UI"/>
                <a:cs typeface="Segoe UI"/>
              </a:defRPr>
            </a:lvl8pPr>
            <a:lvl9pPr algn="l">
              <a:defRPr sz="4650" b="1">
                <a:solidFill>
                  <a:srgbClr val="102830"/>
                </a:solidFill>
                <a:latin typeface="Segoe UI"/>
                <a:ea typeface="Segoe UI"/>
                <a:cs typeface="Segoe UI"/>
              </a:defRPr>
            </a:lvl9pPr>
          </a:lstStyle>
          <a:p xmlns:a="http://schemas.openxmlformats.org/drawingml/2006/main">
            <a:pPr algn="l">
              <a:lnSpc>
                <a:spcPct val="100000"/>
              </a:lnSpc>
              <a:buNone/>
              <a:defRPr sz="4650" b="1">
                <a:solidFill>
                  <a:srgbClr val="102830"/>
                </a:solidFill>
                <a:latin typeface="Segoe UI"/>
                <a:ea typeface="Segoe UI"/>
                <a:cs typeface="Segoe UI"/>
              </a:defRPr>
            </a:pPr>
            <a:r>
              <a:rPr sz="4650" b="1">
                <a:solidFill>
                  <a:srgbClr val="102830"/>
                </a:solidFill>
                <a:latin typeface="Segoe UI"/>
                <a:ea typeface="Segoe UI"/>
                <a:cs typeface="Segoe UI"/>
              </a:rPr>
              <a:t>Clarity includes</a:t>
            </a:r>
          </a:p>
          <a:p xmlns:a="http://schemas.openxmlformats.org/drawingml/2006/main">
            <a:pPr algn="l">
              <a:lnSpc>
                <a:spcPct val="100000"/>
              </a:lnSpc>
              <a:buNone/>
              <a:defRPr sz="4650" b="1">
                <a:solidFill>
                  <a:srgbClr val="102830"/>
                </a:solidFill>
                <a:latin typeface="Segoe UI"/>
                <a:ea typeface="Segoe UI"/>
                <a:cs typeface="Segoe UI"/>
              </a:defRPr>
            </a:pPr>
            <a:r>
              <a:rPr sz="4650" b="1">
                <a:solidFill>
                  <a:srgbClr val="102830"/>
                </a:solidFill>
                <a:latin typeface="Segoe UI"/>
                <a:ea typeface="Segoe UI"/>
                <a:cs typeface="Segoe UI"/>
              </a:rPr>
              <a:t>what’s missing</a:t>
            </a:r>
          </a:p>
        </p:txBody>
      </p:sp>
      <p:sp>
        <p:nvSpPr>
          <p:cNvPr id="2" name="">
            <a:extLst xmlns:a="http://schemas.openxmlformats.org/drawingml/2006/main">
              <a:ext uri="{FF2B5EF4-FFF2-40B4-BE49-F238E27FC236}">
                <a16:creationId xmlns:a16="http://schemas.microsoft.com/office/drawing/2014/main" id="{85EA839E-F608-44A4-9A0F-5B4EEC473D33}"/>
              </a:ext>
            </a:extLst>
          </p:cNvPr>
          <p:cNvSpPr>
            <a:spLocks xmlns:a="http://schemas.openxmlformats.org/drawingml/2006/main" noGrp="1"/>
          </p:cNvSpPr>
          <p:nvPr/>
        </p:nvSpPr>
        <p:spPr>
          <a:xfrm xmlns:a="http://schemas.openxmlformats.org/drawingml/2006/main">
            <a:off x="7105650" y="1381125"/>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56D8"/>
                </a:solidFill>
                <a:latin typeface="Segoe UI"/>
                <a:ea typeface="Segoe UI"/>
                <a:cs typeface="Segoe UI"/>
              </a:defRPr>
            </a:defPPr>
            <a:lvl1pPr algn="l">
              <a:defRPr sz="1200" b="1">
                <a:solidFill>
                  <a:srgbClr val="1756D8"/>
                </a:solidFill>
                <a:latin typeface="Segoe UI"/>
                <a:ea typeface="Segoe UI"/>
                <a:cs typeface="Segoe UI"/>
              </a:defRPr>
            </a:lvl1pPr>
            <a:lvl2pPr algn="l">
              <a:defRPr sz="1200" b="1">
                <a:solidFill>
                  <a:srgbClr val="1756D8"/>
                </a:solidFill>
                <a:latin typeface="Segoe UI"/>
                <a:ea typeface="Segoe UI"/>
                <a:cs typeface="Segoe UI"/>
              </a:defRPr>
            </a:lvl2pPr>
            <a:lvl3pPr algn="l">
              <a:defRPr sz="1200" b="1">
                <a:solidFill>
                  <a:srgbClr val="1756D8"/>
                </a:solidFill>
                <a:latin typeface="Segoe UI"/>
                <a:ea typeface="Segoe UI"/>
                <a:cs typeface="Segoe UI"/>
              </a:defRPr>
            </a:lvl3pPr>
            <a:lvl4pPr algn="l">
              <a:defRPr sz="1200" b="1">
                <a:solidFill>
                  <a:srgbClr val="1756D8"/>
                </a:solidFill>
                <a:latin typeface="Segoe UI"/>
                <a:ea typeface="Segoe UI"/>
                <a:cs typeface="Segoe UI"/>
              </a:defRPr>
            </a:lvl4pPr>
            <a:lvl5pPr algn="l">
              <a:defRPr sz="1200" b="1">
                <a:solidFill>
                  <a:srgbClr val="1756D8"/>
                </a:solidFill>
                <a:latin typeface="Segoe UI"/>
                <a:ea typeface="Segoe UI"/>
                <a:cs typeface="Segoe UI"/>
              </a:defRPr>
            </a:lvl5pPr>
            <a:lvl6pPr algn="l">
              <a:defRPr sz="1200" b="1">
                <a:solidFill>
                  <a:srgbClr val="1756D8"/>
                </a:solidFill>
                <a:latin typeface="Segoe UI"/>
                <a:ea typeface="Segoe UI"/>
                <a:cs typeface="Segoe UI"/>
              </a:defRPr>
            </a:lvl6pPr>
            <a:lvl7pPr algn="l">
              <a:defRPr sz="1200" b="1">
                <a:solidFill>
                  <a:srgbClr val="1756D8"/>
                </a:solidFill>
                <a:latin typeface="Segoe UI"/>
                <a:ea typeface="Segoe UI"/>
                <a:cs typeface="Segoe UI"/>
              </a:defRPr>
            </a:lvl7pPr>
            <a:lvl8pPr algn="l">
              <a:defRPr sz="1200" b="1">
                <a:solidFill>
                  <a:srgbClr val="1756D8"/>
                </a:solidFill>
                <a:latin typeface="Segoe UI"/>
                <a:ea typeface="Segoe UI"/>
                <a:cs typeface="Segoe UI"/>
              </a:defRPr>
            </a:lvl8pPr>
            <a:lvl9pPr algn="l">
              <a:defRPr sz="1200" b="1">
                <a:solidFill>
                  <a:srgbClr val="1756D8"/>
                </a:solidFill>
                <a:latin typeface="Segoe UI"/>
                <a:ea typeface="Segoe UI"/>
                <a:cs typeface="Segoe UI"/>
              </a:defRPr>
            </a:lvl9pPr>
          </a:lstStyle>
          <a:p xmlns:a="http://schemas.openxmlformats.org/drawingml/2006/main">
            <a:pPr algn="l">
              <a:lnSpc>
                <a:spcPct val="100000"/>
              </a:lnSpc>
              <a:buNone/>
              <a:defRPr sz="1200" b="1">
                <a:solidFill>
                  <a:srgbClr val="1756D8"/>
                </a:solidFill>
                <a:latin typeface="Segoe UI"/>
                <a:ea typeface="Segoe UI"/>
                <a:cs typeface="Segoe UI"/>
              </a:defRPr>
            </a:pPr>
            <a:r>
              <a:rPr sz="1200" b="1">
                <a:solidFill>
                  <a:srgbClr val="1756D8"/>
                </a:solidFill>
                <a:latin typeface="Segoe UI"/>
                <a:ea typeface="Segoe UI"/>
                <a:cs typeface="Segoe UI"/>
              </a:rPr>
              <a:t>KNOWN</a:t>
            </a:r>
          </a:p>
        </p:txBody>
      </p:sp>
      <p:sp>
        <p:nvSpPr>
          <p:cNvPr id="3" name="">
            <a:extLst xmlns:a="http://schemas.openxmlformats.org/drawingml/2006/main">
              <a:ext uri="{FF2B5EF4-FFF2-40B4-BE49-F238E27FC236}">
                <a16:creationId xmlns:a16="http://schemas.microsoft.com/office/drawing/2014/main" id="{FE96816A-8341-43B4-8A92-10D55BA939E9}"/>
              </a:ext>
            </a:extLst>
          </p:cNvPr>
          <p:cNvSpPr>
            <a:spLocks xmlns:a="http://schemas.openxmlformats.org/drawingml/2006/main" noGrp="1"/>
          </p:cNvSpPr>
          <p:nvPr/>
        </p:nvSpPr>
        <p:spPr>
          <a:xfrm xmlns:a="http://schemas.openxmlformats.org/drawingml/2006/main">
            <a:off x="7105650" y="1809750"/>
            <a:ext cx="421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02830"/>
                </a:solidFill>
                <a:latin typeface="Segoe UI"/>
                <a:ea typeface="Segoe UI"/>
                <a:cs typeface="Segoe UI"/>
              </a:defRPr>
            </a:defPPr>
            <a:lvl1pPr algn="l">
              <a:defRPr sz="2550" b="1">
                <a:solidFill>
                  <a:srgbClr val="102830"/>
                </a:solidFill>
                <a:latin typeface="Segoe UI"/>
                <a:ea typeface="Segoe UI"/>
                <a:cs typeface="Segoe UI"/>
              </a:defRPr>
            </a:lvl1pPr>
            <a:lvl2pPr algn="l">
              <a:defRPr sz="2550" b="1">
                <a:solidFill>
                  <a:srgbClr val="102830"/>
                </a:solidFill>
                <a:latin typeface="Segoe UI"/>
                <a:ea typeface="Segoe UI"/>
                <a:cs typeface="Segoe UI"/>
              </a:defRPr>
            </a:lvl2pPr>
            <a:lvl3pPr algn="l">
              <a:defRPr sz="2550" b="1">
                <a:solidFill>
                  <a:srgbClr val="102830"/>
                </a:solidFill>
                <a:latin typeface="Segoe UI"/>
                <a:ea typeface="Segoe UI"/>
                <a:cs typeface="Segoe UI"/>
              </a:defRPr>
            </a:lvl3pPr>
            <a:lvl4pPr algn="l">
              <a:defRPr sz="2550" b="1">
                <a:solidFill>
                  <a:srgbClr val="102830"/>
                </a:solidFill>
                <a:latin typeface="Segoe UI"/>
                <a:ea typeface="Segoe UI"/>
                <a:cs typeface="Segoe UI"/>
              </a:defRPr>
            </a:lvl4pPr>
            <a:lvl5pPr algn="l">
              <a:defRPr sz="2550" b="1">
                <a:solidFill>
                  <a:srgbClr val="102830"/>
                </a:solidFill>
                <a:latin typeface="Segoe UI"/>
                <a:ea typeface="Segoe UI"/>
                <a:cs typeface="Segoe UI"/>
              </a:defRPr>
            </a:lvl5pPr>
            <a:lvl6pPr algn="l">
              <a:defRPr sz="2550" b="1">
                <a:solidFill>
                  <a:srgbClr val="102830"/>
                </a:solidFill>
                <a:latin typeface="Segoe UI"/>
                <a:ea typeface="Segoe UI"/>
                <a:cs typeface="Segoe UI"/>
              </a:defRPr>
            </a:lvl6pPr>
            <a:lvl7pPr algn="l">
              <a:defRPr sz="2550" b="1">
                <a:solidFill>
                  <a:srgbClr val="102830"/>
                </a:solidFill>
                <a:latin typeface="Segoe UI"/>
                <a:ea typeface="Segoe UI"/>
                <a:cs typeface="Segoe UI"/>
              </a:defRPr>
            </a:lvl7pPr>
            <a:lvl8pPr algn="l">
              <a:defRPr sz="2550" b="1">
                <a:solidFill>
                  <a:srgbClr val="102830"/>
                </a:solidFill>
                <a:latin typeface="Segoe UI"/>
                <a:ea typeface="Segoe UI"/>
                <a:cs typeface="Segoe UI"/>
              </a:defRPr>
            </a:lvl8pPr>
            <a:lvl9pPr algn="l">
              <a:defRPr sz="2550" b="1">
                <a:solidFill>
                  <a:srgbClr val="102830"/>
                </a:solidFill>
                <a:latin typeface="Segoe UI"/>
                <a:ea typeface="Segoe UI"/>
                <a:cs typeface="Segoe UI"/>
              </a:defRPr>
            </a:lvl9pPr>
          </a:lstStyle>
          <a:p xmlns:a="http://schemas.openxmlformats.org/drawingml/2006/main">
            <a:pPr algn="l">
              <a:lnSpc>
                <a:spcPct val="100000"/>
              </a:lnSpc>
              <a:buNone/>
              <a:defRPr sz="2550" b="1">
                <a:solidFill>
                  <a:srgbClr val="102830"/>
                </a:solidFill>
                <a:latin typeface="Segoe UI"/>
                <a:ea typeface="Segoe UI"/>
                <a:cs typeface="Segoe UI"/>
              </a:defRPr>
            </a:pPr>
            <a:r>
              <a:rPr sz="2550" b="1">
                <a:solidFill>
                  <a:srgbClr val="102830"/>
                </a:solidFill>
                <a:latin typeface="Segoe UI"/>
                <a:ea typeface="Segoe UI"/>
                <a:cs typeface="Segoe UI"/>
              </a:rPr>
              <a:t>Delivery delayed</a:t>
            </a:r>
          </a:p>
        </p:txBody>
      </p:sp>
      <p:sp>
        <p:nvSpPr>
          <p:cNvPr id="4" name="">
            <a:extLst xmlns:a="http://schemas.openxmlformats.org/drawingml/2006/main">
              <a:ext uri="{FF2B5EF4-FFF2-40B4-BE49-F238E27FC236}">
                <a16:creationId xmlns:a16="http://schemas.microsoft.com/office/drawing/2014/main" id="{D99BCFCC-8F22-4CAE-96D6-6C23EC97D41F}"/>
              </a:ext>
            </a:extLst>
          </p:cNvPr>
          <p:cNvSpPr>
            <a:spLocks xmlns:a="http://schemas.openxmlformats.org/drawingml/2006/main" noGrp="1"/>
          </p:cNvSpPr>
          <p:nvPr/>
        </p:nvSpPr>
        <p:spPr>
          <a:xfrm xmlns:a="http://schemas.openxmlformats.org/drawingml/2006/main">
            <a:off x="7105650" y="2495550"/>
            <a:ext cx="4257675"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68BAF8-9B25-48CA-B440-D988674B037A}"/>
              </a:ext>
            </a:extLst>
          </p:cNvPr>
          <p:cNvSpPr>
            <a:spLocks xmlns:a="http://schemas.openxmlformats.org/drawingml/2006/main" noGrp="1"/>
          </p:cNvSpPr>
          <p:nvPr/>
        </p:nvSpPr>
        <p:spPr>
          <a:xfrm xmlns:a="http://schemas.openxmlformats.org/drawingml/2006/main">
            <a:off x="7105650" y="283845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756D8"/>
                </a:solidFill>
                <a:latin typeface="Segoe UI"/>
                <a:ea typeface="Segoe UI"/>
                <a:cs typeface="Segoe UI"/>
              </a:defRPr>
            </a:defPPr>
            <a:lvl1pPr algn="l">
              <a:defRPr sz="1200" b="1">
                <a:solidFill>
                  <a:srgbClr val="1756D8"/>
                </a:solidFill>
                <a:latin typeface="Segoe UI"/>
                <a:ea typeface="Segoe UI"/>
                <a:cs typeface="Segoe UI"/>
              </a:defRPr>
            </a:lvl1pPr>
            <a:lvl2pPr algn="l">
              <a:defRPr sz="1200" b="1">
                <a:solidFill>
                  <a:srgbClr val="1756D8"/>
                </a:solidFill>
                <a:latin typeface="Segoe UI"/>
                <a:ea typeface="Segoe UI"/>
                <a:cs typeface="Segoe UI"/>
              </a:defRPr>
            </a:lvl2pPr>
            <a:lvl3pPr algn="l">
              <a:defRPr sz="1200" b="1">
                <a:solidFill>
                  <a:srgbClr val="1756D8"/>
                </a:solidFill>
                <a:latin typeface="Segoe UI"/>
                <a:ea typeface="Segoe UI"/>
                <a:cs typeface="Segoe UI"/>
              </a:defRPr>
            </a:lvl3pPr>
            <a:lvl4pPr algn="l">
              <a:defRPr sz="1200" b="1">
                <a:solidFill>
                  <a:srgbClr val="1756D8"/>
                </a:solidFill>
                <a:latin typeface="Segoe UI"/>
                <a:ea typeface="Segoe UI"/>
                <a:cs typeface="Segoe UI"/>
              </a:defRPr>
            </a:lvl4pPr>
            <a:lvl5pPr algn="l">
              <a:defRPr sz="1200" b="1">
                <a:solidFill>
                  <a:srgbClr val="1756D8"/>
                </a:solidFill>
                <a:latin typeface="Segoe UI"/>
                <a:ea typeface="Segoe UI"/>
                <a:cs typeface="Segoe UI"/>
              </a:defRPr>
            </a:lvl5pPr>
            <a:lvl6pPr algn="l">
              <a:defRPr sz="1200" b="1">
                <a:solidFill>
                  <a:srgbClr val="1756D8"/>
                </a:solidFill>
                <a:latin typeface="Segoe UI"/>
                <a:ea typeface="Segoe UI"/>
                <a:cs typeface="Segoe UI"/>
              </a:defRPr>
            </a:lvl6pPr>
            <a:lvl7pPr algn="l">
              <a:defRPr sz="1200" b="1">
                <a:solidFill>
                  <a:srgbClr val="1756D8"/>
                </a:solidFill>
                <a:latin typeface="Segoe UI"/>
                <a:ea typeface="Segoe UI"/>
                <a:cs typeface="Segoe UI"/>
              </a:defRPr>
            </a:lvl7pPr>
            <a:lvl8pPr algn="l">
              <a:defRPr sz="1200" b="1">
                <a:solidFill>
                  <a:srgbClr val="1756D8"/>
                </a:solidFill>
                <a:latin typeface="Segoe UI"/>
                <a:ea typeface="Segoe UI"/>
                <a:cs typeface="Segoe UI"/>
              </a:defRPr>
            </a:lvl8pPr>
            <a:lvl9pPr algn="l">
              <a:defRPr sz="1200" b="1">
                <a:solidFill>
                  <a:srgbClr val="1756D8"/>
                </a:solidFill>
                <a:latin typeface="Segoe UI"/>
                <a:ea typeface="Segoe UI"/>
                <a:cs typeface="Segoe UI"/>
              </a:defRPr>
            </a:lvl9pPr>
          </a:lstStyle>
          <a:p xmlns:a="http://schemas.openxmlformats.org/drawingml/2006/main">
            <a:pPr algn="l">
              <a:lnSpc>
                <a:spcPct val="100000"/>
              </a:lnSpc>
              <a:buNone/>
              <a:defRPr sz="1200" b="1">
                <a:solidFill>
                  <a:srgbClr val="1756D8"/>
                </a:solidFill>
                <a:latin typeface="Segoe UI"/>
                <a:ea typeface="Segoe UI"/>
                <a:cs typeface="Segoe UI"/>
              </a:defRPr>
            </a:pPr>
            <a:r>
              <a:rPr sz="1200" b="1">
                <a:solidFill>
                  <a:srgbClr val="1756D8"/>
                </a:solidFill>
                <a:latin typeface="Segoe UI"/>
                <a:ea typeface="Segoe UI"/>
                <a:cs typeface="Segoe UI"/>
              </a:rPr>
              <a:t>POSSIBLE</a:t>
            </a:r>
          </a:p>
        </p:txBody>
      </p:sp>
      <p:sp>
        <p:nvSpPr>
          <p:cNvPr id="6" name="">
            <a:extLst xmlns:a="http://schemas.openxmlformats.org/drawingml/2006/main">
              <a:ext uri="{FF2B5EF4-FFF2-40B4-BE49-F238E27FC236}">
                <a16:creationId xmlns:a16="http://schemas.microsoft.com/office/drawing/2014/main" id="{F0D5C703-59D8-4D47-AD6F-A255C69F3294}"/>
              </a:ext>
            </a:extLst>
          </p:cNvPr>
          <p:cNvSpPr>
            <a:spLocks xmlns:a="http://schemas.openxmlformats.org/drawingml/2006/main" noGrp="1"/>
          </p:cNvSpPr>
          <p:nvPr/>
        </p:nvSpPr>
        <p:spPr>
          <a:xfrm xmlns:a="http://schemas.openxmlformats.org/drawingml/2006/main">
            <a:off x="7105650" y="3267075"/>
            <a:ext cx="421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02830"/>
                </a:solidFill>
                <a:latin typeface="Segoe UI"/>
                <a:ea typeface="Segoe UI"/>
                <a:cs typeface="Segoe UI"/>
              </a:defRPr>
            </a:defPPr>
            <a:lvl1pPr algn="l">
              <a:defRPr sz="2550" b="1">
                <a:solidFill>
                  <a:srgbClr val="102830"/>
                </a:solidFill>
                <a:latin typeface="Segoe UI"/>
                <a:ea typeface="Segoe UI"/>
                <a:cs typeface="Segoe UI"/>
              </a:defRPr>
            </a:lvl1pPr>
            <a:lvl2pPr algn="l">
              <a:defRPr sz="2550" b="1">
                <a:solidFill>
                  <a:srgbClr val="102830"/>
                </a:solidFill>
                <a:latin typeface="Segoe UI"/>
                <a:ea typeface="Segoe UI"/>
                <a:cs typeface="Segoe UI"/>
              </a:defRPr>
            </a:lvl2pPr>
            <a:lvl3pPr algn="l">
              <a:defRPr sz="2550" b="1">
                <a:solidFill>
                  <a:srgbClr val="102830"/>
                </a:solidFill>
                <a:latin typeface="Segoe UI"/>
                <a:ea typeface="Segoe UI"/>
                <a:cs typeface="Segoe UI"/>
              </a:defRPr>
            </a:lvl3pPr>
            <a:lvl4pPr algn="l">
              <a:defRPr sz="2550" b="1">
                <a:solidFill>
                  <a:srgbClr val="102830"/>
                </a:solidFill>
                <a:latin typeface="Segoe UI"/>
                <a:ea typeface="Segoe UI"/>
                <a:cs typeface="Segoe UI"/>
              </a:defRPr>
            </a:lvl4pPr>
            <a:lvl5pPr algn="l">
              <a:defRPr sz="2550" b="1">
                <a:solidFill>
                  <a:srgbClr val="102830"/>
                </a:solidFill>
                <a:latin typeface="Segoe UI"/>
                <a:ea typeface="Segoe UI"/>
                <a:cs typeface="Segoe UI"/>
              </a:defRPr>
            </a:lvl5pPr>
            <a:lvl6pPr algn="l">
              <a:defRPr sz="2550" b="1">
                <a:solidFill>
                  <a:srgbClr val="102830"/>
                </a:solidFill>
                <a:latin typeface="Segoe UI"/>
                <a:ea typeface="Segoe UI"/>
                <a:cs typeface="Segoe UI"/>
              </a:defRPr>
            </a:lvl6pPr>
            <a:lvl7pPr algn="l">
              <a:defRPr sz="2550" b="1">
                <a:solidFill>
                  <a:srgbClr val="102830"/>
                </a:solidFill>
                <a:latin typeface="Segoe UI"/>
                <a:ea typeface="Segoe UI"/>
                <a:cs typeface="Segoe UI"/>
              </a:defRPr>
            </a:lvl7pPr>
            <a:lvl8pPr algn="l">
              <a:defRPr sz="2550" b="1">
                <a:solidFill>
                  <a:srgbClr val="102830"/>
                </a:solidFill>
                <a:latin typeface="Segoe UI"/>
                <a:ea typeface="Segoe UI"/>
                <a:cs typeface="Segoe UI"/>
              </a:defRPr>
            </a:lvl8pPr>
            <a:lvl9pPr algn="l">
              <a:defRPr sz="2550" b="1">
                <a:solidFill>
                  <a:srgbClr val="102830"/>
                </a:solidFill>
                <a:latin typeface="Segoe UI"/>
                <a:ea typeface="Segoe UI"/>
                <a:cs typeface="Segoe UI"/>
              </a:defRPr>
            </a:lvl9pPr>
          </a:lstStyle>
          <a:p xmlns:a="http://schemas.openxmlformats.org/drawingml/2006/main">
            <a:pPr algn="l">
              <a:lnSpc>
                <a:spcPct val="100000"/>
              </a:lnSpc>
              <a:buNone/>
              <a:defRPr sz="2550" b="1">
                <a:solidFill>
                  <a:srgbClr val="102830"/>
                </a:solidFill>
                <a:latin typeface="Segoe UI"/>
                <a:ea typeface="Segoe UI"/>
                <a:cs typeface="Segoe UI"/>
              </a:defRPr>
            </a:pPr>
            <a:r>
              <a:rPr sz="2550" b="1">
                <a:solidFill>
                  <a:srgbClr val="102830"/>
                </a:solidFill>
                <a:latin typeface="Segoe UI"/>
                <a:ea typeface="Segoe UI"/>
                <a:cs typeface="Segoe UI"/>
              </a:rPr>
              <a:t>Replacement nearby</a:t>
            </a:r>
          </a:p>
        </p:txBody>
      </p:sp>
      <p:sp>
        <p:nvSpPr>
          <p:cNvPr id="7" name="">
            <a:extLst xmlns:a="http://schemas.openxmlformats.org/drawingml/2006/main">
              <a:ext uri="{FF2B5EF4-FFF2-40B4-BE49-F238E27FC236}">
                <a16:creationId xmlns:a16="http://schemas.microsoft.com/office/drawing/2014/main" id="{8D8C7F33-26DA-41B5-AE56-D8A36B067CBA}"/>
              </a:ext>
            </a:extLst>
          </p:cNvPr>
          <p:cNvSpPr>
            <a:spLocks xmlns:a="http://schemas.openxmlformats.org/drawingml/2006/main" noGrp="1"/>
          </p:cNvSpPr>
          <p:nvPr/>
        </p:nvSpPr>
        <p:spPr>
          <a:xfrm xmlns:a="http://schemas.openxmlformats.org/drawingml/2006/main">
            <a:off x="7105650" y="3952875"/>
            <a:ext cx="4257675"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253127-9752-4016-86E2-628ECD4E0971}"/>
              </a:ext>
            </a:extLst>
          </p:cNvPr>
          <p:cNvSpPr>
            <a:spLocks xmlns:a="http://schemas.openxmlformats.org/drawingml/2006/main" noGrp="1"/>
          </p:cNvSpPr>
          <p:nvPr/>
        </p:nvSpPr>
        <p:spPr>
          <a:xfrm xmlns:a="http://schemas.openxmlformats.org/drawingml/2006/main">
            <a:off x="6877050" y="4105275"/>
            <a:ext cx="4714875" cy="1257300"/>
          </a:xfrm>
          <a:prstGeom xmlns:a="http://schemas.openxmlformats.org/drawingml/2006/main" prst="rect">
            <a:avLst/>
          </a:prstGeom>
          <a:solidFill xmlns:a="http://schemas.openxmlformats.org/drawingml/2006/main">
            <a:srgbClr val="F2C26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FB1240-40DD-4BF3-844E-803415C8F5FC}"/>
              </a:ext>
            </a:extLst>
          </p:cNvPr>
          <p:cNvSpPr>
            <a:spLocks xmlns:a="http://schemas.openxmlformats.org/drawingml/2006/main" noGrp="1"/>
          </p:cNvSpPr>
          <p:nvPr/>
        </p:nvSpPr>
        <p:spPr>
          <a:xfrm xmlns:a="http://schemas.openxmlformats.org/drawingml/2006/main">
            <a:off x="7105650" y="4295775"/>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02830"/>
                </a:solidFill>
                <a:latin typeface="Segoe UI"/>
                <a:ea typeface="Segoe UI"/>
                <a:cs typeface="Segoe UI"/>
              </a:defRPr>
            </a:defPPr>
            <a:lvl1pPr algn="l">
              <a:defRPr sz="1200" b="1">
                <a:solidFill>
                  <a:srgbClr val="102830"/>
                </a:solidFill>
                <a:latin typeface="Segoe UI"/>
                <a:ea typeface="Segoe UI"/>
                <a:cs typeface="Segoe UI"/>
              </a:defRPr>
            </a:lvl1pPr>
            <a:lvl2pPr algn="l">
              <a:defRPr sz="1200" b="1">
                <a:solidFill>
                  <a:srgbClr val="102830"/>
                </a:solidFill>
                <a:latin typeface="Segoe UI"/>
                <a:ea typeface="Segoe UI"/>
                <a:cs typeface="Segoe UI"/>
              </a:defRPr>
            </a:lvl2pPr>
            <a:lvl3pPr algn="l">
              <a:defRPr sz="1200" b="1">
                <a:solidFill>
                  <a:srgbClr val="102830"/>
                </a:solidFill>
                <a:latin typeface="Segoe UI"/>
                <a:ea typeface="Segoe UI"/>
                <a:cs typeface="Segoe UI"/>
              </a:defRPr>
            </a:lvl3pPr>
            <a:lvl4pPr algn="l">
              <a:defRPr sz="1200" b="1">
                <a:solidFill>
                  <a:srgbClr val="102830"/>
                </a:solidFill>
                <a:latin typeface="Segoe UI"/>
                <a:ea typeface="Segoe UI"/>
                <a:cs typeface="Segoe UI"/>
              </a:defRPr>
            </a:lvl4pPr>
            <a:lvl5pPr algn="l">
              <a:defRPr sz="1200" b="1">
                <a:solidFill>
                  <a:srgbClr val="102830"/>
                </a:solidFill>
                <a:latin typeface="Segoe UI"/>
                <a:ea typeface="Segoe UI"/>
                <a:cs typeface="Segoe UI"/>
              </a:defRPr>
            </a:lvl5pPr>
            <a:lvl6pPr algn="l">
              <a:defRPr sz="1200" b="1">
                <a:solidFill>
                  <a:srgbClr val="102830"/>
                </a:solidFill>
                <a:latin typeface="Segoe UI"/>
                <a:ea typeface="Segoe UI"/>
                <a:cs typeface="Segoe UI"/>
              </a:defRPr>
            </a:lvl6pPr>
            <a:lvl7pPr algn="l">
              <a:defRPr sz="1200" b="1">
                <a:solidFill>
                  <a:srgbClr val="102830"/>
                </a:solidFill>
                <a:latin typeface="Segoe UI"/>
                <a:ea typeface="Segoe UI"/>
                <a:cs typeface="Segoe UI"/>
              </a:defRPr>
            </a:lvl7pPr>
            <a:lvl8pPr algn="l">
              <a:defRPr sz="1200" b="1">
                <a:solidFill>
                  <a:srgbClr val="102830"/>
                </a:solidFill>
                <a:latin typeface="Segoe UI"/>
                <a:ea typeface="Segoe UI"/>
                <a:cs typeface="Segoe UI"/>
              </a:defRPr>
            </a:lvl8pPr>
            <a:lvl9pPr algn="l">
              <a:defRPr sz="1200" b="1">
                <a:solidFill>
                  <a:srgbClr val="102830"/>
                </a:solidFill>
                <a:latin typeface="Segoe UI"/>
                <a:ea typeface="Segoe UI"/>
                <a:cs typeface="Segoe UI"/>
              </a:defRPr>
            </a:lvl9pPr>
          </a:lstStyle>
          <a:p xmlns:a="http://schemas.openxmlformats.org/drawingml/2006/main">
            <a:pPr algn="l">
              <a:lnSpc>
                <a:spcPct val="100000"/>
              </a:lnSpc>
              <a:buNone/>
              <a:defRPr sz="1200" b="1">
                <a:solidFill>
                  <a:srgbClr val="102830"/>
                </a:solidFill>
                <a:latin typeface="Segoe UI"/>
                <a:ea typeface="Segoe UI"/>
                <a:cs typeface="Segoe UI"/>
              </a:defRPr>
            </a:pPr>
            <a:r>
              <a:rPr sz="1200" b="1">
                <a:solidFill>
                  <a:srgbClr val="102830"/>
                </a:solidFill>
                <a:latin typeface="Segoe UI"/>
                <a:ea typeface="Segoe UI"/>
                <a:cs typeface="Segoe UI"/>
              </a:rPr>
              <a:t>UNCONFIRMED</a:t>
            </a:r>
          </a:p>
        </p:txBody>
      </p:sp>
      <p:sp>
        <p:nvSpPr>
          <p:cNvPr id="10" name="">
            <a:extLst xmlns:a="http://schemas.openxmlformats.org/drawingml/2006/main">
              <a:ext uri="{FF2B5EF4-FFF2-40B4-BE49-F238E27FC236}">
                <a16:creationId xmlns:a16="http://schemas.microsoft.com/office/drawing/2014/main" id="{6DFEEABF-AD67-4F45-AF74-CD5EA77A4151}"/>
              </a:ext>
            </a:extLst>
          </p:cNvPr>
          <p:cNvSpPr>
            <a:spLocks xmlns:a="http://schemas.openxmlformats.org/drawingml/2006/main" noGrp="1"/>
          </p:cNvSpPr>
          <p:nvPr/>
        </p:nvSpPr>
        <p:spPr>
          <a:xfrm xmlns:a="http://schemas.openxmlformats.org/drawingml/2006/main">
            <a:off x="7105650" y="4724400"/>
            <a:ext cx="421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02830"/>
                </a:solidFill>
                <a:latin typeface="Segoe UI"/>
                <a:ea typeface="Segoe UI"/>
                <a:cs typeface="Segoe UI"/>
              </a:defRPr>
            </a:defPPr>
            <a:lvl1pPr algn="l">
              <a:defRPr sz="2550" b="1">
                <a:solidFill>
                  <a:srgbClr val="102830"/>
                </a:solidFill>
                <a:latin typeface="Segoe UI"/>
                <a:ea typeface="Segoe UI"/>
                <a:cs typeface="Segoe UI"/>
              </a:defRPr>
            </a:lvl1pPr>
            <a:lvl2pPr algn="l">
              <a:defRPr sz="2550" b="1">
                <a:solidFill>
                  <a:srgbClr val="102830"/>
                </a:solidFill>
                <a:latin typeface="Segoe UI"/>
                <a:ea typeface="Segoe UI"/>
                <a:cs typeface="Segoe UI"/>
              </a:defRPr>
            </a:lvl2pPr>
            <a:lvl3pPr algn="l">
              <a:defRPr sz="2550" b="1">
                <a:solidFill>
                  <a:srgbClr val="102830"/>
                </a:solidFill>
                <a:latin typeface="Segoe UI"/>
                <a:ea typeface="Segoe UI"/>
                <a:cs typeface="Segoe UI"/>
              </a:defRPr>
            </a:lvl3pPr>
            <a:lvl4pPr algn="l">
              <a:defRPr sz="2550" b="1">
                <a:solidFill>
                  <a:srgbClr val="102830"/>
                </a:solidFill>
                <a:latin typeface="Segoe UI"/>
                <a:ea typeface="Segoe UI"/>
                <a:cs typeface="Segoe UI"/>
              </a:defRPr>
            </a:lvl4pPr>
            <a:lvl5pPr algn="l">
              <a:defRPr sz="2550" b="1">
                <a:solidFill>
                  <a:srgbClr val="102830"/>
                </a:solidFill>
                <a:latin typeface="Segoe UI"/>
                <a:ea typeface="Segoe UI"/>
                <a:cs typeface="Segoe UI"/>
              </a:defRPr>
            </a:lvl5pPr>
            <a:lvl6pPr algn="l">
              <a:defRPr sz="2550" b="1">
                <a:solidFill>
                  <a:srgbClr val="102830"/>
                </a:solidFill>
                <a:latin typeface="Segoe UI"/>
                <a:ea typeface="Segoe UI"/>
                <a:cs typeface="Segoe UI"/>
              </a:defRPr>
            </a:lvl6pPr>
            <a:lvl7pPr algn="l">
              <a:defRPr sz="2550" b="1">
                <a:solidFill>
                  <a:srgbClr val="102830"/>
                </a:solidFill>
                <a:latin typeface="Segoe UI"/>
                <a:ea typeface="Segoe UI"/>
                <a:cs typeface="Segoe UI"/>
              </a:defRPr>
            </a:lvl7pPr>
            <a:lvl8pPr algn="l">
              <a:defRPr sz="2550" b="1">
                <a:solidFill>
                  <a:srgbClr val="102830"/>
                </a:solidFill>
                <a:latin typeface="Segoe UI"/>
                <a:ea typeface="Segoe UI"/>
                <a:cs typeface="Segoe UI"/>
              </a:defRPr>
            </a:lvl8pPr>
            <a:lvl9pPr algn="l">
              <a:defRPr sz="2550" b="1">
                <a:solidFill>
                  <a:srgbClr val="102830"/>
                </a:solidFill>
                <a:latin typeface="Segoe UI"/>
                <a:ea typeface="Segoe UI"/>
                <a:cs typeface="Segoe UI"/>
              </a:defRPr>
            </a:lvl9pPr>
          </a:lstStyle>
          <a:p xmlns:a="http://schemas.openxmlformats.org/drawingml/2006/main">
            <a:pPr algn="l">
              <a:lnSpc>
                <a:spcPct val="100000"/>
              </a:lnSpc>
              <a:buNone/>
              <a:defRPr sz="2550" b="1">
                <a:solidFill>
                  <a:srgbClr val="102830"/>
                </a:solidFill>
                <a:latin typeface="Segoe UI"/>
                <a:ea typeface="Segoe UI"/>
                <a:cs typeface="Segoe UI"/>
              </a:defRPr>
            </a:pPr>
            <a:r>
              <a:rPr sz="2550" b="1">
                <a:solidFill>
                  <a:srgbClr val="102830"/>
                </a:solidFill>
                <a:latin typeface="Segoe UI"/>
                <a:ea typeface="Segoe UI"/>
                <a:cs typeface="Segoe UI"/>
              </a:rPr>
              <a:t>Carrier timing</a:t>
            </a:r>
          </a:p>
        </p:txBody>
      </p:sp>
      <p:sp>
        <p:nvSpPr>
          <p:cNvPr id="11" name="">
            <a:extLst xmlns:a="http://schemas.openxmlformats.org/drawingml/2006/main">
              <a:ext uri="{FF2B5EF4-FFF2-40B4-BE49-F238E27FC236}">
                <a16:creationId xmlns:a16="http://schemas.microsoft.com/office/drawing/2014/main" id="{8007204E-C1E0-4E4B-89C7-AB300E67DB77}"/>
              </a:ext>
            </a:extLst>
          </p:cNvPr>
          <p:cNvSpPr>
            <a:spLocks xmlns:a="http://schemas.openxmlformats.org/drawingml/2006/main" noGrp="1"/>
          </p:cNvSpPr>
          <p:nvPr/>
        </p:nvSpPr>
        <p:spPr>
          <a:xfrm xmlns:a="http://schemas.openxmlformats.org/drawingml/2006/main">
            <a:off x="647700" y="4905375"/>
            <a:ext cx="55245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52656B"/>
                </a:solidFill>
                <a:latin typeface="Segoe UI"/>
                <a:ea typeface="Segoe UI"/>
                <a:cs typeface="Segoe UI"/>
              </a:defRPr>
            </a:defPPr>
            <a:lvl1pPr algn="l">
              <a:defRPr sz="2325" b="0">
                <a:solidFill>
                  <a:srgbClr val="52656B"/>
                </a:solidFill>
                <a:latin typeface="Segoe UI"/>
                <a:ea typeface="Segoe UI"/>
                <a:cs typeface="Segoe UI"/>
              </a:defRPr>
            </a:lvl1pPr>
            <a:lvl2pPr algn="l">
              <a:defRPr sz="2325" b="0">
                <a:solidFill>
                  <a:srgbClr val="52656B"/>
                </a:solidFill>
                <a:latin typeface="Segoe UI"/>
                <a:ea typeface="Segoe UI"/>
                <a:cs typeface="Segoe UI"/>
              </a:defRPr>
            </a:lvl2pPr>
            <a:lvl3pPr algn="l">
              <a:defRPr sz="2325" b="0">
                <a:solidFill>
                  <a:srgbClr val="52656B"/>
                </a:solidFill>
                <a:latin typeface="Segoe UI"/>
                <a:ea typeface="Segoe UI"/>
                <a:cs typeface="Segoe UI"/>
              </a:defRPr>
            </a:lvl3pPr>
            <a:lvl4pPr algn="l">
              <a:defRPr sz="2325" b="0">
                <a:solidFill>
                  <a:srgbClr val="52656B"/>
                </a:solidFill>
                <a:latin typeface="Segoe UI"/>
                <a:ea typeface="Segoe UI"/>
                <a:cs typeface="Segoe UI"/>
              </a:defRPr>
            </a:lvl4pPr>
            <a:lvl5pPr algn="l">
              <a:defRPr sz="2325" b="0">
                <a:solidFill>
                  <a:srgbClr val="52656B"/>
                </a:solidFill>
                <a:latin typeface="Segoe UI"/>
                <a:ea typeface="Segoe UI"/>
                <a:cs typeface="Segoe UI"/>
              </a:defRPr>
            </a:lvl5pPr>
            <a:lvl6pPr algn="l">
              <a:defRPr sz="2325" b="0">
                <a:solidFill>
                  <a:srgbClr val="52656B"/>
                </a:solidFill>
                <a:latin typeface="Segoe UI"/>
                <a:ea typeface="Segoe UI"/>
                <a:cs typeface="Segoe UI"/>
              </a:defRPr>
            </a:lvl6pPr>
            <a:lvl7pPr algn="l">
              <a:defRPr sz="2325" b="0">
                <a:solidFill>
                  <a:srgbClr val="52656B"/>
                </a:solidFill>
                <a:latin typeface="Segoe UI"/>
                <a:ea typeface="Segoe UI"/>
                <a:cs typeface="Segoe UI"/>
              </a:defRPr>
            </a:lvl7pPr>
            <a:lvl8pPr algn="l">
              <a:defRPr sz="2325" b="0">
                <a:solidFill>
                  <a:srgbClr val="52656B"/>
                </a:solidFill>
                <a:latin typeface="Segoe UI"/>
                <a:ea typeface="Segoe UI"/>
                <a:cs typeface="Segoe UI"/>
              </a:defRPr>
            </a:lvl8pPr>
            <a:lvl9pPr algn="l">
              <a:defRPr sz="2325" b="0">
                <a:solidFill>
                  <a:srgbClr val="52656B"/>
                </a:solidFill>
                <a:latin typeface="Segoe UI"/>
                <a:ea typeface="Segoe UI"/>
                <a:cs typeface="Segoe UI"/>
              </a:defRPr>
            </a:lvl9pPr>
          </a:lstStyle>
          <a:p xmlns:a="http://schemas.openxmlformats.org/drawingml/2006/main">
            <a:pPr algn="l">
              <a:lnSpc>
                <a:spcPct val="100000"/>
              </a:lnSpc>
              <a:buNone/>
              <a:defRPr sz="2325" b="0">
                <a:solidFill>
                  <a:srgbClr val="52656B"/>
                </a:solidFill>
                <a:latin typeface="Segoe UI"/>
                <a:ea typeface="Segoe UI"/>
                <a:cs typeface="Segoe UI"/>
              </a:defRPr>
            </a:pPr>
            <a:r>
              <a:rPr sz="2325" b="0">
                <a:solidFill>
                  <a:srgbClr val="52656B"/>
                </a:solidFill>
                <a:latin typeface="Segoe UI"/>
                <a:ea typeface="Segoe UI"/>
                <a:cs typeface="Segoe UI"/>
              </a:rPr>
              <a:t>Evidence before commitment.</a:t>
            </a:r>
          </a:p>
        </p:txBody>
      </p:sp>
      <p:sp>
        <p:nvSpPr>
          <p:cNvPr id="12" name="">
            <a:extLst xmlns:a="http://schemas.openxmlformats.org/drawingml/2006/main">
              <a:ext uri="{FF2B5EF4-FFF2-40B4-BE49-F238E27FC236}">
                <a16:creationId xmlns:a16="http://schemas.microsoft.com/office/drawing/2014/main" id="{619C13C0-8CAA-41B8-A65D-DBE18FDDB6B8}"/>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2656B"/>
                </a:solidFill>
                <a:latin typeface="Segoe UI"/>
                <a:ea typeface="Segoe UI"/>
                <a:cs typeface="Segoe UI"/>
              </a:defRPr>
            </a:defPPr>
            <a:lvl1pPr algn="l">
              <a:defRPr sz="900" b="0">
                <a:solidFill>
                  <a:srgbClr val="52656B"/>
                </a:solidFill>
                <a:latin typeface="Segoe UI"/>
                <a:ea typeface="Segoe UI"/>
                <a:cs typeface="Segoe UI"/>
              </a:defRPr>
            </a:lvl1pPr>
            <a:lvl2pPr algn="l">
              <a:defRPr sz="900" b="0">
                <a:solidFill>
                  <a:srgbClr val="52656B"/>
                </a:solidFill>
                <a:latin typeface="Segoe UI"/>
                <a:ea typeface="Segoe UI"/>
                <a:cs typeface="Segoe UI"/>
              </a:defRPr>
            </a:lvl2pPr>
            <a:lvl3pPr algn="l">
              <a:defRPr sz="900" b="0">
                <a:solidFill>
                  <a:srgbClr val="52656B"/>
                </a:solidFill>
                <a:latin typeface="Segoe UI"/>
                <a:ea typeface="Segoe UI"/>
                <a:cs typeface="Segoe UI"/>
              </a:defRPr>
            </a:lvl3pPr>
            <a:lvl4pPr algn="l">
              <a:defRPr sz="900" b="0">
                <a:solidFill>
                  <a:srgbClr val="52656B"/>
                </a:solidFill>
                <a:latin typeface="Segoe UI"/>
                <a:ea typeface="Segoe UI"/>
                <a:cs typeface="Segoe UI"/>
              </a:defRPr>
            </a:lvl4pPr>
            <a:lvl5pPr algn="l">
              <a:defRPr sz="900" b="0">
                <a:solidFill>
                  <a:srgbClr val="52656B"/>
                </a:solidFill>
                <a:latin typeface="Segoe UI"/>
                <a:ea typeface="Segoe UI"/>
                <a:cs typeface="Segoe UI"/>
              </a:defRPr>
            </a:lvl5pPr>
            <a:lvl6pPr algn="l">
              <a:defRPr sz="900" b="0">
                <a:solidFill>
                  <a:srgbClr val="52656B"/>
                </a:solidFill>
                <a:latin typeface="Segoe UI"/>
                <a:ea typeface="Segoe UI"/>
                <a:cs typeface="Segoe UI"/>
              </a:defRPr>
            </a:lvl6pPr>
            <a:lvl7pPr algn="l">
              <a:defRPr sz="900" b="0">
                <a:solidFill>
                  <a:srgbClr val="52656B"/>
                </a:solidFill>
                <a:latin typeface="Segoe UI"/>
                <a:ea typeface="Segoe UI"/>
                <a:cs typeface="Segoe UI"/>
              </a:defRPr>
            </a:lvl7pPr>
            <a:lvl8pPr algn="l">
              <a:defRPr sz="900" b="0">
                <a:solidFill>
                  <a:srgbClr val="52656B"/>
                </a:solidFill>
                <a:latin typeface="Segoe UI"/>
                <a:ea typeface="Segoe UI"/>
                <a:cs typeface="Segoe UI"/>
              </a:defRPr>
            </a:lvl8pPr>
            <a:lvl9pPr algn="l">
              <a:defRPr sz="900" b="0">
                <a:solidFill>
                  <a:srgbClr val="52656B"/>
                </a:solidFill>
                <a:latin typeface="Segoe UI"/>
                <a:ea typeface="Segoe UI"/>
                <a:cs typeface="Segoe UI"/>
              </a:defRPr>
            </a:lvl9pPr>
          </a:lstStyle>
          <a:p xmlns:a="http://schemas.openxmlformats.org/drawingml/2006/main">
            <a:pPr algn="l">
              <a:lnSpc>
                <a:spcPct val="100000"/>
              </a:lnSpc>
              <a:buNone/>
              <a:defRPr sz="900" b="0">
                <a:solidFill>
                  <a:srgbClr val="52656B"/>
                </a:solidFill>
                <a:latin typeface="Segoe UI"/>
                <a:ea typeface="Segoe UI"/>
                <a:cs typeface="Segoe UI"/>
              </a:defRPr>
            </a:pPr>
            <a:r>
              <a:rPr sz="900" b="0">
                <a:solidFill>
                  <a:srgbClr val="52656B"/>
                </a:solidFill>
                <a:latin typeface="Segoe UI"/>
                <a:ea typeface="Segoe UI"/>
                <a:cs typeface="Segoe UI"/>
              </a:rPr>
              <a:t>Independent concept</a:t>
            </a:r>
          </a:p>
        </p:txBody>
      </p:sp>
      <p:sp>
        <p:nvSpPr>
          <p:cNvPr id="13" name="">
            <a:extLst xmlns:a="http://schemas.openxmlformats.org/drawingml/2006/main">
              <a:ext uri="{FF2B5EF4-FFF2-40B4-BE49-F238E27FC236}">
                <a16:creationId xmlns:a16="http://schemas.microsoft.com/office/drawing/2014/main" id="{6AE4D72B-AF0D-497F-9265-26C1E879081D}"/>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6B"/>
                </a:solidFill>
                <a:latin typeface="Segoe UI"/>
                <a:ea typeface="Segoe UI"/>
                <a:cs typeface="Segoe UI"/>
              </a:defRPr>
            </a:defPPr>
            <a:lvl1pPr algn="r">
              <a:defRPr sz="1200" b="0">
                <a:solidFill>
                  <a:srgbClr val="52656B"/>
                </a:solidFill>
                <a:latin typeface="Segoe UI"/>
                <a:ea typeface="Segoe UI"/>
                <a:cs typeface="Segoe UI"/>
              </a:defRPr>
            </a:lvl1pPr>
            <a:lvl2pPr algn="r">
              <a:defRPr sz="1200" b="0">
                <a:solidFill>
                  <a:srgbClr val="52656B"/>
                </a:solidFill>
                <a:latin typeface="Segoe UI"/>
                <a:ea typeface="Segoe UI"/>
                <a:cs typeface="Segoe UI"/>
              </a:defRPr>
            </a:lvl2pPr>
            <a:lvl3pPr algn="r">
              <a:defRPr sz="1200" b="0">
                <a:solidFill>
                  <a:srgbClr val="52656B"/>
                </a:solidFill>
                <a:latin typeface="Segoe UI"/>
                <a:ea typeface="Segoe UI"/>
                <a:cs typeface="Segoe UI"/>
              </a:defRPr>
            </a:lvl3pPr>
            <a:lvl4pPr algn="r">
              <a:defRPr sz="1200" b="0">
                <a:solidFill>
                  <a:srgbClr val="52656B"/>
                </a:solidFill>
                <a:latin typeface="Segoe UI"/>
                <a:ea typeface="Segoe UI"/>
                <a:cs typeface="Segoe UI"/>
              </a:defRPr>
            </a:lvl4pPr>
            <a:lvl5pPr algn="r">
              <a:defRPr sz="1200" b="0">
                <a:solidFill>
                  <a:srgbClr val="52656B"/>
                </a:solidFill>
                <a:latin typeface="Segoe UI"/>
                <a:ea typeface="Segoe UI"/>
                <a:cs typeface="Segoe UI"/>
              </a:defRPr>
            </a:lvl5pPr>
            <a:lvl6pPr algn="r">
              <a:defRPr sz="1200" b="0">
                <a:solidFill>
                  <a:srgbClr val="52656B"/>
                </a:solidFill>
                <a:latin typeface="Segoe UI"/>
                <a:ea typeface="Segoe UI"/>
                <a:cs typeface="Segoe UI"/>
              </a:defRPr>
            </a:lvl6pPr>
            <a:lvl7pPr algn="r">
              <a:defRPr sz="1200" b="0">
                <a:solidFill>
                  <a:srgbClr val="52656B"/>
                </a:solidFill>
                <a:latin typeface="Segoe UI"/>
                <a:ea typeface="Segoe UI"/>
                <a:cs typeface="Segoe UI"/>
              </a:defRPr>
            </a:lvl7pPr>
            <a:lvl8pPr algn="r">
              <a:defRPr sz="1200" b="0">
                <a:solidFill>
                  <a:srgbClr val="52656B"/>
                </a:solidFill>
                <a:latin typeface="Segoe UI"/>
                <a:ea typeface="Segoe UI"/>
                <a:cs typeface="Segoe UI"/>
              </a:defRPr>
            </a:lvl8pPr>
            <a:lvl9pPr algn="r">
              <a:defRPr sz="1200" b="0">
                <a:solidFill>
                  <a:srgbClr val="52656B"/>
                </a:solidFill>
                <a:latin typeface="Segoe UI"/>
                <a:ea typeface="Segoe UI"/>
                <a:cs typeface="Segoe UI"/>
              </a:defRPr>
            </a:lvl9pPr>
          </a:lstStyle>
          <a:p xmlns:a="http://schemas.openxmlformats.org/drawingml/2006/main">
            <a:pPr algn="r">
              <a:lnSpc>
                <a:spcPct val="100000"/>
              </a:lnSpc>
              <a:buNone/>
              <a:defRPr sz="1200" b="0">
                <a:solidFill>
                  <a:srgbClr val="52656B"/>
                </a:solidFill>
                <a:latin typeface="Segoe UI"/>
                <a:ea typeface="Segoe UI"/>
                <a:cs typeface="Segoe UI"/>
              </a:defRPr>
            </a:pPr>
            <a:r>
              <a:rPr sz="1200" b="0">
                <a:solidFill>
                  <a:srgbClr val="52656B"/>
                </a:solidFill>
                <a:latin typeface="Segoe UI"/>
                <a:ea typeface="Segoe UI"/>
                <a:cs typeface="Segoe UI"/>
              </a:rPr>
              <a:t>06</a:t>
            </a:r>
          </a:p>
        </p:txBody>
      </p:sp>
    </p:spTree>
    <p:extLst>
      <p:ext uri="{BB962C8B-B14F-4D97-AF65-F5344CB8AC3E}">
        <p14:creationId xmlns:p14="http://schemas.microsoft.com/office/powerpoint/2010/main" val="1162398180"/>
      </p:ext>
    </p:extLst>
  </p:cSld>
</p:sld>
</file>

<file path=ppt/slides/slide7.xml><?xml version="1.0" encoding="utf-8"?>
<p:sld xmlns:p="http://schemas.openxmlformats.org/presentationml/2006/main">
  <p:cSld>
    <p:bg>
      <p:bgPr>
        <a:solidFill xmlns:a="http://schemas.openxmlformats.org/drawingml/2006/main">
          <a:srgbClr val="10283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2CCFEB-ED38-4EE7-B98A-1463849042E8}"/>
              </a:ext>
            </a:extLst>
          </p:cNvPr>
          <p:cNvSpPr>
            <a:spLocks xmlns:a="http://schemas.openxmlformats.org/drawingml/2006/main" noGrp="1"/>
          </p:cNvSpPr>
          <p:nvPr/>
        </p:nvSpPr>
        <p:spPr>
          <a:xfrm xmlns:a="http://schemas.openxmlformats.org/drawingml/2006/main">
            <a:off x="609600" y="723900"/>
            <a:ext cx="107632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Segoe UI"/>
                <a:ea typeface="Segoe UI"/>
                <a:cs typeface="Segoe UI"/>
              </a:defRPr>
            </a:defPPr>
            <a:lvl1pPr algn="l">
              <a:defRPr sz="4875" b="1">
                <a:solidFill>
                  <a:srgbClr val="FFFFFF"/>
                </a:solidFill>
                <a:latin typeface="Segoe UI"/>
                <a:ea typeface="Segoe UI"/>
                <a:cs typeface="Segoe UI"/>
              </a:defRPr>
            </a:lvl1pPr>
            <a:lvl2pPr algn="l">
              <a:defRPr sz="4875" b="1">
                <a:solidFill>
                  <a:srgbClr val="FFFFFF"/>
                </a:solidFill>
                <a:latin typeface="Segoe UI"/>
                <a:ea typeface="Segoe UI"/>
                <a:cs typeface="Segoe UI"/>
              </a:defRPr>
            </a:lvl2pPr>
            <a:lvl3pPr algn="l">
              <a:defRPr sz="4875" b="1">
                <a:solidFill>
                  <a:srgbClr val="FFFFFF"/>
                </a:solidFill>
                <a:latin typeface="Segoe UI"/>
                <a:ea typeface="Segoe UI"/>
                <a:cs typeface="Segoe UI"/>
              </a:defRPr>
            </a:lvl3pPr>
            <a:lvl4pPr algn="l">
              <a:defRPr sz="4875" b="1">
                <a:solidFill>
                  <a:srgbClr val="FFFFFF"/>
                </a:solidFill>
                <a:latin typeface="Segoe UI"/>
                <a:ea typeface="Segoe UI"/>
                <a:cs typeface="Segoe UI"/>
              </a:defRPr>
            </a:lvl4pPr>
            <a:lvl5pPr algn="l">
              <a:defRPr sz="4875" b="1">
                <a:solidFill>
                  <a:srgbClr val="FFFFFF"/>
                </a:solidFill>
                <a:latin typeface="Segoe UI"/>
                <a:ea typeface="Segoe UI"/>
                <a:cs typeface="Segoe UI"/>
              </a:defRPr>
            </a:lvl5pPr>
            <a:lvl6pPr algn="l">
              <a:defRPr sz="4875" b="1">
                <a:solidFill>
                  <a:srgbClr val="FFFFFF"/>
                </a:solidFill>
                <a:latin typeface="Segoe UI"/>
                <a:ea typeface="Segoe UI"/>
                <a:cs typeface="Segoe UI"/>
              </a:defRPr>
            </a:lvl6pPr>
            <a:lvl7pPr algn="l">
              <a:defRPr sz="4875" b="1">
                <a:solidFill>
                  <a:srgbClr val="FFFFFF"/>
                </a:solidFill>
                <a:latin typeface="Segoe UI"/>
                <a:ea typeface="Segoe UI"/>
                <a:cs typeface="Segoe UI"/>
              </a:defRPr>
            </a:lvl7pPr>
            <a:lvl8pPr algn="l">
              <a:defRPr sz="4875" b="1">
                <a:solidFill>
                  <a:srgbClr val="FFFFFF"/>
                </a:solidFill>
                <a:latin typeface="Segoe UI"/>
                <a:ea typeface="Segoe UI"/>
                <a:cs typeface="Segoe UI"/>
              </a:defRPr>
            </a:lvl8pPr>
            <a:lvl9pPr algn="l">
              <a:defRPr sz="4875" b="1">
                <a:solidFill>
                  <a:srgbClr val="FFFFFF"/>
                </a:solidFill>
                <a:latin typeface="Segoe UI"/>
                <a:ea typeface="Segoe UI"/>
                <a:cs typeface="Segoe UI"/>
              </a:defRPr>
            </a:lvl9pPr>
          </a:lstStyle>
          <a:p xmlns:a="http://schemas.openxmlformats.org/drawingml/2006/main">
            <a:pPr algn="l">
              <a:lnSpc>
                <a:spcPct val="100000"/>
              </a:lnSpc>
              <a:buNone/>
              <a:defRPr sz="4875" b="1">
                <a:solidFill>
                  <a:srgbClr val="FFFFFF"/>
                </a:solidFill>
                <a:latin typeface="Segoe UI"/>
                <a:ea typeface="Segoe UI"/>
                <a:cs typeface="Segoe UI"/>
              </a:defRPr>
            </a:pPr>
            <a:r>
              <a:rPr sz="4875" b="1">
                <a:solidFill>
                  <a:srgbClr val="FFFFFF"/>
                </a:solidFill>
                <a:latin typeface="Segoe UI"/>
                <a:ea typeface="Segoe UI"/>
                <a:cs typeface="Segoe UI"/>
              </a:rPr>
              <a:t>A recovery plan</a:t>
            </a:r>
          </a:p>
          <a:p xmlns:a="http://schemas.openxmlformats.org/drawingml/2006/main">
            <a:pPr algn="l">
              <a:lnSpc>
                <a:spcPct val="100000"/>
              </a:lnSpc>
              <a:buNone/>
              <a:defRPr sz="4875" b="1">
                <a:solidFill>
                  <a:srgbClr val="FFFFFF"/>
                </a:solidFill>
                <a:latin typeface="Segoe UI"/>
                <a:ea typeface="Segoe UI"/>
                <a:cs typeface="Segoe UI"/>
              </a:defRPr>
            </a:pPr>
            <a:r>
              <a:rPr sz="4875" b="1">
                <a:solidFill>
                  <a:srgbClr val="FFFFFF"/>
                </a:solidFill>
                <a:latin typeface="Segoe UI"/>
                <a:ea typeface="Segoe UI"/>
                <a:cs typeface="Segoe UI"/>
              </a:rPr>
              <a:t>people can act on</a:t>
            </a:r>
          </a:p>
        </p:txBody>
      </p:sp>
      <p:sp>
        <p:nvSpPr>
          <p:cNvPr id="2" name="">
            <a:extLst xmlns:a="http://schemas.openxmlformats.org/drawingml/2006/main">
              <a:ext uri="{FF2B5EF4-FFF2-40B4-BE49-F238E27FC236}">
                <a16:creationId xmlns:a16="http://schemas.microsoft.com/office/drawing/2014/main" id="{7BD92347-6C72-4C0C-BBC5-B321215AB71B}"/>
              </a:ext>
            </a:extLst>
          </p:cNvPr>
          <p:cNvSpPr>
            <a:spLocks xmlns:a="http://schemas.openxmlformats.org/drawingml/2006/main" noGrp="1"/>
          </p:cNvSpPr>
          <p:nvPr/>
        </p:nvSpPr>
        <p:spPr>
          <a:xfrm xmlns:a="http://schemas.openxmlformats.org/drawingml/2006/main">
            <a:off x="1076325" y="3714750"/>
            <a:ext cx="9477375" cy="38100"/>
          </a:xfrm>
          <a:prstGeom xmlns:a="http://schemas.openxmlformats.org/drawingml/2006/main" prst="rect">
            <a:avLst/>
          </a:prstGeom>
          <a:solidFill xmlns:a="http://schemas.openxmlformats.org/drawingml/2006/main">
            <a:srgbClr val="8AD4C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473B39-9E36-468B-BD1D-E3DB1583DF2E}"/>
              </a:ext>
            </a:extLst>
          </p:cNvPr>
          <p:cNvSpPr>
            <a:spLocks xmlns:a="http://schemas.openxmlformats.org/drawingml/2006/main" noGrp="1"/>
          </p:cNvSpPr>
          <p:nvPr/>
        </p:nvSpPr>
        <p:spPr>
          <a:xfrm xmlns:a="http://schemas.openxmlformats.org/drawingml/2006/main">
            <a:off x="647700" y="3295650"/>
            <a:ext cx="838200" cy="838200"/>
          </a:xfrm>
          <a:prstGeom xmlns:a="http://schemas.openxmlformats.org/drawingml/2006/main" prst="ellipse">
            <a:avLst/>
          </a:prstGeom>
          <a:solidFill xmlns:a="http://schemas.openxmlformats.org/drawingml/2006/main">
            <a:srgbClr val="95E2D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8C3759-B9AF-4634-846C-FEC5F175780B}"/>
              </a:ext>
            </a:extLst>
          </p:cNvPr>
          <p:cNvSpPr>
            <a:spLocks xmlns:a="http://schemas.openxmlformats.org/drawingml/2006/main" noGrp="1"/>
          </p:cNvSpPr>
          <p:nvPr/>
        </p:nvSpPr>
        <p:spPr>
          <a:xfrm xmlns:a="http://schemas.openxmlformats.org/drawingml/2006/main">
            <a:off x="685800" y="3467100"/>
            <a:ext cx="762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25" b="1">
                <a:solidFill>
                  <a:srgbClr val="102830"/>
                </a:solidFill>
                <a:latin typeface="Segoe UI"/>
                <a:ea typeface="Segoe UI"/>
                <a:cs typeface="Segoe UI"/>
              </a:defRPr>
            </a:defPPr>
            <a:lvl1pPr algn="ctr">
              <a:defRPr sz="2325" b="1">
                <a:solidFill>
                  <a:srgbClr val="102830"/>
                </a:solidFill>
                <a:latin typeface="Segoe UI"/>
                <a:ea typeface="Segoe UI"/>
                <a:cs typeface="Segoe UI"/>
              </a:defRPr>
            </a:lvl1pPr>
            <a:lvl2pPr algn="ctr">
              <a:defRPr sz="2325" b="1">
                <a:solidFill>
                  <a:srgbClr val="102830"/>
                </a:solidFill>
                <a:latin typeface="Segoe UI"/>
                <a:ea typeface="Segoe UI"/>
                <a:cs typeface="Segoe UI"/>
              </a:defRPr>
            </a:lvl2pPr>
            <a:lvl3pPr algn="ctr">
              <a:defRPr sz="2325" b="1">
                <a:solidFill>
                  <a:srgbClr val="102830"/>
                </a:solidFill>
                <a:latin typeface="Segoe UI"/>
                <a:ea typeface="Segoe UI"/>
                <a:cs typeface="Segoe UI"/>
              </a:defRPr>
            </a:lvl3pPr>
            <a:lvl4pPr algn="ctr">
              <a:defRPr sz="2325" b="1">
                <a:solidFill>
                  <a:srgbClr val="102830"/>
                </a:solidFill>
                <a:latin typeface="Segoe UI"/>
                <a:ea typeface="Segoe UI"/>
                <a:cs typeface="Segoe UI"/>
              </a:defRPr>
            </a:lvl4pPr>
            <a:lvl5pPr algn="ctr">
              <a:defRPr sz="2325" b="1">
                <a:solidFill>
                  <a:srgbClr val="102830"/>
                </a:solidFill>
                <a:latin typeface="Segoe UI"/>
                <a:ea typeface="Segoe UI"/>
                <a:cs typeface="Segoe UI"/>
              </a:defRPr>
            </a:lvl5pPr>
            <a:lvl6pPr algn="ctr">
              <a:defRPr sz="2325" b="1">
                <a:solidFill>
                  <a:srgbClr val="102830"/>
                </a:solidFill>
                <a:latin typeface="Segoe UI"/>
                <a:ea typeface="Segoe UI"/>
                <a:cs typeface="Segoe UI"/>
              </a:defRPr>
            </a:lvl6pPr>
            <a:lvl7pPr algn="ctr">
              <a:defRPr sz="2325" b="1">
                <a:solidFill>
                  <a:srgbClr val="102830"/>
                </a:solidFill>
                <a:latin typeface="Segoe UI"/>
                <a:ea typeface="Segoe UI"/>
                <a:cs typeface="Segoe UI"/>
              </a:defRPr>
            </a:lvl7pPr>
            <a:lvl8pPr algn="ctr">
              <a:defRPr sz="2325" b="1">
                <a:solidFill>
                  <a:srgbClr val="102830"/>
                </a:solidFill>
                <a:latin typeface="Segoe UI"/>
                <a:ea typeface="Segoe UI"/>
                <a:cs typeface="Segoe UI"/>
              </a:defRPr>
            </a:lvl8pPr>
            <a:lvl9pPr algn="ctr">
              <a:defRPr sz="2325" b="1">
                <a:solidFill>
                  <a:srgbClr val="102830"/>
                </a:solidFill>
                <a:latin typeface="Segoe UI"/>
                <a:ea typeface="Segoe UI"/>
                <a:cs typeface="Segoe UI"/>
              </a:defRPr>
            </a:lvl9pPr>
          </a:lstStyle>
          <a:p xmlns:a="http://schemas.openxmlformats.org/drawingml/2006/main">
            <a:pPr algn="ctr">
              <a:lnSpc>
                <a:spcPct val="100000"/>
              </a:lnSpc>
              <a:buNone/>
              <a:defRPr sz="2325" b="1">
                <a:solidFill>
                  <a:srgbClr val="102830"/>
                </a:solidFill>
                <a:latin typeface="Segoe UI"/>
                <a:ea typeface="Segoe UI"/>
                <a:cs typeface="Segoe UI"/>
              </a:defRPr>
            </a:pPr>
            <a:r>
              <a:rPr sz="2325" b="1">
                <a:solidFill>
                  <a:srgbClr val="102830"/>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81FABD5D-7343-41A1-829F-E34F60A229D3}"/>
              </a:ext>
            </a:extLst>
          </p:cNvPr>
          <p:cNvSpPr>
            <a:spLocks xmlns:a="http://schemas.openxmlformats.org/drawingml/2006/main" noGrp="1"/>
          </p:cNvSpPr>
          <p:nvPr/>
        </p:nvSpPr>
        <p:spPr>
          <a:xfrm xmlns:a="http://schemas.openxmlformats.org/drawingml/2006/main">
            <a:off x="609600" y="4648200"/>
            <a:ext cx="276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Segoe UI"/>
                <a:ea typeface="Segoe UI"/>
                <a:cs typeface="Segoe UI"/>
              </a:defRPr>
            </a:defPPr>
            <a:lvl1pPr algn="l">
              <a:defRPr sz="2550" b="1">
                <a:solidFill>
                  <a:srgbClr val="FFFFFF"/>
                </a:solidFill>
                <a:latin typeface="Segoe UI"/>
                <a:ea typeface="Segoe UI"/>
                <a:cs typeface="Segoe UI"/>
              </a:defRPr>
            </a:lvl1pPr>
            <a:lvl2pPr algn="l">
              <a:defRPr sz="2550" b="1">
                <a:solidFill>
                  <a:srgbClr val="FFFFFF"/>
                </a:solidFill>
                <a:latin typeface="Segoe UI"/>
                <a:ea typeface="Segoe UI"/>
                <a:cs typeface="Segoe UI"/>
              </a:defRPr>
            </a:lvl2pPr>
            <a:lvl3pPr algn="l">
              <a:defRPr sz="2550" b="1">
                <a:solidFill>
                  <a:srgbClr val="FFFFFF"/>
                </a:solidFill>
                <a:latin typeface="Segoe UI"/>
                <a:ea typeface="Segoe UI"/>
                <a:cs typeface="Segoe UI"/>
              </a:defRPr>
            </a:lvl3pPr>
            <a:lvl4pPr algn="l">
              <a:defRPr sz="2550" b="1">
                <a:solidFill>
                  <a:srgbClr val="FFFFFF"/>
                </a:solidFill>
                <a:latin typeface="Segoe UI"/>
                <a:ea typeface="Segoe UI"/>
                <a:cs typeface="Segoe UI"/>
              </a:defRPr>
            </a:lvl4pPr>
            <a:lvl5pPr algn="l">
              <a:defRPr sz="2550" b="1">
                <a:solidFill>
                  <a:srgbClr val="FFFFFF"/>
                </a:solidFill>
                <a:latin typeface="Segoe UI"/>
                <a:ea typeface="Segoe UI"/>
                <a:cs typeface="Segoe UI"/>
              </a:defRPr>
            </a:lvl5pPr>
            <a:lvl6pPr algn="l">
              <a:defRPr sz="2550" b="1">
                <a:solidFill>
                  <a:srgbClr val="FFFFFF"/>
                </a:solidFill>
                <a:latin typeface="Segoe UI"/>
                <a:ea typeface="Segoe UI"/>
                <a:cs typeface="Segoe UI"/>
              </a:defRPr>
            </a:lvl6pPr>
            <a:lvl7pPr algn="l">
              <a:defRPr sz="2550" b="1">
                <a:solidFill>
                  <a:srgbClr val="FFFFFF"/>
                </a:solidFill>
                <a:latin typeface="Segoe UI"/>
                <a:ea typeface="Segoe UI"/>
                <a:cs typeface="Segoe UI"/>
              </a:defRPr>
            </a:lvl7pPr>
            <a:lvl8pPr algn="l">
              <a:defRPr sz="2550" b="1">
                <a:solidFill>
                  <a:srgbClr val="FFFFFF"/>
                </a:solidFill>
                <a:latin typeface="Segoe UI"/>
                <a:ea typeface="Segoe UI"/>
                <a:cs typeface="Segoe UI"/>
              </a:defRPr>
            </a:lvl8pPr>
            <a:lvl9pPr algn="l">
              <a:defRPr sz="2550" b="1">
                <a:solidFill>
                  <a:srgbClr val="FFFFFF"/>
                </a:solidFill>
                <a:latin typeface="Segoe UI"/>
                <a:ea typeface="Segoe UI"/>
                <a:cs typeface="Segoe UI"/>
              </a:defRPr>
            </a:lvl9pPr>
          </a:lstStyle>
          <a:p xmlns:a="http://schemas.openxmlformats.org/drawingml/2006/main">
            <a:pPr algn="l">
              <a:lnSpc>
                <a:spcPct val="100000"/>
              </a:lnSpc>
              <a:buNone/>
              <a:defRPr sz="2550" b="1">
                <a:solidFill>
                  <a:srgbClr val="FFFFFF"/>
                </a:solidFill>
                <a:latin typeface="Segoe UI"/>
                <a:ea typeface="Segoe UI"/>
                <a:cs typeface="Segoe UI"/>
              </a:defRPr>
            </a:pPr>
            <a:r>
              <a:rPr sz="2550" b="1">
                <a:solidFill>
                  <a:srgbClr val="FFFFFF"/>
                </a:solidFill>
                <a:latin typeface="Segoe UI"/>
                <a:ea typeface="Segoe UI"/>
                <a:cs typeface="Segoe UI"/>
              </a:rPr>
              <a:t>Find an</a:t>
            </a:r>
          </a:p>
          <a:p xmlns:a="http://schemas.openxmlformats.org/drawingml/2006/main">
            <a:pPr algn="l">
              <a:lnSpc>
                <a:spcPct val="100000"/>
              </a:lnSpc>
              <a:buNone/>
              <a:defRPr sz="2550" b="1">
                <a:solidFill>
                  <a:srgbClr val="FFFFFF"/>
                </a:solidFill>
                <a:latin typeface="Segoe UI"/>
                <a:ea typeface="Segoe UI"/>
                <a:cs typeface="Segoe UI"/>
              </a:defRPr>
            </a:pPr>
            <a:r>
              <a:rPr sz="2550" b="1">
                <a:solidFill>
                  <a:srgbClr val="FFFFFF"/>
                </a:solidFill>
                <a:latin typeface="Segoe UI"/>
                <a:ea typeface="Segoe UI"/>
                <a:cs typeface="Segoe UI"/>
              </a:rPr>
              <a:t>alternative</a:t>
            </a:r>
          </a:p>
        </p:txBody>
      </p:sp>
      <p:sp>
        <p:nvSpPr>
          <p:cNvPr id="6" name="">
            <a:extLst xmlns:a="http://schemas.openxmlformats.org/drawingml/2006/main">
              <a:ext uri="{FF2B5EF4-FFF2-40B4-BE49-F238E27FC236}">
                <a16:creationId xmlns:a16="http://schemas.microsoft.com/office/drawing/2014/main" id="{FDF41200-6D4A-4182-8BDE-86B16F6F176E}"/>
              </a:ext>
            </a:extLst>
          </p:cNvPr>
          <p:cNvSpPr>
            <a:spLocks xmlns:a="http://schemas.openxmlformats.org/drawingml/2006/main" noGrp="1"/>
          </p:cNvSpPr>
          <p:nvPr/>
        </p:nvSpPr>
        <p:spPr>
          <a:xfrm xmlns:a="http://schemas.openxmlformats.org/drawingml/2006/main">
            <a:off x="5400675" y="3295650"/>
            <a:ext cx="838200" cy="838200"/>
          </a:xfrm>
          <a:prstGeom xmlns:a="http://schemas.openxmlformats.org/drawingml/2006/main" prst="ellipse">
            <a:avLst/>
          </a:prstGeom>
          <a:solidFill xmlns:a="http://schemas.openxmlformats.org/drawingml/2006/main">
            <a:srgbClr val="95E2D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B27777-2461-49FB-91E9-2C4196474853}"/>
              </a:ext>
            </a:extLst>
          </p:cNvPr>
          <p:cNvSpPr>
            <a:spLocks xmlns:a="http://schemas.openxmlformats.org/drawingml/2006/main" noGrp="1"/>
          </p:cNvSpPr>
          <p:nvPr/>
        </p:nvSpPr>
        <p:spPr>
          <a:xfrm xmlns:a="http://schemas.openxmlformats.org/drawingml/2006/main">
            <a:off x="5438775" y="3467100"/>
            <a:ext cx="762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25" b="1">
                <a:solidFill>
                  <a:srgbClr val="102830"/>
                </a:solidFill>
                <a:latin typeface="Segoe UI"/>
                <a:ea typeface="Segoe UI"/>
                <a:cs typeface="Segoe UI"/>
              </a:defRPr>
            </a:defPPr>
            <a:lvl1pPr algn="ctr">
              <a:defRPr sz="2325" b="1">
                <a:solidFill>
                  <a:srgbClr val="102830"/>
                </a:solidFill>
                <a:latin typeface="Segoe UI"/>
                <a:ea typeface="Segoe UI"/>
                <a:cs typeface="Segoe UI"/>
              </a:defRPr>
            </a:lvl1pPr>
            <a:lvl2pPr algn="ctr">
              <a:defRPr sz="2325" b="1">
                <a:solidFill>
                  <a:srgbClr val="102830"/>
                </a:solidFill>
                <a:latin typeface="Segoe UI"/>
                <a:ea typeface="Segoe UI"/>
                <a:cs typeface="Segoe UI"/>
              </a:defRPr>
            </a:lvl2pPr>
            <a:lvl3pPr algn="ctr">
              <a:defRPr sz="2325" b="1">
                <a:solidFill>
                  <a:srgbClr val="102830"/>
                </a:solidFill>
                <a:latin typeface="Segoe UI"/>
                <a:ea typeface="Segoe UI"/>
                <a:cs typeface="Segoe UI"/>
              </a:defRPr>
            </a:lvl3pPr>
            <a:lvl4pPr algn="ctr">
              <a:defRPr sz="2325" b="1">
                <a:solidFill>
                  <a:srgbClr val="102830"/>
                </a:solidFill>
                <a:latin typeface="Segoe UI"/>
                <a:ea typeface="Segoe UI"/>
                <a:cs typeface="Segoe UI"/>
              </a:defRPr>
            </a:lvl4pPr>
            <a:lvl5pPr algn="ctr">
              <a:defRPr sz="2325" b="1">
                <a:solidFill>
                  <a:srgbClr val="102830"/>
                </a:solidFill>
                <a:latin typeface="Segoe UI"/>
                <a:ea typeface="Segoe UI"/>
                <a:cs typeface="Segoe UI"/>
              </a:defRPr>
            </a:lvl5pPr>
            <a:lvl6pPr algn="ctr">
              <a:defRPr sz="2325" b="1">
                <a:solidFill>
                  <a:srgbClr val="102830"/>
                </a:solidFill>
                <a:latin typeface="Segoe UI"/>
                <a:ea typeface="Segoe UI"/>
                <a:cs typeface="Segoe UI"/>
              </a:defRPr>
            </a:lvl6pPr>
            <a:lvl7pPr algn="ctr">
              <a:defRPr sz="2325" b="1">
                <a:solidFill>
                  <a:srgbClr val="102830"/>
                </a:solidFill>
                <a:latin typeface="Segoe UI"/>
                <a:ea typeface="Segoe UI"/>
                <a:cs typeface="Segoe UI"/>
              </a:defRPr>
            </a:lvl7pPr>
            <a:lvl8pPr algn="ctr">
              <a:defRPr sz="2325" b="1">
                <a:solidFill>
                  <a:srgbClr val="102830"/>
                </a:solidFill>
                <a:latin typeface="Segoe UI"/>
                <a:ea typeface="Segoe UI"/>
                <a:cs typeface="Segoe UI"/>
              </a:defRPr>
            </a:lvl8pPr>
            <a:lvl9pPr algn="ctr">
              <a:defRPr sz="2325" b="1">
                <a:solidFill>
                  <a:srgbClr val="102830"/>
                </a:solidFill>
                <a:latin typeface="Segoe UI"/>
                <a:ea typeface="Segoe UI"/>
                <a:cs typeface="Segoe UI"/>
              </a:defRPr>
            </a:lvl9pPr>
          </a:lstStyle>
          <a:p xmlns:a="http://schemas.openxmlformats.org/drawingml/2006/main">
            <a:pPr algn="ctr">
              <a:lnSpc>
                <a:spcPct val="100000"/>
              </a:lnSpc>
              <a:buNone/>
              <a:defRPr sz="2325" b="1">
                <a:solidFill>
                  <a:srgbClr val="102830"/>
                </a:solidFill>
                <a:latin typeface="Segoe UI"/>
                <a:ea typeface="Segoe UI"/>
                <a:cs typeface="Segoe UI"/>
              </a:defRPr>
            </a:pPr>
            <a:r>
              <a:rPr sz="2325" b="1">
                <a:solidFill>
                  <a:srgbClr val="102830"/>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FFFCA069-A25D-4027-8C8B-5B79777FF536}"/>
              </a:ext>
            </a:extLst>
          </p:cNvPr>
          <p:cNvSpPr>
            <a:spLocks xmlns:a="http://schemas.openxmlformats.org/drawingml/2006/main" noGrp="1"/>
          </p:cNvSpPr>
          <p:nvPr/>
        </p:nvSpPr>
        <p:spPr>
          <a:xfrm xmlns:a="http://schemas.openxmlformats.org/drawingml/2006/main">
            <a:off x="4438650" y="4648200"/>
            <a:ext cx="276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50" b="1">
                <a:solidFill>
                  <a:srgbClr val="FFFFFF"/>
                </a:solidFill>
                <a:latin typeface="Segoe UI"/>
                <a:ea typeface="Segoe UI"/>
                <a:cs typeface="Segoe UI"/>
              </a:defRPr>
            </a:defPPr>
            <a:lvl1pPr algn="ctr">
              <a:defRPr sz="2550" b="1">
                <a:solidFill>
                  <a:srgbClr val="FFFFFF"/>
                </a:solidFill>
                <a:latin typeface="Segoe UI"/>
                <a:ea typeface="Segoe UI"/>
                <a:cs typeface="Segoe UI"/>
              </a:defRPr>
            </a:lvl1pPr>
            <a:lvl2pPr algn="ctr">
              <a:defRPr sz="2550" b="1">
                <a:solidFill>
                  <a:srgbClr val="FFFFFF"/>
                </a:solidFill>
                <a:latin typeface="Segoe UI"/>
                <a:ea typeface="Segoe UI"/>
                <a:cs typeface="Segoe UI"/>
              </a:defRPr>
            </a:lvl2pPr>
            <a:lvl3pPr algn="ctr">
              <a:defRPr sz="2550" b="1">
                <a:solidFill>
                  <a:srgbClr val="FFFFFF"/>
                </a:solidFill>
                <a:latin typeface="Segoe UI"/>
                <a:ea typeface="Segoe UI"/>
                <a:cs typeface="Segoe UI"/>
              </a:defRPr>
            </a:lvl3pPr>
            <a:lvl4pPr algn="ctr">
              <a:defRPr sz="2550" b="1">
                <a:solidFill>
                  <a:srgbClr val="FFFFFF"/>
                </a:solidFill>
                <a:latin typeface="Segoe UI"/>
                <a:ea typeface="Segoe UI"/>
                <a:cs typeface="Segoe UI"/>
              </a:defRPr>
            </a:lvl4pPr>
            <a:lvl5pPr algn="ctr">
              <a:defRPr sz="2550" b="1">
                <a:solidFill>
                  <a:srgbClr val="FFFFFF"/>
                </a:solidFill>
                <a:latin typeface="Segoe UI"/>
                <a:ea typeface="Segoe UI"/>
                <a:cs typeface="Segoe UI"/>
              </a:defRPr>
            </a:lvl5pPr>
            <a:lvl6pPr algn="ctr">
              <a:defRPr sz="2550" b="1">
                <a:solidFill>
                  <a:srgbClr val="FFFFFF"/>
                </a:solidFill>
                <a:latin typeface="Segoe UI"/>
                <a:ea typeface="Segoe UI"/>
                <a:cs typeface="Segoe UI"/>
              </a:defRPr>
            </a:lvl6pPr>
            <a:lvl7pPr algn="ctr">
              <a:defRPr sz="2550" b="1">
                <a:solidFill>
                  <a:srgbClr val="FFFFFF"/>
                </a:solidFill>
                <a:latin typeface="Segoe UI"/>
                <a:ea typeface="Segoe UI"/>
                <a:cs typeface="Segoe UI"/>
              </a:defRPr>
            </a:lvl7pPr>
            <a:lvl8pPr algn="ctr">
              <a:defRPr sz="2550" b="1">
                <a:solidFill>
                  <a:srgbClr val="FFFFFF"/>
                </a:solidFill>
                <a:latin typeface="Segoe UI"/>
                <a:ea typeface="Segoe UI"/>
                <a:cs typeface="Segoe UI"/>
              </a:defRPr>
            </a:lvl8pPr>
            <a:lvl9pPr algn="ctr">
              <a:defRPr sz="2550" b="1">
                <a:solidFill>
                  <a:srgbClr val="FFFFFF"/>
                </a:solidFill>
                <a:latin typeface="Segoe UI"/>
                <a:ea typeface="Segoe UI"/>
                <a:cs typeface="Segoe UI"/>
              </a:defRPr>
            </a:lvl9pPr>
          </a:lstStyle>
          <a:p xmlns:a="http://schemas.openxmlformats.org/drawingml/2006/main">
            <a:pPr algn="ctr">
              <a:lnSpc>
                <a:spcPct val="100000"/>
              </a:lnSpc>
              <a:buNone/>
              <a:defRPr sz="2550" b="1">
                <a:solidFill>
                  <a:srgbClr val="FFFFFF"/>
                </a:solidFill>
                <a:latin typeface="Segoe UI"/>
                <a:ea typeface="Segoe UI"/>
                <a:cs typeface="Segoe UI"/>
              </a:defRPr>
            </a:pPr>
            <a:r>
              <a:rPr sz="2550" b="1">
                <a:solidFill>
                  <a:srgbClr val="FFFFFF"/>
                </a:solidFill>
                <a:latin typeface="Segoe UI"/>
                <a:ea typeface="Segoe UI"/>
                <a:cs typeface="Segoe UI"/>
              </a:rPr>
              <a:t>Check</a:t>
            </a:r>
          </a:p>
          <a:p xmlns:a="http://schemas.openxmlformats.org/drawingml/2006/main">
            <a:pPr algn="ctr">
              <a:lnSpc>
                <a:spcPct val="100000"/>
              </a:lnSpc>
              <a:buNone/>
              <a:defRPr sz="2550" b="1">
                <a:solidFill>
                  <a:srgbClr val="FFFFFF"/>
                </a:solidFill>
                <a:latin typeface="Segoe UI"/>
                <a:ea typeface="Segoe UI"/>
                <a:cs typeface="Segoe UI"/>
              </a:defRPr>
            </a:pPr>
            <a:r>
              <a:rPr sz="2550" b="1">
                <a:solidFill>
                  <a:srgbClr val="FFFFFF"/>
                </a:solidFill>
                <a:latin typeface="Segoe UI"/>
                <a:ea typeface="Segoe UI"/>
                <a:cs typeface="Segoe UI"/>
              </a:rPr>
              <a:t>the cost</a:t>
            </a:r>
          </a:p>
        </p:txBody>
      </p:sp>
      <p:sp>
        <p:nvSpPr>
          <p:cNvPr id="9" name="">
            <a:extLst xmlns:a="http://schemas.openxmlformats.org/drawingml/2006/main">
              <a:ext uri="{FF2B5EF4-FFF2-40B4-BE49-F238E27FC236}">
                <a16:creationId xmlns:a16="http://schemas.microsoft.com/office/drawing/2014/main" id="{FBA19BCE-42B8-4014-8EB1-744E2770E6CE}"/>
              </a:ext>
            </a:extLst>
          </p:cNvPr>
          <p:cNvSpPr>
            <a:spLocks xmlns:a="http://schemas.openxmlformats.org/drawingml/2006/main" noGrp="1"/>
          </p:cNvSpPr>
          <p:nvPr/>
        </p:nvSpPr>
        <p:spPr>
          <a:xfrm xmlns:a="http://schemas.openxmlformats.org/drawingml/2006/main">
            <a:off x="10153650" y="3295650"/>
            <a:ext cx="838200" cy="838200"/>
          </a:xfrm>
          <a:prstGeom xmlns:a="http://schemas.openxmlformats.org/drawingml/2006/main" prst="ellipse">
            <a:avLst/>
          </a:prstGeom>
          <a:solidFill xmlns:a="http://schemas.openxmlformats.org/drawingml/2006/main">
            <a:srgbClr val="95E2D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DB825E7-7A6E-44F8-BC70-C0761A0A1A96}"/>
              </a:ext>
            </a:extLst>
          </p:cNvPr>
          <p:cNvSpPr>
            <a:spLocks xmlns:a="http://schemas.openxmlformats.org/drawingml/2006/main" noGrp="1"/>
          </p:cNvSpPr>
          <p:nvPr/>
        </p:nvSpPr>
        <p:spPr>
          <a:xfrm xmlns:a="http://schemas.openxmlformats.org/drawingml/2006/main">
            <a:off x="10191750" y="3467100"/>
            <a:ext cx="762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25" b="1">
                <a:solidFill>
                  <a:srgbClr val="102830"/>
                </a:solidFill>
                <a:latin typeface="Segoe UI"/>
                <a:ea typeface="Segoe UI"/>
                <a:cs typeface="Segoe UI"/>
              </a:defRPr>
            </a:defPPr>
            <a:lvl1pPr algn="ctr">
              <a:defRPr sz="2325" b="1">
                <a:solidFill>
                  <a:srgbClr val="102830"/>
                </a:solidFill>
                <a:latin typeface="Segoe UI"/>
                <a:ea typeface="Segoe UI"/>
                <a:cs typeface="Segoe UI"/>
              </a:defRPr>
            </a:lvl1pPr>
            <a:lvl2pPr algn="ctr">
              <a:defRPr sz="2325" b="1">
                <a:solidFill>
                  <a:srgbClr val="102830"/>
                </a:solidFill>
                <a:latin typeface="Segoe UI"/>
                <a:ea typeface="Segoe UI"/>
                <a:cs typeface="Segoe UI"/>
              </a:defRPr>
            </a:lvl2pPr>
            <a:lvl3pPr algn="ctr">
              <a:defRPr sz="2325" b="1">
                <a:solidFill>
                  <a:srgbClr val="102830"/>
                </a:solidFill>
                <a:latin typeface="Segoe UI"/>
                <a:ea typeface="Segoe UI"/>
                <a:cs typeface="Segoe UI"/>
              </a:defRPr>
            </a:lvl3pPr>
            <a:lvl4pPr algn="ctr">
              <a:defRPr sz="2325" b="1">
                <a:solidFill>
                  <a:srgbClr val="102830"/>
                </a:solidFill>
                <a:latin typeface="Segoe UI"/>
                <a:ea typeface="Segoe UI"/>
                <a:cs typeface="Segoe UI"/>
              </a:defRPr>
            </a:lvl4pPr>
            <a:lvl5pPr algn="ctr">
              <a:defRPr sz="2325" b="1">
                <a:solidFill>
                  <a:srgbClr val="102830"/>
                </a:solidFill>
                <a:latin typeface="Segoe UI"/>
                <a:ea typeface="Segoe UI"/>
                <a:cs typeface="Segoe UI"/>
              </a:defRPr>
            </a:lvl5pPr>
            <a:lvl6pPr algn="ctr">
              <a:defRPr sz="2325" b="1">
                <a:solidFill>
                  <a:srgbClr val="102830"/>
                </a:solidFill>
                <a:latin typeface="Segoe UI"/>
                <a:ea typeface="Segoe UI"/>
                <a:cs typeface="Segoe UI"/>
              </a:defRPr>
            </a:lvl6pPr>
            <a:lvl7pPr algn="ctr">
              <a:defRPr sz="2325" b="1">
                <a:solidFill>
                  <a:srgbClr val="102830"/>
                </a:solidFill>
                <a:latin typeface="Segoe UI"/>
                <a:ea typeface="Segoe UI"/>
                <a:cs typeface="Segoe UI"/>
              </a:defRPr>
            </a:lvl7pPr>
            <a:lvl8pPr algn="ctr">
              <a:defRPr sz="2325" b="1">
                <a:solidFill>
                  <a:srgbClr val="102830"/>
                </a:solidFill>
                <a:latin typeface="Segoe UI"/>
                <a:ea typeface="Segoe UI"/>
                <a:cs typeface="Segoe UI"/>
              </a:defRPr>
            </a:lvl8pPr>
            <a:lvl9pPr algn="ctr">
              <a:defRPr sz="2325" b="1">
                <a:solidFill>
                  <a:srgbClr val="102830"/>
                </a:solidFill>
                <a:latin typeface="Segoe UI"/>
                <a:ea typeface="Segoe UI"/>
                <a:cs typeface="Segoe UI"/>
              </a:defRPr>
            </a:lvl9pPr>
          </a:lstStyle>
          <a:p xmlns:a="http://schemas.openxmlformats.org/drawingml/2006/main">
            <a:pPr algn="ctr">
              <a:lnSpc>
                <a:spcPct val="100000"/>
              </a:lnSpc>
              <a:buNone/>
              <a:defRPr sz="2325" b="1">
                <a:solidFill>
                  <a:srgbClr val="102830"/>
                </a:solidFill>
                <a:latin typeface="Segoe UI"/>
                <a:ea typeface="Segoe UI"/>
                <a:cs typeface="Segoe UI"/>
              </a:defRPr>
            </a:pPr>
            <a:r>
              <a:rPr sz="2325" b="1">
                <a:solidFill>
                  <a:srgbClr val="102830"/>
                </a:solidFill>
                <a:latin typeface="Segoe UI"/>
                <a:ea typeface="Segoe UI"/>
                <a:cs typeface="Segoe UI"/>
              </a:rPr>
              <a:t>03</a:t>
            </a:r>
          </a:p>
        </p:txBody>
      </p:sp>
      <p:sp>
        <p:nvSpPr>
          <p:cNvPr id="11" name="">
            <a:extLst xmlns:a="http://schemas.openxmlformats.org/drawingml/2006/main">
              <a:ext uri="{FF2B5EF4-FFF2-40B4-BE49-F238E27FC236}">
                <a16:creationId xmlns:a16="http://schemas.microsoft.com/office/drawing/2014/main" id="{BAA99857-23C3-493B-A635-ACB3F61ACB6A}"/>
              </a:ext>
            </a:extLst>
          </p:cNvPr>
          <p:cNvSpPr>
            <a:spLocks xmlns:a="http://schemas.openxmlformats.org/drawingml/2006/main" noGrp="1"/>
          </p:cNvSpPr>
          <p:nvPr/>
        </p:nvSpPr>
        <p:spPr>
          <a:xfrm xmlns:a="http://schemas.openxmlformats.org/drawingml/2006/main">
            <a:off x="8829675" y="4648200"/>
            <a:ext cx="276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550" b="1">
                <a:solidFill>
                  <a:srgbClr val="FFFFFF"/>
                </a:solidFill>
                <a:latin typeface="Segoe UI"/>
                <a:ea typeface="Segoe UI"/>
                <a:cs typeface="Segoe UI"/>
              </a:defRPr>
            </a:defPPr>
            <a:lvl1pPr algn="r">
              <a:defRPr sz="2550" b="1">
                <a:solidFill>
                  <a:srgbClr val="FFFFFF"/>
                </a:solidFill>
                <a:latin typeface="Segoe UI"/>
                <a:ea typeface="Segoe UI"/>
                <a:cs typeface="Segoe UI"/>
              </a:defRPr>
            </a:lvl1pPr>
            <a:lvl2pPr algn="r">
              <a:defRPr sz="2550" b="1">
                <a:solidFill>
                  <a:srgbClr val="FFFFFF"/>
                </a:solidFill>
                <a:latin typeface="Segoe UI"/>
                <a:ea typeface="Segoe UI"/>
                <a:cs typeface="Segoe UI"/>
              </a:defRPr>
            </a:lvl2pPr>
            <a:lvl3pPr algn="r">
              <a:defRPr sz="2550" b="1">
                <a:solidFill>
                  <a:srgbClr val="FFFFFF"/>
                </a:solidFill>
                <a:latin typeface="Segoe UI"/>
                <a:ea typeface="Segoe UI"/>
                <a:cs typeface="Segoe UI"/>
              </a:defRPr>
            </a:lvl3pPr>
            <a:lvl4pPr algn="r">
              <a:defRPr sz="2550" b="1">
                <a:solidFill>
                  <a:srgbClr val="FFFFFF"/>
                </a:solidFill>
                <a:latin typeface="Segoe UI"/>
                <a:ea typeface="Segoe UI"/>
                <a:cs typeface="Segoe UI"/>
              </a:defRPr>
            </a:lvl4pPr>
            <a:lvl5pPr algn="r">
              <a:defRPr sz="2550" b="1">
                <a:solidFill>
                  <a:srgbClr val="FFFFFF"/>
                </a:solidFill>
                <a:latin typeface="Segoe UI"/>
                <a:ea typeface="Segoe UI"/>
                <a:cs typeface="Segoe UI"/>
              </a:defRPr>
            </a:lvl5pPr>
            <a:lvl6pPr algn="r">
              <a:defRPr sz="2550" b="1">
                <a:solidFill>
                  <a:srgbClr val="FFFFFF"/>
                </a:solidFill>
                <a:latin typeface="Segoe UI"/>
                <a:ea typeface="Segoe UI"/>
                <a:cs typeface="Segoe UI"/>
              </a:defRPr>
            </a:lvl6pPr>
            <a:lvl7pPr algn="r">
              <a:defRPr sz="2550" b="1">
                <a:solidFill>
                  <a:srgbClr val="FFFFFF"/>
                </a:solidFill>
                <a:latin typeface="Segoe UI"/>
                <a:ea typeface="Segoe UI"/>
                <a:cs typeface="Segoe UI"/>
              </a:defRPr>
            </a:lvl7pPr>
            <a:lvl8pPr algn="r">
              <a:defRPr sz="2550" b="1">
                <a:solidFill>
                  <a:srgbClr val="FFFFFF"/>
                </a:solidFill>
                <a:latin typeface="Segoe UI"/>
                <a:ea typeface="Segoe UI"/>
                <a:cs typeface="Segoe UI"/>
              </a:defRPr>
            </a:lvl8pPr>
            <a:lvl9pPr algn="r">
              <a:defRPr sz="2550" b="1">
                <a:solidFill>
                  <a:srgbClr val="FFFFFF"/>
                </a:solidFill>
                <a:latin typeface="Segoe UI"/>
                <a:ea typeface="Segoe UI"/>
                <a:cs typeface="Segoe UI"/>
              </a:defRPr>
            </a:lvl9pPr>
          </a:lstStyle>
          <a:p xmlns:a="http://schemas.openxmlformats.org/drawingml/2006/main">
            <a:pPr algn="r">
              <a:lnSpc>
                <a:spcPct val="100000"/>
              </a:lnSpc>
              <a:buNone/>
              <a:defRPr sz="2550" b="1">
                <a:solidFill>
                  <a:srgbClr val="FFFFFF"/>
                </a:solidFill>
                <a:latin typeface="Segoe UI"/>
                <a:ea typeface="Segoe UI"/>
                <a:cs typeface="Segoe UI"/>
              </a:defRPr>
            </a:pPr>
            <a:r>
              <a:rPr sz="2550" b="1">
                <a:solidFill>
                  <a:srgbClr val="FFFFFF"/>
                </a:solidFill>
                <a:latin typeface="Segoe UI"/>
                <a:ea typeface="Segoe UI"/>
                <a:cs typeface="Segoe UI"/>
              </a:rPr>
              <a:t>Prepare</a:t>
            </a:r>
          </a:p>
          <a:p xmlns:a="http://schemas.openxmlformats.org/drawingml/2006/main">
            <a:pPr algn="r">
              <a:lnSpc>
                <a:spcPct val="100000"/>
              </a:lnSpc>
              <a:buNone/>
              <a:defRPr sz="2550" b="1">
                <a:solidFill>
                  <a:srgbClr val="FFFFFF"/>
                </a:solidFill>
                <a:latin typeface="Segoe UI"/>
                <a:ea typeface="Segoe UI"/>
                <a:cs typeface="Segoe UI"/>
              </a:defRPr>
            </a:pPr>
            <a:r>
              <a:rPr sz="2550" b="1">
                <a:solidFill>
                  <a:srgbClr val="FFFFFF"/>
                </a:solidFill>
                <a:latin typeface="Segoe UI"/>
                <a:ea typeface="Segoe UI"/>
                <a:cs typeface="Segoe UI"/>
              </a:rPr>
              <a:t>the handoff</a:t>
            </a:r>
          </a:p>
        </p:txBody>
      </p:sp>
      <p:sp>
        <p:nvSpPr>
          <p:cNvPr id="12" name="">
            <a:extLst xmlns:a="http://schemas.openxmlformats.org/drawingml/2006/main">
              <a:ext uri="{FF2B5EF4-FFF2-40B4-BE49-F238E27FC236}">
                <a16:creationId xmlns:a16="http://schemas.microsoft.com/office/drawing/2014/main" id="{206507BF-AC0A-49C9-81EE-5C9577A2C3FE}"/>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B7CDD2"/>
                </a:solidFill>
                <a:latin typeface="Segoe UI"/>
                <a:ea typeface="Segoe UI"/>
                <a:cs typeface="Segoe UI"/>
              </a:defRPr>
            </a:defPPr>
            <a:lvl1pPr algn="l">
              <a:defRPr sz="900" b="0">
                <a:solidFill>
                  <a:srgbClr val="B7CDD2"/>
                </a:solidFill>
                <a:latin typeface="Segoe UI"/>
                <a:ea typeface="Segoe UI"/>
                <a:cs typeface="Segoe UI"/>
              </a:defRPr>
            </a:lvl1pPr>
            <a:lvl2pPr algn="l">
              <a:defRPr sz="900" b="0">
                <a:solidFill>
                  <a:srgbClr val="B7CDD2"/>
                </a:solidFill>
                <a:latin typeface="Segoe UI"/>
                <a:ea typeface="Segoe UI"/>
                <a:cs typeface="Segoe UI"/>
              </a:defRPr>
            </a:lvl2pPr>
            <a:lvl3pPr algn="l">
              <a:defRPr sz="900" b="0">
                <a:solidFill>
                  <a:srgbClr val="B7CDD2"/>
                </a:solidFill>
                <a:latin typeface="Segoe UI"/>
                <a:ea typeface="Segoe UI"/>
                <a:cs typeface="Segoe UI"/>
              </a:defRPr>
            </a:lvl3pPr>
            <a:lvl4pPr algn="l">
              <a:defRPr sz="900" b="0">
                <a:solidFill>
                  <a:srgbClr val="B7CDD2"/>
                </a:solidFill>
                <a:latin typeface="Segoe UI"/>
                <a:ea typeface="Segoe UI"/>
                <a:cs typeface="Segoe UI"/>
              </a:defRPr>
            </a:lvl4pPr>
            <a:lvl5pPr algn="l">
              <a:defRPr sz="900" b="0">
                <a:solidFill>
                  <a:srgbClr val="B7CDD2"/>
                </a:solidFill>
                <a:latin typeface="Segoe UI"/>
                <a:ea typeface="Segoe UI"/>
                <a:cs typeface="Segoe UI"/>
              </a:defRPr>
            </a:lvl5pPr>
            <a:lvl6pPr algn="l">
              <a:defRPr sz="900" b="0">
                <a:solidFill>
                  <a:srgbClr val="B7CDD2"/>
                </a:solidFill>
                <a:latin typeface="Segoe UI"/>
                <a:ea typeface="Segoe UI"/>
                <a:cs typeface="Segoe UI"/>
              </a:defRPr>
            </a:lvl6pPr>
            <a:lvl7pPr algn="l">
              <a:defRPr sz="900" b="0">
                <a:solidFill>
                  <a:srgbClr val="B7CDD2"/>
                </a:solidFill>
                <a:latin typeface="Segoe UI"/>
                <a:ea typeface="Segoe UI"/>
                <a:cs typeface="Segoe UI"/>
              </a:defRPr>
            </a:lvl7pPr>
            <a:lvl8pPr algn="l">
              <a:defRPr sz="900" b="0">
                <a:solidFill>
                  <a:srgbClr val="B7CDD2"/>
                </a:solidFill>
                <a:latin typeface="Segoe UI"/>
                <a:ea typeface="Segoe UI"/>
                <a:cs typeface="Segoe UI"/>
              </a:defRPr>
            </a:lvl8pPr>
            <a:lvl9pPr algn="l">
              <a:defRPr sz="900" b="0">
                <a:solidFill>
                  <a:srgbClr val="B7CDD2"/>
                </a:solidFill>
                <a:latin typeface="Segoe UI"/>
                <a:ea typeface="Segoe UI"/>
                <a:cs typeface="Segoe UI"/>
              </a:defRPr>
            </a:lvl9pPr>
          </a:lstStyle>
          <a:p xmlns:a="http://schemas.openxmlformats.org/drawingml/2006/main">
            <a:pPr algn="l">
              <a:lnSpc>
                <a:spcPct val="100000"/>
              </a:lnSpc>
              <a:buNone/>
              <a:defRPr sz="900" b="0">
                <a:solidFill>
                  <a:srgbClr val="B7CDD2"/>
                </a:solidFill>
                <a:latin typeface="Segoe UI"/>
                <a:ea typeface="Segoe UI"/>
                <a:cs typeface="Segoe UI"/>
              </a:defRPr>
            </a:pPr>
            <a:r>
              <a:rPr sz="900" b="0">
                <a:solidFill>
                  <a:srgbClr val="B7CDD2"/>
                </a:solidFill>
                <a:latin typeface="Segoe UI"/>
                <a:ea typeface="Segoe UI"/>
                <a:cs typeface="Segoe UI"/>
              </a:rPr>
              <a:t>Independent concept</a:t>
            </a:r>
          </a:p>
        </p:txBody>
      </p:sp>
      <p:sp>
        <p:nvSpPr>
          <p:cNvPr id="13" name="">
            <a:extLst xmlns:a="http://schemas.openxmlformats.org/drawingml/2006/main">
              <a:ext uri="{FF2B5EF4-FFF2-40B4-BE49-F238E27FC236}">
                <a16:creationId xmlns:a16="http://schemas.microsoft.com/office/drawing/2014/main" id="{6DC22C9E-665E-45ED-96F0-0043EB4F15F6}"/>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B7CDD2"/>
                </a:solidFill>
                <a:latin typeface="Segoe UI"/>
                <a:ea typeface="Segoe UI"/>
                <a:cs typeface="Segoe UI"/>
              </a:defRPr>
            </a:defPPr>
            <a:lvl1pPr algn="r">
              <a:defRPr sz="1200" b="0">
                <a:solidFill>
                  <a:srgbClr val="B7CDD2"/>
                </a:solidFill>
                <a:latin typeface="Segoe UI"/>
                <a:ea typeface="Segoe UI"/>
                <a:cs typeface="Segoe UI"/>
              </a:defRPr>
            </a:lvl1pPr>
            <a:lvl2pPr algn="r">
              <a:defRPr sz="1200" b="0">
                <a:solidFill>
                  <a:srgbClr val="B7CDD2"/>
                </a:solidFill>
                <a:latin typeface="Segoe UI"/>
                <a:ea typeface="Segoe UI"/>
                <a:cs typeface="Segoe UI"/>
              </a:defRPr>
            </a:lvl2pPr>
            <a:lvl3pPr algn="r">
              <a:defRPr sz="1200" b="0">
                <a:solidFill>
                  <a:srgbClr val="B7CDD2"/>
                </a:solidFill>
                <a:latin typeface="Segoe UI"/>
                <a:ea typeface="Segoe UI"/>
                <a:cs typeface="Segoe UI"/>
              </a:defRPr>
            </a:lvl3pPr>
            <a:lvl4pPr algn="r">
              <a:defRPr sz="1200" b="0">
                <a:solidFill>
                  <a:srgbClr val="B7CDD2"/>
                </a:solidFill>
                <a:latin typeface="Segoe UI"/>
                <a:ea typeface="Segoe UI"/>
                <a:cs typeface="Segoe UI"/>
              </a:defRPr>
            </a:lvl4pPr>
            <a:lvl5pPr algn="r">
              <a:defRPr sz="1200" b="0">
                <a:solidFill>
                  <a:srgbClr val="B7CDD2"/>
                </a:solidFill>
                <a:latin typeface="Segoe UI"/>
                <a:ea typeface="Segoe UI"/>
                <a:cs typeface="Segoe UI"/>
              </a:defRPr>
            </a:lvl5pPr>
            <a:lvl6pPr algn="r">
              <a:defRPr sz="1200" b="0">
                <a:solidFill>
                  <a:srgbClr val="B7CDD2"/>
                </a:solidFill>
                <a:latin typeface="Segoe UI"/>
                <a:ea typeface="Segoe UI"/>
                <a:cs typeface="Segoe UI"/>
              </a:defRPr>
            </a:lvl6pPr>
            <a:lvl7pPr algn="r">
              <a:defRPr sz="1200" b="0">
                <a:solidFill>
                  <a:srgbClr val="B7CDD2"/>
                </a:solidFill>
                <a:latin typeface="Segoe UI"/>
                <a:ea typeface="Segoe UI"/>
                <a:cs typeface="Segoe UI"/>
              </a:defRPr>
            </a:lvl7pPr>
            <a:lvl8pPr algn="r">
              <a:defRPr sz="1200" b="0">
                <a:solidFill>
                  <a:srgbClr val="B7CDD2"/>
                </a:solidFill>
                <a:latin typeface="Segoe UI"/>
                <a:ea typeface="Segoe UI"/>
                <a:cs typeface="Segoe UI"/>
              </a:defRPr>
            </a:lvl8pPr>
            <a:lvl9pPr algn="r">
              <a:defRPr sz="1200" b="0">
                <a:solidFill>
                  <a:srgbClr val="B7CDD2"/>
                </a:solidFill>
                <a:latin typeface="Segoe UI"/>
                <a:ea typeface="Segoe UI"/>
                <a:cs typeface="Segoe UI"/>
              </a:defRPr>
            </a:lvl9pPr>
          </a:lstStyle>
          <a:p xmlns:a="http://schemas.openxmlformats.org/drawingml/2006/main">
            <a:pPr algn="r">
              <a:lnSpc>
                <a:spcPct val="100000"/>
              </a:lnSpc>
              <a:buNone/>
              <a:defRPr sz="1200" b="0">
                <a:solidFill>
                  <a:srgbClr val="B7CDD2"/>
                </a:solidFill>
                <a:latin typeface="Segoe UI"/>
                <a:ea typeface="Segoe UI"/>
                <a:cs typeface="Segoe UI"/>
              </a:defRPr>
            </a:pPr>
            <a:r>
              <a:rPr sz="1200" b="0">
                <a:solidFill>
                  <a:srgbClr val="B7CDD2"/>
                </a:solidFill>
                <a:latin typeface="Segoe UI"/>
                <a:ea typeface="Segoe UI"/>
                <a:cs typeface="Segoe UI"/>
              </a:rPr>
              <a:t>07</a:t>
            </a:r>
          </a:p>
        </p:txBody>
      </p:sp>
    </p:spTree>
    <p:extLst>
      <p:ext uri="{BB962C8B-B14F-4D97-AF65-F5344CB8AC3E}">
        <p14:creationId xmlns:p14="http://schemas.microsoft.com/office/powerpoint/2010/main" val="1242263799"/>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C30BB1E-7DC5-4BEF-B9D0-449EE1ED5D5D}"/>
              </a:ext>
            </a:extLst>
          </p:cNvPr>
          <p:cNvPicPr>
            <a:picLocks xmlns:a="http://schemas.openxmlformats.org/drawingml/2006/main" noChangeAspect="1"/>
          </p:cNvPicPr>
          <p:nvPr/>
        </p:nvPicPr>
        <p:blipFill>
          <a:blip xmlns:r="http://schemas.openxmlformats.org/officeDocument/2006/relationships" xmlns:a="http://schemas.openxmlformats.org/drawingml/2006/main" r:embed="Rd04b06ac340e4b1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33649D-7B84-4B7C-99BB-E0EFAB69A104}"/>
              </a:ext>
            </a:extLst>
          </p:cNvPr>
          <p:cNvSpPr>
            <a:spLocks xmlns:a="http://schemas.openxmlformats.org/drawingml/2006/main" noGrp="1"/>
          </p:cNvSpPr>
          <p:nvPr/>
        </p:nvSpPr>
        <p:spPr>
          <a:xfrm xmlns:a="http://schemas.openxmlformats.org/drawingml/2006/main">
            <a:off x="0" y="0"/>
            <a:ext cx="6334125" cy="6858000"/>
          </a:xfrm>
          <a:prstGeom xmlns:a="http://schemas.openxmlformats.org/drawingml/2006/main" prst="rect">
            <a:avLst/>
          </a:prstGeom>
          <a:solidFill xmlns:a="http://schemas.openxmlformats.org/drawingml/2006/main">
            <a:srgbClr val="F8F7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5B1D3BF-74DE-4559-9FDC-1F9D1791EB55}"/>
              </a:ext>
            </a:extLst>
          </p:cNvPr>
          <p:cNvSpPr>
            <a:spLocks xmlns:a="http://schemas.openxmlformats.org/drawingml/2006/main" noGrp="1"/>
          </p:cNvSpPr>
          <p:nvPr/>
        </p:nvSpPr>
        <p:spPr>
          <a:xfrm xmlns:a="http://schemas.openxmlformats.org/drawingml/2006/main">
            <a:off x="609600" y="1076325"/>
            <a:ext cx="5381625" cy="2066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825" b="1">
                <a:solidFill>
                  <a:srgbClr val="102830"/>
                </a:solidFill>
                <a:latin typeface="Segoe UI"/>
                <a:ea typeface="Segoe UI"/>
                <a:cs typeface="Segoe UI"/>
              </a:defRPr>
            </a:defPPr>
            <a:lvl1pPr algn="l">
              <a:defRPr sz="6825" b="1">
                <a:solidFill>
                  <a:srgbClr val="102830"/>
                </a:solidFill>
                <a:latin typeface="Segoe UI"/>
                <a:ea typeface="Segoe UI"/>
                <a:cs typeface="Segoe UI"/>
              </a:defRPr>
            </a:lvl1pPr>
            <a:lvl2pPr algn="l">
              <a:defRPr sz="6825" b="1">
                <a:solidFill>
                  <a:srgbClr val="102830"/>
                </a:solidFill>
                <a:latin typeface="Segoe UI"/>
                <a:ea typeface="Segoe UI"/>
                <a:cs typeface="Segoe UI"/>
              </a:defRPr>
            </a:lvl2pPr>
            <a:lvl3pPr algn="l">
              <a:defRPr sz="6825" b="1">
                <a:solidFill>
                  <a:srgbClr val="102830"/>
                </a:solidFill>
                <a:latin typeface="Segoe UI"/>
                <a:ea typeface="Segoe UI"/>
                <a:cs typeface="Segoe UI"/>
              </a:defRPr>
            </a:lvl3pPr>
            <a:lvl4pPr algn="l">
              <a:defRPr sz="6825" b="1">
                <a:solidFill>
                  <a:srgbClr val="102830"/>
                </a:solidFill>
                <a:latin typeface="Segoe UI"/>
                <a:ea typeface="Segoe UI"/>
                <a:cs typeface="Segoe UI"/>
              </a:defRPr>
            </a:lvl4pPr>
            <a:lvl5pPr algn="l">
              <a:defRPr sz="6825" b="1">
                <a:solidFill>
                  <a:srgbClr val="102830"/>
                </a:solidFill>
                <a:latin typeface="Segoe UI"/>
                <a:ea typeface="Segoe UI"/>
                <a:cs typeface="Segoe UI"/>
              </a:defRPr>
            </a:lvl5pPr>
            <a:lvl6pPr algn="l">
              <a:defRPr sz="6825" b="1">
                <a:solidFill>
                  <a:srgbClr val="102830"/>
                </a:solidFill>
                <a:latin typeface="Segoe UI"/>
                <a:ea typeface="Segoe UI"/>
                <a:cs typeface="Segoe UI"/>
              </a:defRPr>
            </a:lvl6pPr>
            <a:lvl7pPr algn="l">
              <a:defRPr sz="6825" b="1">
                <a:solidFill>
                  <a:srgbClr val="102830"/>
                </a:solidFill>
                <a:latin typeface="Segoe UI"/>
                <a:ea typeface="Segoe UI"/>
                <a:cs typeface="Segoe UI"/>
              </a:defRPr>
            </a:lvl7pPr>
            <a:lvl8pPr algn="l">
              <a:defRPr sz="6825" b="1">
                <a:solidFill>
                  <a:srgbClr val="102830"/>
                </a:solidFill>
                <a:latin typeface="Segoe UI"/>
                <a:ea typeface="Segoe UI"/>
                <a:cs typeface="Segoe UI"/>
              </a:defRPr>
            </a:lvl8pPr>
            <a:lvl9pPr algn="l">
              <a:defRPr sz="6825" b="1">
                <a:solidFill>
                  <a:srgbClr val="102830"/>
                </a:solidFill>
                <a:latin typeface="Segoe UI"/>
                <a:ea typeface="Segoe UI"/>
                <a:cs typeface="Segoe UI"/>
              </a:defRPr>
            </a:lvl9pPr>
          </a:lstStyle>
          <a:p xmlns:a="http://schemas.openxmlformats.org/drawingml/2006/main">
            <a:pPr algn="l">
              <a:lnSpc>
                <a:spcPct val="100000"/>
              </a:lnSpc>
              <a:buNone/>
              <a:defRPr sz="6825" b="1">
                <a:solidFill>
                  <a:srgbClr val="102830"/>
                </a:solidFill>
                <a:latin typeface="Segoe UI"/>
                <a:ea typeface="Segoe UI"/>
                <a:cs typeface="Segoe UI"/>
              </a:defRPr>
            </a:pPr>
            <a:r>
              <a:rPr sz="6825" b="1">
                <a:solidFill>
                  <a:srgbClr val="102830"/>
                </a:solidFill>
                <a:latin typeface="Segoe UI"/>
                <a:ea typeface="Segoe UI"/>
                <a:cs typeface="Segoe UI"/>
              </a:rPr>
              <a:t>Maya</a:t>
            </a:r>
          </a:p>
          <a:p xmlns:a="http://schemas.openxmlformats.org/drawingml/2006/main">
            <a:pPr algn="l">
              <a:lnSpc>
                <a:spcPct val="100000"/>
              </a:lnSpc>
              <a:buNone/>
              <a:defRPr sz="6825" b="1">
                <a:solidFill>
                  <a:srgbClr val="102830"/>
                </a:solidFill>
                <a:latin typeface="Segoe UI"/>
                <a:ea typeface="Segoe UI"/>
                <a:cs typeface="Segoe UI"/>
              </a:defRPr>
            </a:pPr>
            <a:r>
              <a:rPr sz="6825" b="1">
                <a:solidFill>
                  <a:srgbClr val="102830"/>
                </a:solidFill>
                <a:latin typeface="Segoe UI"/>
                <a:ea typeface="Segoe UI"/>
                <a:cs typeface="Segoe UI"/>
              </a:rPr>
              <a:t>decides</a:t>
            </a:r>
          </a:p>
        </p:txBody>
      </p:sp>
      <p:sp>
        <p:nvSpPr>
          <p:cNvPr id="4" name="">
            <a:extLst xmlns:a="http://schemas.openxmlformats.org/drawingml/2006/main">
              <a:ext uri="{FF2B5EF4-FFF2-40B4-BE49-F238E27FC236}">
                <a16:creationId xmlns:a16="http://schemas.microsoft.com/office/drawing/2014/main" id="{1461EB48-229A-4811-90A1-2F6FB19682B1}"/>
              </a:ext>
            </a:extLst>
          </p:cNvPr>
          <p:cNvSpPr>
            <a:spLocks xmlns:a="http://schemas.openxmlformats.org/drawingml/2006/main" noGrp="1"/>
          </p:cNvSpPr>
          <p:nvPr/>
        </p:nvSpPr>
        <p:spPr>
          <a:xfrm xmlns:a="http://schemas.openxmlformats.org/drawingml/2006/main">
            <a:off x="647700" y="3981450"/>
            <a:ext cx="51720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2656B"/>
                </a:solidFill>
                <a:latin typeface="Segoe UI"/>
                <a:ea typeface="Segoe UI"/>
                <a:cs typeface="Segoe UI"/>
              </a:defRPr>
            </a:defPPr>
            <a:lvl1pPr algn="l">
              <a:defRPr sz="2175" b="0">
                <a:solidFill>
                  <a:srgbClr val="52656B"/>
                </a:solidFill>
                <a:latin typeface="Segoe UI"/>
                <a:ea typeface="Segoe UI"/>
                <a:cs typeface="Segoe UI"/>
              </a:defRPr>
            </a:lvl1pPr>
            <a:lvl2pPr algn="l">
              <a:defRPr sz="2175" b="0">
                <a:solidFill>
                  <a:srgbClr val="52656B"/>
                </a:solidFill>
                <a:latin typeface="Segoe UI"/>
                <a:ea typeface="Segoe UI"/>
                <a:cs typeface="Segoe UI"/>
              </a:defRPr>
            </a:lvl2pPr>
            <a:lvl3pPr algn="l">
              <a:defRPr sz="2175" b="0">
                <a:solidFill>
                  <a:srgbClr val="52656B"/>
                </a:solidFill>
                <a:latin typeface="Segoe UI"/>
                <a:ea typeface="Segoe UI"/>
                <a:cs typeface="Segoe UI"/>
              </a:defRPr>
            </a:lvl3pPr>
            <a:lvl4pPr algn="l">
              <a:defRPr sz="2175" b="0">
                <a:solidFill>
                  <a:srgbClr val="52656B"/>
                </a:solidFill>
                <a:latin typeface="Segoe UI"/>
                <a:ea typeface="Segoe UI"/>
                <a:cs typeface="Segoe UI"/>
              </a:defRPr>
            </a:lvl4pPr>
            <a:lvl5pPr algn="l">
              <a:defRPr sz="2175" b="0">
                <a:solidFill>
                  <a:srgbClr val="52656B"/>
                </a:solidFill>
                <a:latin typeface="Segoe UI"/>
                <a:ea typeface="Segoe UI"/>
                <a:cs typeface="Segoe UI"/>
              </a:defRPr>
            </a:lvl5pPr>
            <a:lvl6pPr algn="l">
              <a:defRPr sz="2175" b="0">
                <a:solidFill>
                  <a:srgbClr val="52656B"/>
                </a:solidFill>
                <a:latin typeface="Segoe UI"/>
                <a:ea typeface="Segoe UI"/>
                <a:cs typeface="Segoe UI"/>
              </a:defRPr>
            </a:lvl6pPr>
            <a:lvl7pPr algn="l">
              <a:defRPr sz="2175" b="0">
                <a:solidFill>
                  <a:srgbClr val="52656B"/>
                </a:solidFill>
                <a:latin typeface="Segoe UI"/>
                <a:ea typeface="Segoe UI"/>
                <a:cs typeface="Segoe UI"/>
              </a:defRPr>
            </a:lvl7pPr>
            <a:lvl8pPr algn="l">
              <a:defRPr sz="2175" b="0">
                <a:solidFill>
                  <a:srgbClr val="52656B"/>
                </a:solidFill>
                <a:latin typeface="Segoe UI"/>
                <a:ea typeface="Segoe UI"/>
                <a:cs typeface="Segoe UI"/>
              </a:defRPr>
            </a:lvl8pPr>
            <a:lvl9pPr algn="l">
              <a:defRPr sz="2175" b="0">
                <a:solidFill>
                  <a:srgbClr val="52656B"/>
                </a:solidFill>
                <a:latin typeface="Segoe UI"/>
                <a:ea typeface="Segoe UI"/>
                <a:cs typeface="Segoe UI"/>
              </a:defRPr>
            </a:lvl9pPr>
          </a:lstStyle>
          <a:p xmlns:a="http://schemas.openxmlformats.org/drawingml/2006/main">
            <a:pPr algn="l">
              <a:lnSpc>
                <a:spcPct val="100000"/>
              </a:lnSpc>
              <a:buNone/>
              <a:defRPr sz="2175" b="0">
                <a:solidFill>
                  <a:srgbClr val="52656B"/>
                </a:solidFill>
                <a:latin typeface="Segoe UI"/>
                <a:ea typeface="Segoe UI"/>
                <a:cs typeface="Segoe UI"/>
              </a:defRPr>
            </a:pPr>
            <a:r>
              <a:rPr sz="2175" b="0">
                <a:solidFill>
                  <a:srgbClr val="52656B"/>
                </a:solidFill>
                <a:latin typeface="Segoe UI"/>
                <a:ea typeface="Segoe UI"/>
                <a:cs typeface="Segoe UI"/>
              </a:rPr>
              <a:t>AI prepares the options.</a:t>
            </a:r>
          </a:p>
        </p:txBody>
      </p:sp>
      <p:sp>
        <p:nvSpPr>
          <p:cNvPr id="5" name="">
            <a:extLst xmlns:a="http://schemas.openxmlformats.org/drawingml/2006/main">
              <a:ext uri="{FF2B5EF4-FFF2-40B4-BE49-F238E27FC236}">
                <a16:creationId xmlns:a16="http://schemas.microsoft.com/office/drawing/2014/main" id="{497FEA38-0CD0-4E3B-A082-E288174C3A41}"/>
              </a:ext>
            </a:extLst>
          </p:cNvPr>
          <p:cNvSpPr>
            <a:spLocks xmlns:a="http://schemas.openxmlformats.org/drawingml/2006/main" noGrp="1"/>
          </p:cNvSpPr>
          <p:nvPr/>
        </p:nvSpPr>
        <p:spPr>
          <a:xfrm xmlns:a="http://schemas.openxmlformats.org/drawingml/2006/main">
            <a:off x="647700" y="4867275"/>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02830"/>
                </a:solidFill>
                <a:latin typeface="Segoe UI"/>
                <a:ea typeface="Segoe UI"/>
                <a:cs typeface="Segoe UI"/>
              </a:defRPr>
            </a:defPPr>
            <a:lvl1pPr algn="l">
              <a:defRPr sz="2625" b="1">
                <a:solidFill>
                  <a:srgbClr val="102830"/>
                </a:solidFill>
                <a:latin typeface="Segoe UI"/>
                <a:ea typeface="Segoe UI"/>
                <a:cs typeface="Segoe UI"/>
              </a:defRPr>
            </a:lvl1pPr>
            <a:lvl2pPr algn="l">
              <a:defRPr sz="2625" b="1">
                <a:solidFill>
                  <a:srgbClr val="102830"/>
                </a:solidFill>
                <a:latin typeface="Segoe UI"/>
                <a:ea typeface="Segoe UI"/>
                <a:cs typeface="Segoe UI"/>
              </a:defRPr>
            </a:lvl2pPr>
            <a:lvl3pPr algn="l">
              <a:defRPr sz="2625" b="1">
                <a:solidFill>
                  <a:srgbClr val="102830"/>
                </a:solidFill>
                <a:latin typeface="Segoe UI"/>
                <a:ea typeface="Segoe UI"/>
                <a:cs typeface="Segoe UI"/>
              </a:defRPr>
            </a:lvl3pPr>
            <a:lvl4pPr algn="l">
              <a:defRPr sz="2625" b="1">
                <a:solidFill>
                  <a:srgbClr val="102830"/>
                </a:solidFill>
                <a:latin typeface="Segoe UI"/>
                <a:ea typeface="Segoe UI"/>
                <a:cs typeface="Segoe UI"/>
              </a:defRPr>
            </a:lvl4pPr>
            <a:lvl5pPr algn="l">
              <a:defRPr sz="2625" b="1">
                <a:solidFill>
                  <a:srgbClr val="102830"/>
                </a:solidFill>
                <a:latin typeface="Segoe UI"/>
                <a:ea typeface="Segoe UI"/>
                <a:cs typeface="Segoe UI"/>
              </a:defRPr>
            </a:lvl5pPr>
            <a:lvl6pPr algn="l">
              <a:defRPr sz="2625" b="1">
                <a:solidFill>
                  <a:srgbClr val="102830"/>
                </a:solidFill>
                <a:latin typeface="Segoe UI"/>
                <a:ea typeface="Segoe UI"/>
                <a:cs typeface="Segoe UI"/>
              </a:defRPr>
            </a:lvl6pPr>
            <a:lvl7pPr algn="l">
              <a:defRPr sz="2625" b="1">
                <a:solidFill>
                  <a:srgbClr val="102830"/>
                </a:solidFill>
                <a:latin typeface="Segoe UI"/>
                <a:ea typeface="Segoe UI"/>
                <a:cs typeface="Segoe UI"/>
              </a:defRPr>
            </a:lvl7pPr>
            <a:lvl8pPr algn="l">
              <a:defRPr sz="2625" b="1">
                <a:solidFill>
                  <a:srgbClr val="102830"/>
                </a:solidFill>
                <a:latin typeface="Segoe UI"/>
                <a:ea typeface="Segoe UI"/>
                <a:cs typeface="Segoe UI"/>
              </a:defRPr>
            </a:lvl8pPr>
            <a:lvl9pPr algn="l">
              <a:defRPr sz="2625" b="1">
                <a:solidFill>
                  <a:srgbClr val="102830"/>
                </a:solidFill>
                <a:latin typeface="Segoe UI"/>
                <a:ea typeface="Segoe UI"/>
                <a:cs typeface="Segoe UI"/>
              </a:defRPr>
            </a:lvl9pPr>
          </a:lstStyle>
          <a:p xmlns:a="http://schemas.openxmlformats.org/drawingml/2006/main">
            <a:pPr algn="l">
              <a:lnSpc>
                <a:spcPct val="100000"/>
              </a:lnSpc>
              <a:buNone/>
              <a:defRPr sz="2625" b="1">
                <a:solidFill>
                  <a:srgbClr val="102830"/>
                </a:solidFill>
                <a:latin typeface="Segoe UI"/>
                <a:ea typeface="Segoe UI"/>
                <a:cs typeface="Segoe UI"/>
              </a:defRPr>
            </a:pPr>
            <a:r>
              <a:rPr sz="2625" b="1">
                <a:solidFill>
                  <a:srgbClr val="102830"/>
                </a:solidFill>
                <a:latin typeface="Segoe UI"/>
                <a:ea typeface="Segoe UI"/>
                <a:cs typeface="Segoe UI"/>
              </a:rPr>
              <a:t>Maya approves</a:t>
            </a:r>
          </a:p>
          <a:p xmlns:a="http://schemas.openxmlformats.org/drawingml/2006/main">
            <a:pPr algn="l">
              <a:lnSpc>
                <a:spcPct val="100000"/>
              </a:lnSpc>
              <a:buNone/>
              <a:defRPr sz="2625" b="1">
                <a:solidFill>
                  <a:srgbClr val="102830"/>
                </a:solidFill>
                <a:latin typeface="Segoe UI"/>
                <a:ea typeface="Segoe UI"/>
                <a:cs typeface="Segoe UI"/>
              </a:defRPr>
            </a:pPr>
            <a:r>
              <a:rPr sz="2625" b="1">
                <a:solidFill>
                  <a:srgbClr val="102830"/>
                </a:solidFill>
                <a:latin typeface="Segoe UI"/>
                <a:ea typeface="Segoe UI"/>
                <a:cs typeface="Segoe UI"/>
              </a:rPr>
              <a:t>the commitment.</a:t>
            </a:r>
          </a:p>
        </p:txBody>
      </p:sp>
      <p:sp>
        <p:nvSpPr>
          <p:cNvPr id="6" name="">
            <a:extLst xmlns:a="http://schemas.openxmlformats.org/drawingml/2006/main">
              <a:ext uri="{FF2B5EF4-FFF2-40B4-BE49-F238E27FC236}">
                <a16:creationId xmlns:a16="http://schemas.microsoft.com/office/drawing/2014/main" id="{C1A0CE6F-D957-48A4-834E-FFA1B598D5F6}"/>
              </a:ext>
            </a:extLst>
          </p:cNvPr>
          <p:cNvSpPr>
            <a:spLocks xmlns:a="http://schemas.openxmlformats.org/drawingml/2006/main" noGrp="1"/>
          </p:cNvSpPr>
          <p:nvPr/>
        </p:nvSpPr>
        <p:spPr>
          <a:xfrm xmlns:a="http://schemas.openxmlformats.org/drawingml/2006/main">
            <a:off x="647700" y="6191250"/>
            <a:ext cx="5181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2656B"/>
                </a:solidFill>
                <a:latin typeface="Segoe UI"/>
                <a:ea typeface="Segoe UI"/>
                <a:cs typeface="Segoe UI"/>
              </a:defRPr>
            </a:defPPr>
            <a:lvl1pPr algn="l">
              <a:defRPr sz="1425" b="0">
                <a:solidFill>
                  <a:srgbClr val="52656B"/>
                </a:solidFill>
                <a:latin typeface="Segoe UI"/>
                <a:ea typeface="Segoe UI"/>
                <a:cs typeface="Segoe UI"/>
              </a:defRPr>
            </a:lvl1pPr>
            <a:lvl2pPr algn="l">
              <a:defRPr sz="1425" b="0">
                <a:solidFill>
                  <a:srgbClr val="52656B"/>
                </a:solidFill>
                <a:latin typeface="Segoe UI"/>
                <a:ea typeface="Segoe UI"/>
                <a:cs typeface="Segoe UI"/>
              </a:defRPr>
            </a:lvl2pPr>
            <a:lvl3pPr algn="l">
              <a:defRPr sz="1425" b="0">
                <a:solidFill>
                  <a:srgbClr val="52656B"/>
                </a:solidFill>
                <a:latin typeface="Segoe UI"/>
                <a:ea typeface="Segoe UI"/>
                <a:cs typeface="Segoe UI"/>
              </a:defRPr>
            </a:lvl3pPr>
            <a:lvl4pPr algn="l">
              <a:defRPr sz="1425" b="0">
                <a:solidFill>
                  <a:srgbClr val="52656B"/>
                </a:solidFill>
                <a:latin typeface="Segoe UI"/>
                <a:ea typeface="Segoe UI"/>
                <a:cs typeface="Segoe UI"/>
              </a:defRPr>
            </a:lvl4pPr>
            <a:lvl5pPr algn="l">
              <a:defRPr sz="1425" b="0">
                <a:solidFill>
                  <a:srgbClr val="52656B"/>
                </a:solidFill>
                <a:latin typeface="Segoe UI"/>
                <a:ea typeface="Segoe UI"/>
                <a:cs typeface="Segoe UI"/>
              </a:defRPr>
            </a:lvl5pPr>
            <a:lvl6pPr algn="l">
              <a:defRPr sz="1425" b="0">
                <a:solidFill>
                  <a:srgbClr val="52656B"/>
                </a:solidFill>
                <a:latin typeface="Segoe UI"/>
                <a:ea typeface="Segoe UI"/>
                <a:cs typeface="Segoe UI"/>
              </a:defRPr>
            </a:lvl6pPr>
            <a:lvl7pPr algn="l">
              <a:defRPr sz="1425" b="0">
                <a:solidFill>
                  <a:srgbClr val="52656B"/>
                </a:solidFill>
                <a:latin typeface="Segoe UI"/>
                <a:ea typeface="Segoe UI"/>
                <a:cs typeface="Segoe UI"/>
              </a:defRPr>
            </a:lvl7pPr>
            <a:lvl8pPr algn="l">
              <a:defRPr sz="1425" b="0">
                <a:solidFill>
                  <a:srgbClr val="52656B"/>
                </a:solidFill>
                <a:latin typeface="Segoe UI"/>
                <a:ea typeface="Segoe UI"/>
                <a:cs typeface="Segoe UI"/>
              </a:defRPr>
            </a:lvl8pPr>
            <a:lvl9pPr algn="l">
              <a:defRPr sz="1425" b="0">
                <a:solidFill>
                  <a:srgbClr val="52656B"/>
                </a:solidFill>
                <a:latin typeface="Segoe UI"/>
                <a:ea typeface="Segoe UI"/>
                <a:cs typeface="Segoe UI"/>
              </a:defRPr>
            </a:lvl9pPr>
          </a:lstStyle>
          <a:p xmlns:a="http://schemas.openxmlformats.org/drawingml/2006/main">
            <a:pPr algn="l">
              <a:lnSpc>
                <a:spcPct val="100000"/>
              </a:lnSpc>
              <a:buNone/>
              <a:defRPr sz="1425" b="0">
                <a:solidFill>
                  <a:srgbClr val="52656B"/>
                </a:solidFill>
                <a:latin typeface="Segoe UI"/>
                <a:ea typeface="Segoe UI"/>
                <a:cs typeface="Segoe UI"/>
              </a:defRPr>
            </a:pPr>
            <a:r>
              <a:rPr sz="1425" b="0">
                <a:solidFill>
                  <a:srgbClr val="52656B"/>
                </a:solidFill>
                <a:latin typeface="Segoe UI"/>
                <a:ea typeface="Segoe UI"/>
                <a:cs typeface="Segoe UI"/>
              </a:rPr>
              <a:t>If uncertain, pause and escalate.</a:t>
            </a:r>
          </a:p>
        </p:txBody>
      </p:sp>
    </p:spTree>
    <p:extLst>
      <p:ext uri="{BB962C8B-B14F-4D97-AF65-F5344CB8AC3E}">
        <p14:creationId xmlns:p14="http://schemas.microsoft.com/office/powerpoint/2010/main" val="1177581202"/>
      </p:ext>
    </p:extLst>
  </p:cSld>
</p:sld>
</file>

<file path=ppt/slides/slide9.xml><?xml version="1.0" encoding="utf-8"?>
<p:sld xmlns:p="http://schemas.openxmlformats.org/presentationml/2006/main">
  <p:cSld>
    <p:bg>
      <p:bgPr>
        <a:solidFill xmlns:a="http://schemas.openxmlformats.org/drawingml/2006/main">
          <a:srgbClr val="10283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371DC13-77A6-4E28-AEBD-AA5D6DD452A3}"/>
              </a:ext>
            </a:extLst>
          </p:cNvPr>
          <p:cNvPicPr>
            <a:picLocks xmlns:a="http://schemas.openxmlformats.org/drawingml/2006/main" noChangeAspect="1"/>
          </p:cNvPicPr>
          <p:nvPr/>
        </p:nvPicPr>
        <p:blipFill>
          <a:blip xmlns:r="http://schemas.openxmlformats.org/officeDocument/2006/relationships" xmlns:a="http://schemas.openxmlformats.org/drawingml/2006/main" r:embed="Rc24897b5561e49f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407934-B144-4858-9157-237484010300}"/>
              </a:ext>
            </a:extLst>
          </p:cNvPr>
          <p:cNvSpPr>
            <a:spLocks xmlns:a="http://schemas.openxmlformats.org/drawingml/2006/main" noGrp="1"/>
          </p:cNvSpPr>
          <p:nvPr/>
        </p:nvSpPr>
        <p:spPr>
          <a:xfrm xmlns:a="http://schemas.openxmlformats.org/drawingml/2006/main">
            <a:off x="7667625" y="0"/>
            <a:ext cx="4524375" cy="6858000"/>
          </a:xfrm>
          <a:prstGeom xmlns:a="http://schemas.openxmlformats.org/drawingml/2006/main" prst="rect">
            <a:avLst/>
          </a:prstGeom>
          <a:solidFill xmlns:a="http://schemas.openxmlformats.org/drawingml/2006/main">
            <a:srgbClr val="102830">
              <a:alpha val="93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72412C-FE4B-4EFF-A70E-C96412218BC5}"/>
              </a:ext>
            </a:extLst>
          </p:cNvPr>
          <p:cNvSpPr>
            <a:spLocks xmlns:a="http://schemas.openxmlformats.org/drawingml/2006/main" noGrp="1"/>
          </p:cNvSpPr>
          <p:nvPr/>
        </p:nvSpPr>
        <p:spPr>
          <a:xfrm xmlns:a="http://schemas.openxmlformats.org/drawingml/2006/main">
            <a:off x="8067675" y="1333500"/>
            <a:ext cx="379095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FFFFFF"/>
                </a:solidFill>
                <a:latin typeface="Segoe UI"/>
                <a:ea typeface="Segoe UI"/>
                <a:cs typeface="Segoe UI"/>
              </a:defRPr>
            </a:defPPr>
            <a:lvl1pPr algn="l">
              <a:defRPr sz="3825" b="1">
                <a:solidFill>
                  <a:srgbClr val="FFFFFF"/>
                </a:solidFill>
                <a:latin typeface="Segoe UI"/>
                <a:ea typeface="Segoe UI"/>
                <a:cs typeface="Segoe UI"/>
              </a:defRPr>
            </a:lvl1pPr>
            <a:lvl2pPr algn="l">
              <a:defRPr sz="3825" b="1">
                <a:solidFill>
                  <a:srgbClr val="FFFFFF"/>
                </a:solidFill>
                <a:latin typeface="Segoe UI"/>
                <a:ea typeface="Segoe UI"/>
                <a:cs typeface="Segoe UI"/>
              </a:defRPr>
            </a:lvl2pPr>
            <a:lvl3pPr algn="l">
              <a:defRPr sz="3825" b="1">
                <a:solidFill>
                  <a:srgbClr val="FFFFFF"/>
                </a:solidFill>
                <a:latin typeface="Segoe UI"/>
                <a:ea typeface="Segoe UI"/>
                <a:cs typeface="Segoe UI"/>
              </a:defRPr>
            </a:lvl3pPr>
            <a:lvl4pPr algn="l">
              <a:defRPr sz="3825" b="1">
                <a:solidFill>
                  <a:srgbClr val="FFFFFF"/>
                </a:solidFill>
                <a:latin typeface="Segoe UI"/>
                <a:ea typeface="Segoe UI"/>
                <a:cs typeface="Segoe UI"/>
              </a:defRPr>
            </a:lvl4pPr>
            <a:lvl5pPr algn="l">
              <a:defRPr sz="3825" b="1">
                <a:solidFill>
                  <a:srgbClr val="FFFFFF"/>
                </a:solidFill>
                <a:latin typeface="Segoe UI"/>
                <a:ea typeface="Segoe UI"/>
                <a:cs typeface="Segoe UI"/>
              </a:defRPr>
            </a:lvl5pPr>
            <a:lvl6pPr algn="l">
              <a:defRPr sz="3825" b="1">
                <a:solidFill>
                  <a:srgbClr val="FFFFFF"/>
                </a:solidFill>
                <a:latin typeface="Segoe UI"/>
                <a:ea typeface="Segoe UI"/>
                <a:cs typeface="Segoe UI"/>
              </a:defRPr>
            </a:lvl6pPr>
            <a:lvl7pPr algn="l">
              <a:defRPr sz="3825" b="1">
                <a:solidFill>
                  <a:srgbClr val="FFFFFF"/>
                </a:solidFill>
                <a:latin typeface="Segoe UI"/>
                <a:ea typeface="Segoe UI"/>
                <a:cs typeface="Segoe UI"/>
              </a:defRPr>
            </a:lvl7pPr>
            <a:lvl8pPr algn="l">
              <a:defRPr sz="3825" b="1">
                <a:solidFill>
                  <a:srgbClr val="FFFFFF"/>
                </a:solidFill>
                <a:latin typeface="Segoe UI"/>
                <a:ea typeface="Segoe UI"/>
                <a:cs typeface="Segoe UI"/>
              </a:defRPr>
            </a:lvl8pPr>
            <a:lvl9pPr algn="l">
              <a:defRPr sz="3825" b="1">
                <a:solidFill>
                  <a:srgbClr val="FFFFFF"/>
                </a:solidFill>
                <a:latin typeface="Segoe UI"/>
                <a:ea typeface="Segoe UI"/>
                <a:cs typeface="Segoe UI"/>
              </a:defRPr>
            </a:lvl9pPr>
          </a:lstStyle>
          <a:p xmlns:a="http://schemas.openxmlformats.org/drawingml/2006/main">
            <a:pPr algn="l">
              <a:lnSpc>
                <a:spcPct val="100000"/>
              </a:lnSpc>
              <a:buNone/>
              <a:defRPr sz="3825" b="1">
                <a:solidFill>
                  <a:srgbClr val="FFFFFF"/>
                </a:solidFill>
                <a:latin typeface="Segoe UI"/>
                <a:ea typeface="Segoe UI"/>
                <a:cs typeface="Segoe UI"/>
              </a:defRPr>
            </a:pPr>
            <a:r>
              <a:rPr sz="3825" b="1">
                <a:solidFill>
                  <a:srgbClr val="FFFFFF"/>
                </a:solidFill>
                <a:latin typeface="Segoe UI"/>
                <a:ea typeface="Segoe UI"/>
                <a:cs typeface="Segoe UI"/>
              </a:rPr>
              <a:t>The promise</a:t>
            </a:r>
          </a:p>
          <a:p xmlns:a="http://schemas.openxmlformats.org/drawingml/2006/main">
            <a:pPr algn="l">
              <a:lnSpc>
                <a:spcPct val="100000"/>
              </a:lnSpc>
              <a:buNone/>
              <a:defRPr sz="3825" b="1">
                <a:solidFill>
                  <a:srgbClr val="FFFFFF"/>
                </a:solidFill>
                <a:latin typeface="Segoe UI"/>
                <a:ea typeface="Segoe UI"/>
                <a:cs typeface="Segoe UI"/>
              </a:defRPr>
            </a:pPr>
            <a:r>
              <a:rPr sz="3825" b="1">
                <a:solidFill>
                  <a:srgbClr val="FFFFFF"/>
                </a:solidFill>
                <a:latin typeface="Segoe UI"/>
                <a:ea typeface="Segoe UI"/>
                <a:cs typeface="Segoe UI"/>
              </a:rPr>
              <a:t>moves closer</a:t>
            </a:r>
          </a:p>
        </p:txBody>
      </p:sp>
      <p:sp>
        <p:nvSpPr>
          <p:cNvPr id="4" name="">
            <a:extLst xmlns:a="http://schemas.openxmlformats.org/drawingml/2006/main">
              <a:ext uri="{FF2B5EF4-FFF2-40B4-BE49-F238E27FC236}">
                <a16:creationId xmlns:a16="http://schemas.microsoft.com/office/drawing/2014/main" id="{431C2DB6-57D2-4721-8550-172B7991ADA2}"/>
              </a:ext>
            </a:extLst>
          </p:cNvPr>
          <p:cNvSpPr>
            <a:spLocks xmlns:a="http://schemas.openxmlformats.org/drawingml/2006/main" noGrp="1"/>
          </p:cNvSpPr>
          <p:nvPr/>
        </p:nvSpPr>
        <p:spPr>
          <a:xfrm xmlns:a="http://schemas.openxmlformats.org/drawingml/2006/main">
            <a:off x="8096250" y="4000500"/>
            <a:ext cx="36004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CEE7E5"/>
                </a:solidFill>
                <a:latin typeface="Segoe UI"/>
                <a:ea typeface="Segoe UI"/>
                <a:cs typeface="Segoe UI"/>
              </a:defRPr>
            </a:defPPr>
            <a:lvl1pPr algn="l">
              <a:defRPr sz="2250" b="0">
                <a:solidFill>
                  <a:srgbClr val="CEE7E5"/>
                </a:solidFill>
                <a:latin typeface="Segoe UI"/>
                <a:ea typeface="Segoe UI"/>
                <a:cs typeface="Segoe UI"/>
              </a:defRPr>
            </a:lvl1pPr>
            <a:lvl2pPr algn="l">
              <a:defRPr sz="2250" b="0">
                <a:solidFill>
                  <a:srgbClr val="CEE7E5"/>
                </a:solidFill>
                <a:latin typeface="Segoe UI"/>
                <a:ea typeface="Segoe UI"/>
                <a:cs typeface="Segoe UI"/>
              </a:defRPr>
            </a:lvl2pPr>
            <a:lvl3pPr algn="l">
              <a:defRPr sz="2250" b="0">
                <a:solidFill>
                  <a:srgbClr val="CEE7E5"/>
                </a:solidFill>
                <a:latin typeface="Segoe UI"/>
                <a:ea typeface="Segoe UI"/>
                <a:cs typeface="Segoe UI"/>
              </a:defRPr>
            </a:lvl3pPr>
            <a:lvl4pPr algn="l">
              <a:defRPr sz="2250" b="0">
                <a:solidFill>
                  <a:srgbClr val="CEE7E5"/>
                </a:solidFill>
                <a:latin typeface="Segoe UI"/>
                <a:ea typeface="Segoe UI"/>
                <a:cs typeface="Segoe UI"/>
              </a:defRPr>
            </a:lvl4pPr>
            <a:lvl5pPr algn="l">
              <a:defRPr sz="2250" b="0">
                <a:solidFill>
                  <a:srgbClr val="CEE7E5"/>
                </a:solidFill>
                <a:latin typeface="Segoe UI"/>
                <a:ea typeface="Segoe UI"/>
                <a:cs typeface="Segoe UI"/>
              </a:defRPr>
            </a:lvl5pPr>
            <a:lvl6pPr algn="l">
              <a:defRPr sz="2250" b="0">
                <a:solidFill>
                  <a:srgbClr val="CEE7E5"/>
                </a:solidFill>
                <a:latin typeface="Segoe UI"/>
                <a:ea typeface="Segoe UI"/>
                <a:cs typeface="Segoe UI"/>
              </a:defRPr>
            </a:lvl6pPr>
            <a:lvl7pPr algn="l">
              <a:defRPr sz="2250" b="0">
                <a:solidFill>
                  <a:srgbClr val="CEE7E5"/>
                </a:solidFill>
                <a:latin typeface="Segoe UI"/>
                <a:ea typeface="Segoe UI"/>
                <a:cs typeface="Segoe UI"/>
              </a:defRPr>
            </a:lvl7pPr>
            <a:lvl8pPr algn="l">
              <a:defRPr sz="2250" b="0">
                <a:solidFill>
                  <a:srgbClr val="CEE7E5"/>
                </a:solidFill>
                <a:latin typeface="Segoe UI"/>
                <a:ea typeface="Segoe UI"/>
                <a:cs typeface="Segoe UI"/>
              </a:defRPr>
            </a:lvl8pPr>
            <a:lvl9pPr algn="l">
              <a:defRPr sz="2250" b="0">
                <a:solidFill>
                  <a:srgbClr val="CEE7E5"/>
                </a:solidFill>
                <a:latin typeface="Segoe UI"/>
                <a:ea typeface="Segoe UI"/>
                <a:cs typeface="Segoe UI"/>
              </a:defRPr>
            </a:lvl9pPr>
          </a:lstStyle>
          <a:p xmlns:a="http://schemas.openxmlformats.org/drawingml/2006/main">
            <a:pPr algn="l">
              <a:lnSpc>
                <a:spcPct val="100000"/>
              </a:lnSpc>
              <a:buNone/>
              <a:defRPr sz="2250" b="0">
                <a:solidFill>
                  <a:srgbClr val="CEE7E5"/>
                </a:solidFill>
                <a:latin typeface="Segoe UI"/>
                <a:ea typeface="Segoe UI"/>
                <a:cs typeface="Segoe UI"/>
              </a:defRPr>
            </a:pPr>
            <a:r>
              <a:rPr sz="2250" b="0">
                <a:solidFill>
                  <a:srgbClr val="CEE7E5"/>
                </a:solidFill>
                <a:latin typeface="Segoe UI"/>
                <a:ea typeface="Segoe UI"/>
                <a:cs typeface="Segoe UI"/>
              </a:rPr>
              <a:t>Approved action.</a:t>
            </a:r>
          </a:p>
          <a:p xmlns:a="http://schemas.openxmlformats.org/drawingml/2006/main">
            <a:pPr algn="l">
              <a:lnSpc>
                <a:spcPct val="100000"/>
              </a:lnSpc>
              <a:buNone/>
              <a:defRPr sz="2250" b="0">
                <a:solidFill>
                  <a:srgbClr val="CEE7E5"/>
                </a:solidFill>
                <a:latin typeface="Segoe UI"/>
                <a:ea typeface="Segoe UI"/>
                <a:cs typeface="Segoe UI"/>
              </a:defRPr>
            </a:pPr>
            <a:r>
              <a:rPr sz="2250" b="0">
                <a:solidFill>
                  <a:srgbClr val="CEE7E5"/>
                </a:solidFill>
                <a:latin typeface="Segoe UI"/>
                <a:ea typeface="Segoe UI"/>
                <a:cs typeface="Segoe UI"/>
              </a:rPr>
              <a:t>Named owner.</a:t>
            </a:r>
          </a:p>
          <a:p xmlns:a="http://schemas.openxmlformats.org/drawingml/2006/main">
            <a:pPr algn="l">
              <a:lnSpc>
                <a:spcPct val="100000"/>
              </a:lnSpc>
              <a:buNone/>
              <a:defRPr sz="2250" b="0">
                <a:solidFill>
                  <a:srgbClr val="CEE7E5"/>
                </a:solidFill>
                <a:latin typeface="Segoe UI"/>
                <a:ea typeface="Segoe UI"/>
                <a:cs typeface="Segoe UI"/>
              </a:defRPr>
            </a:pPr>
            <a:r>
              <a:rPr sz="2250" b="0">
                <a:solidFill>
                  <a:srgbClr val="CEE7E5"/>
                </a:solidFill>
                <a:latin typeface="Segoe UI"/>
                <a:ea typeface="Segoe UI"/>
                <a:cs typeface="Segoe UI"/>
              </a:rPr>
              <a:t>Verified result.</a:t>
            </a:r>
          </a:p>
        </p:txBody>
      </p:sp>
      <p:sp>
        <p:nvSpPr>
          <p:cNvPr id="5" name="">
            <a:extLst xmlns:a="http://schemas.openxmlformats.org/drawingml/2006/main">
              <a:ext uri="{FF2B5EF4-FFF2-40B4-BE49-F238E27FC236}">
                <a16:creationId xmlns:a16="http://schemas.microsoft.com/office/drawing/2014/main" id="{736CB836-B49D-40A5-8055-860FC1CEF1C9}"/>
              </a:ext>
            </a:extLst>
          </p:cNvPr>
          <p:cNvSpPr>
            <a:spLocks xmlns:a="http://schemas.openxmlformats.org/drawingml/2006/main" noGrp="1"/>
          </p:cNvSpPr>
          <p:nvPr/>
        </p:nvSpPr>
        <p:spPr>
          <a:xfrm xmlns:a="http://schemas.openxmlformats.org/drawingml/2006/main">
            <a:off x="8096250" y="6210300"/>
            <a:ext cx="3571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ED2D8"/>
                </a:solidFill>
                <a:latin typeface="Segoe UI"/>
                <a:ea typeface="Segoe UI"/>
                <a:cs typeface="Segoe UI"/>
              </a:defRPr>
            </a:defPPr>
            <a:lvl1pPr algn="l">
              <a:defRPr sz="1200" b="0">
                <a:solidFill>
                  <a:srgbClr val="BED2D8"/>
                </a:solidFill>
                <a:latin typeface="Segoe UI"/>
                <a:ea typeface="Segoe UI"/>
                <a:cs typeface="Segoe UI"/>
              </a:defRPr>
            </a:lvl1pPr>
            <a:lvl2pPr algn="l">
              <a:defRPr sz="1200" b="0">
                <a:solidFill>
                  <a:srgbClr val="BED2D8"/>
                </a:solidFill>
                <a:latin typeface="Segoe UI"/>
                <a:ea typeface="Segoe UI"/>
                <a:cs typeface="Segoe UI"/>
              </a:defRPr>
            </a:lvl2pPr>
            <a:lvl3pPr algn="l">
              <a:defRPr sz="1200" b="0">
                <a:solidFill>
                  <a:srgbClr val="BED2D8"/>
                </a:solidFill>
                <a:latin typeface="Segoe UI"/>
                <a:ea typeface="Segoe UI"/>
                <a:cs typeface="Segoe UI"/>
              </a:defRPr>
            </a:lvl3pPr>
            <a:lvl4pPr algn="l">
              <a:defRPr sz="1200" b="0">
                <a:solidFill>
                  <a:srgbClr val="BED2D8"/>
                </a:solidFill>
                <a:latin typeface="Segoe UI"/>
                <a:ea typeface="Segoe UI"/>
                <a:cs typeface="Segoe UI"/>
              </a:defRPr>
            </a:lvl4pPr>
            <a:lvl5pPr algn="l">
              <a:defRPr sz="1200" b="0">
                <a:solidFill>
                  <a:srgbClr val="BED2D8"/>
                </a:solidFill>
                <a:latin typeface="Segoe UI"/>
                <a:ea typeface="Segoe UI"/>
                <a:cs typeface="Segoe UI"/>
              </a:defRPr>
            </a:lvl5pPr>
            <a:lvl6pPr algn="l">
              <a:defRPr sz="1200" b="0">
                <a:solidFill>
                  <a:srgbClr val="BED2D8"/>
                </a:solidFill>
                <a:latin typeface="Segoe UI"/>
                <a:ea typeface="Segoe UI"/>
                <a:cs typeface="Segoe UI"/>
              </a:defRPr>
            </a:lvl6pPr>
            <a:lvl7pPr algn="l">
              <a:defRPr sz="1200" b="0">
                <a:solidFill>
                  <a:srgbClr val="BED2D8"/>
                </a:solidFill>
                <a:latin typeface="Segoe UI"/>
                <a:ea typeface="Segoe UI"/>
                <a:cs typeface="Segoe UI"/>
              </a:defRPr>
            </a:lvl7pPr>
            <a:lvl8pPr algn="l">
              <a:defRPr sz="1200" b="0">
                <a:solidFill>
                  <a:srgbClr val="BED2D8"/>
                </a:solidFill>
                <a:latin typeface="Segoe UI"/>
                <a:ea typeface="Segoe UI"/>
                <a:cs typeface="Segoe UI"/>
              </a:defRPr>
            </a:lvl8pPr>
            <a:lvl9pPr algn="l">
              <a:defRPr sz="1200" b="0">
                <a:solidFill>
                  <a:srgbClr val="BED2D8"/>
                </a:solidFill>
                <a:latin typeface="Segoe UI"/>
                <a:ea typeface="Segoe UI"/>
                <a:cs typeface="Segoe UI"/>
              </a:defRPr>
            </a:lvl9pPr>
          </a:lstStyle>
          <a:p xmlns:a="http://schemas.openxmlformats.org/drawingml/2006/main">
            <a:pPr algn="l">
              <a:lnSpc>
                <a:spcPct val="100000"/>
              </a:lnSpc>
              <a:buNone/>
              <a:defRPr sz="1200" b="0">
                <a:solidFill>
                  <a:srgbClr val="BED2D8"/>
                </a:solidFill>
                <a:latin typeface="Segoe UI"/>
                <a:ea typeface="Segoe UI"/>
                <a:cs typeface="Segoe UI"/>
              </a:defRPr>
            </a:pPr>
            <a:r>
              <a:rPr sz="1200" b="0">
                <a:solidFill>
                  <a:srgbClr val="BED2D8"/>
                </a:solidFill>
                <a:latin typeface="Segoe UI"/>
                <a:ea typeface="Segoe UI"/>
                <a:cs typeface="Segoe UI"/>
              </a:rPr>
              <a:t>Illustrative recovery scenario</a:t>
            </a:r>
          </a:p>
        </p:txBody>
      </p:sp>
    </p:spTree>
    <p:extLst>
      <p:ext uri="{BB962C8B-B14F-4D97-AF65-F5344CB8AC3E}">
        <p14:creationId xmlns:p14="http://schemas.microsoft.com/office/powerpoint/2010/main" val="175237132"/>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3F3A15F-0EEC-46C7-BE5C-9F1C5BD2BC4F}"/>
              </a:ext>
            </a:extLst>
          </p:cNvPr>
          <p:cNvSpPr>
            <a:spLocks xmlns:a="http://schemas.openxmlformats.org/drawingml/2006/main" noGrp="1"/>
          </p:cNvSpPr>
          <p:nvPr/>
        </p:nvSpPr>
        <p:spPr>
          <a:xfrm xmlns:a="http://schemas.openxmlformats.org/drawingml/2006/main">
            <a:off x="609600" y="676275"/>
            <a:ext cx="1081087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102830"/>
                </a:solidFill>
                <a:latin typeface="Segoe UI"/>
                <a:ea typeface="Segoe UI"/>
                <a:cs typeface="Segoe UI"/>
              </a:defRPr>
            </a:defPPr>
            <a:lvl1pPr algn="l">
              <a:defRPr sz="4650" b="1">
                <a:solidFill>
                  <a:srgbClr val="102830"/>
                </a:solidFill>
                <a:latin typeface="Segoe UI"/>
                <a:ea typeface="Segoe UI"/>
                <a:cs typeface="Segoe UI"/>
              </a:defRPr>
            </a:lvl1pPr>
            <a:lvl2pPr algn="l">
              <a:defRPr sz="4650" b="1">
                <a:solidFill>
                  <a:srgbClr val="102830"/>
                </a:solidFill>
                <a:latin typeface="Segoe UI"/>
                <a:ea typeface="Segoe UI"/>
                <a:cs typeface="Segoe UI"/>
              </a:defRPr>
            </a:lvl2pPr>
            <a:lvl3pPr algn="l">
              <a:defRPr sz="4650" b="1">
                <a:solidFill>
                  <a:srgbClr val="102830"/>
                </a:solidFill>
                <a:latin typeface="Segoe UI"/>
                <a:ea typeface="Segoe UI"/>
                <a:cs typeface="Segoe UI"/>
              </a:defRPr>
            </a:lvl3pPr>
            <a:lvl4pPr algn="l">
              <a:defRPr sz="4650" b="1">
                <a:solidFill>
                  <a:srgbClr val="102830"/>
                </a:solidFill>
                <a:latin typeface="Segoe UI"/>
                <a:ea typeface="Segoe UI"/>
                <a:cs typeface="Segoe UI"/>
              </a:defRPr>
            </a:lvl4pPr>
            <a:lvl5pPr algn="l">
              <a:defRPr sz="4650" b="1">
                <a:solidFill>
                  <a:srgbClr val="102830"/>
                </a:solidFill>
                <a:latin typeface="Segoe UI"/>
                <a:ea typeface="Segoe UI"/>
                <a:cs typeface="Segoe UI"/>
              </a:defRPr>
            </a:lvl5pPr>
            <a:lvl6pPr algn="l">
              <a:defRPr sz="4650" b="1">
                <a:solidFill>
                  <a:srgbClr val="102830"/>
                </a:solidFill>
                <a:latin typeface="Segoe UI"/>
                <a:ea typeface="Segoe UI"/>
                <a:cs typeface="Segoe UI"/>
              </a:defRPr>
            </a:lvl6pPr>
            <a:lvl7pPr algn="l">
              <a:defRPr sz="4650" b="1">
                <a:solidFill>
                  <a:srgbClr val="102830"/>
                </a:solidFill>
                <a:latin typeface="Segoe UI"/>
                <a:ea typeface="Segoe UI"/>
                <a:cs typeface="Segoe UI"/>
              </a:defRPr>
            </a:lvl7pPr>
            <a:lvl8pPr algn="l">
              <a:defRPr sz="4650" b="1">
                <a:solidFill>
                  <a:srgbClr val="102830"/>
                </a:solidFill>
                <a:latin typeface="Segoe UI"/>
                <a:ea typeface="Segoe UI"/>
                <a:cs typeface="Segoe UI"/>
              </a:defRPr>
            </a:lvl8pPr>
            <a:lvl9pPr algn="l">
              <a:defRPr sz="4650" b="1">
                <a:solidFill>
                  <a:srgbClr val="102830"/>
                </a:solidFill>
                <a:latin typeface="Segoe UI"/>
                <a:ea typeface="Segoe UI"/>
                <a:cs typeface="Segoe UI"/>
              </a:defRPr>
            </a:lvl9pPr>
          </a:lstStyle>
          <a:p xmlns:a="http://schemas.openxmlformats.org/drawingml/2006/main">
            <a:pPr algn="l">
              <a:lnSpc>
                <a:spcPct val="100000"/>
              </a:lnSpc>
              <a:buNone/>
              <a:defRPr sz="4650" b="1">
                <a:solidFill>
                  <a:srgbClr val="102830"/>
                </a:solidFill>
                <a:latin typeface="Segoe UI"/>
                <a:ea typeface="Segoe UI"/>
                <a:cs typeface="Segoe UI"/>
              </a:defRPr>
            </a:pPr>
            <a:r>
              <a:rPr sz="4650" b="1">
                <a:solidFill>
                  <a:srgbClr val="102830"/>
                </a:solidFill>
                <a:latin typeface="Segoe UI"/>
                <a:ea typeface="Segoe UI"/>
                <a:cs typeface="Segoe UI"/>
              </a:rPr>
              <a:t>The technology</a:t>
            </a:r>
          </a:p>
          <a:p xmlns:a="http://schemas.openxmlformats.org/drawingml/2006/main">
            <a:pPr algn="l">
              <a:lnSpc>
                <a:spcPct val="100000"/>
              </a:lnSpc>
              <a:buNone/>
              <a:defRPr sz="4650" b="1">
                <a:solidFill>
                  <a:srgbClr val="102830"/>
                </a:solidFill>
                <a:latin typeface="Segoe UI"/>
                <a:ea typeface="Segoe UI"/>
                <a:cs typeface="Segoe UI"/>
              </a:defRPr>
            </a:pPr>
            <a:r>
              <a:rPr sz="4650" b="1">
                <a:solidFill>
                  <a:srgbClr val="102830"/>
                </a:solidFill>
                <a:latin typeface="Segoe UI"/>
                <a:ea typeface="Segoe UI"/>
                <a:cs typeface="Segoe UI"/>
              </a:rPr>
              <a:t>follows the work</a:t>
            </a:r>
          </a:p>
        </p:txBody>
      </p:sp>
      <p:sp>
        <p:nvSpPr>
          <p:cNvPr id="2" name="">
            <a:extLst xmlns:a="http://schemas.openxmlformats.org/drawingml/2006/main">
              <a:ext uri="{FF2B5EF4-FFF2-40B4-BE49-F238E27FC236}">
                <a16:creationId xmlns:a16="http://schemas.microsoft.com/office/drawing/2014/main" id="{BD61BCCA-E3A6-462C-812E-F6E42F949BE5}"/>
              </a:ext>
            </a:extLst>
          </p:cNvPr>
          <p:cNvSpPr>
            <a:spLocks xmlns:a="http://schemas.openxmlformats.org/drawingml/2006/main" noGrp="1"/>
          </p:cNvSpPr>
          <p:nvPr/>
        </p:nvSpPr>
        <p:spPr>
          <a:xfrm xmlns:a="http://schemas.openxmlformats.org/drawingml/2006/main">
            <a:off x="1924050" y="3924300"/>
            <a:ext cx="8315325" cy="28575"/>
          </a:xfrm>
          <a:prstGeom xmlns:a="http://schemas.openxmlformats.org/drawingml/2006/main" prst="rect">
            <a:avLst/>
          </a:prstGeom>
          <a:solidFill xmlns:a="http://schemas.openxmlformats.org/drawingml/2006/main">
            <a:srgbClr val="1756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FC16C5-29B2-488C-BD4A-5565E6A588FF}"/>
              </a:ext>
            </a:extLst>
          </p:cNvPr>
          <p:cNvSpPr>
            <a:spLocks xmlns:a="http://schemas.openxmlformats.org/drawingml/2006/main" noGrp="1"/>
          </p:cNvSpPr>
          <p:nvPr/>
        </p:nvSpPr>
        <p:spPr>
          <a:xfrm xmlns:a="http://schemas.openxmlformats.org/drawingml/2006/main">
            <a:off x="1647825" y="3676650"/>
            <a:ext cx="495300" cy="495300"/>
          </a:xfrm>
          <a:prstGeom xmlns:a="http://schemas.openxmlformats.org/drawingml/2006/main" prst="ellipse">
            <a:avLst/>
          </a:prstGeom>
          <a:solidFill xmlns:a="http://schemas.openxmlformats.org/drawingml/2006/main">
            <a:srgbClr val="1756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E86645-5699-47B8-B3AF-9F4781D050AF}"/>
              </a:ext>
            </a:extLst>
          </p:cNvPr>
          <p:cNvSpPr>
            <a:spLocks xmlns:a="http://schemas.openxmlformats.org/drawingml/2006/main" noGrp="1"/>
          </p:cNvSpPr>
          <p:nvPr/>
        </p:nvSpPr>
        <p:spPr>
          <a:xfrm xmlns:a="http://schemas.openxmlformats.org/drawingml/2006/main">
            <a:off x="381000" y="293370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000" b="1">
                <a:solidFill>
                  <a:srgbClr val="102830"/>
                </a:solidFill>
                <a:latin typeface="Segoe UI"/>
                <a:ea typeface="Segoe UI"/>
                <a:cs typeface="Segoe UI"/>
              </a:defRPr>
            </a:defPPr>
            <a:lvl1pPr algn="ctr">
              <a:defRPr sz="3000" b="1">
                <a:solidFill>
                  <a:srgbClr val="102830"/>
                </a:solidFill>
                <a:latin typeface="Segoe UI"/>
                <a:ea typeface="Segoe UI"/>
                <a:cs typeface="Segoe UI"/>
              </a:defRPr>
            </a:lvl1pPr>
            <a:lvl2pPr algn="ctr">
              <a:defRPr sz="3000" b="1">
                <a:solidFill>
                  <a:srgbClr val="102830"/>
                </a:solidFill>
                <a:latin typeface="Segoe UI"/>
                <a:ea typeface="Segoe UI"/>
                <a:cs typeface="Segoe UI"/>
              </a:defRPr>
            </a:lvl2pPr>
            <a:lvl3pPr algn="ctr">
              <a:defRPr sz="3000" b="1">
                <a:solidFill>
                  <a:srgbClr val="102830"/>
                </a:solidFill>
                <a:latin typeface="Segoe UI"/>
                <a:ea typeface="Segoe UI"/>
                <a:cs typeface="Segoe UI"/>
              </a:defRPr>
            </a:lvl3pPr>
            <a:lvl4pPr algn="ctr">
              <a:defRPr sz="3000" b="1">
                <a:solidFill>
                  <a:srgbClr val="102830"/>
                </a:solidFill>
                <a:latin typeface="Segoe UI"/>
                <a:ea typeface="Segoe UI"/>
                <a:cs typeface="Segoe UI"/>
              </a:defRPr>
            </a:lvl4pPr>
            <a:lvl5pPr algn="ctr">
              <a:defRPr sz="3000" b="1">
                <a:solidFill>
                  <a:srgbClr val="102830"/>
                </a:solidFill>
                <a:latin typeface="Segoe UI"/>
                <a:ea typeface="Segoe UI"/>
                <a:cs typeface="Segoe UI"/>
              </a:defRPr>
            </a:lvl5pPr>
            <a:lvl6pPr algn="ctr">
              <a:defRPr sz="3000" b="1">
                <a:solidFill>
                  <a:srgbClr val="102830"/>
                </a:solidFill>
                <a:latin typeface="Segoe UI"/>
                <a:ea typeface="Segoe UI"/>
                <a:cs typeface="Segoe UI"/>
              </a:defRPr>
            </a:lvl6pPr>
            <a:lvl7pPr algn="ctr">
              <a:defRPr sz="3000" b="1">
                <a:solidFill>
                  <a:srgbClr val="102830"/>
                </a:solidFill>
                <a:latin typeface="Segoe UI"/>
                <a:ea typeface="Segoe UI"/>
                <a:cs typeface="Segoe UI"/>
              </a:defRPr>
            </a:lvl7pPr>
            <a:lvl8pPr algn="ctr">
              <a:defRPr sz="3000" b="1">
                <a:solidFill>
                  <a:srgbClr val="102830"/>
                </a:solidFill>
                <a:latin typeface="Segoe UI"/>
                <a:ea typeface="Segoe UI"/>
                <a:cs typeface="Segoe UI"/>
              </a:defRPr>
            </a:lvl8pPr>
            <a:lvl9pPr algn="ctr">
              <a:defRPr sz="3000" b="1">
                <a:solidFill>
                  <a:srgbClr val="102830"/>
                </a:solidFill>
                <a:latin typeface="Segoe UI"/>
                <a:ea typeface="Segoe UI"/>
                <a:cs typeface="Segoe UI"/>
              </a:defRPr>
            </a:lvl9pPr>
          </a:lstStyle>
          <a:p xmlns:a="http://schemas.openxmlformats.org/drawingml/2006/main">
            <a:pPr algn="ctr">
              <a:lnSpc>
                <a:spcPct val="100000"/>
              </a:lnSpc>
              <a:buNone/>
              <a:defRPr sz="3000" b="1">
                <a:solidFill>
                  <a:srgbClr val="102830"/>
                </a:solidFill>
                <a:latin typeface="Segoe UI"/>
                <a:ea typeface="Segoe UI"/>
                <a:cs typeface="Segoe UI"/>
              </a:defRPr>
            </a:pPr>
            <a:r>
              <a:rPr sz="3000" b="1">
                <a:solidFill>
                  <a:srgbClr val="102830"/>
                </a:solidFill>
                <a:latin typeface="Segoe UI"/>
                <a:ea typeface="Segoe UI"/>
                <a:cs typeface="Segoe UI"/>
              </a:rPr>
              <a:t>Knowledge</a:t>
            </a:r>
          </a:p>
        </p:txBody>
      </p:sp>
      <p:sp>
        <p:nvSpPr>
          <p:cNvPr id="5" name="">
            <a:extLst xmlns:a="http://schemas.openxmlformats.org/drawingml/2006/main">
              <a:ext uri="{FF2B5EF4-FFF2-40B4-BE49-F238E27FC236}">
                <a16:creationId xmlns:a16="http://schemas.microsoft.com/office/drawing/2014/main" id="{BCE39EA4-67E9-45DA-A1D6-94C41DC3FF7A}"/>
              </a:ext>
            </a:extLst>
          </p:cNvPr>
          <p:cNvSpPr>
            <a:spLocks xmlns:a="http://schemas.openxmlformats.org/drawingml/2006/main" noGrp="1"/>
          </p:cNvSpPr>
          <p:nvPr/>
        </p:nvSpPr>
        <p:spPr>
          <a:xfrm xmlns:a="http://schemas.openxmlformats.org/drawingml/2006/main">
            <a:off x="180975" y="446722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6B"/>
                </a:solidFill>
                <a:latin typeface="Segoe UI"/>
                <a:ea typeface="Segoe UI"/>
                <a:cs typeface="Segoe UI"/>
              </a:defRPr>
            </a:defPPr>
            <a:lvl1pPr algn="ctr">
              <a:defRPr sz="1725" b="0">
                <a:solidFill>
                  <a:srgbClr val="52656B"/>
                </a:solidFill>
                <a:latin typeface="Segoe UI"/>
                <a:ea typeface="Segoe UI"/>
                <a:cs typeface="Segoe UI"/>
              </a:defRPr>
            </a:lvl1pPr>
            <a:lvl2pPr algn="ctr">
              <a:defRPr sz="1725" b="0">
                <a:solidFill>
                  <a:srgbClr val="52656B"/>
                </a:solidFill>
                <a:latin typeface="Segoe UI"/>
                <a:ea typeface="Segoe UI"/>
                <a:cs typeface="Segoe UI"/>
              </a:defRPr>
            </a:lvl2pPr>
            <a:lvl3pPr algn="ctr">
              <a:defRPr sz="1725" b="0">
                <a:solidFill>
                  <a:srgbClr val="52656B"/>
                </a:solidFill>
                <a:latin typeface="Segoe UI"/>
                <a:ea typeface="Segoe UI"/>
                <a:cs typeface="Segoe UI"/>
              </a:defRPr>
            </a:lvl3pPr>
            <a:lvl4pPr algn="ctr">
              <a:defRPr sz="1725" b="0">
                <a:solidFill>
                  <a:srgbClr val="52656B"/>
                </a:solidFill>
                <a:latin typeface="Segoe UI"/>
                <a:ea typeface="Segoe UI"/>
                <a:cs typeface="Segoe UI"/>
              </a:defRPr>
            </a:lvl4pPr>
            <a:lvl5pPr algn="ctr">
              <a:defRPr sz="1725" b="0">
                <a:solidFill>
                  <a:srgbClr val="52656B"/>
                </a:solidFill>
                <a:latin typeface="Segoe UI"/>
                <a:ea typeface="Segoe UI"/>
                <a:cs typeface="Segoe UI"/>
              </a:defRPr>
            </a:lvl5pPr>
            <a:lvl6pPr algn="ctr">
              <a:defRPr sz="1725" b="0">
                <a:solidFill>
                  <a:srgbClr val="52656B"/>
                </a:solidFill>
                <a:latin typeface="Segoe UI"/>
                <a:ea typeface="Segoe UI"/>
                <a:cs typeface="Segoe UI"/>
              </a:defRPr>
            </a:lvl6pPr>
            <a:lvl7pPr algn="ctr">
              <a:defRPr sz="1725" b="0">
                <a:solidFill>
                  <a:srgbClr val="52656B"/>
                </a:solidFill>
                <a:latin typeface="Segoe UI"/>
                <a:ea typeface="Segoe UI"/>
                <a:cs typeface="Segoe UI"/>
              </a:defRPr>
            </a:lvl7pPr>
            <a:lvl8pPr algn="ctr">
              <a:defRPr sz="1725" b="0">
                <a:solidFill>
                  <a:srgbClr val="52656B"/>
                </a:solidFill>
                <a:latin typeface="Segoe UI"/>
                <a:ea typeface="Segoe UI"/>
                <a:cs typeface="Segoe UI"/>
              </a:defRPr>
            </a:lvl8pPr>
            <a:lvl9pPr algn="ctr">
              <a:defRPr sz="1725" b="0">
                <a:solidFill>
                  <a:srgbClr val="52656B"/>
                </a:solidFill>
                <a:latin typeface="Segoe UI"/>
                <a:ea typeface="Segoe UI"/>
                <a:cs typeface="Segoe UI"/>
              </a:defRPr>
            </a:lvl9pPr>
          </a:lstStyle>
          <a:p xmlns:a="http://schemas.openxmlformats.org/drawingml/2006/main">
            <a:pPr algn="ctr">
              <a:lnSpc>
                <a:spcPct val="100000"/>
              </a:lnSpc>
              <a:buNone/>
              <a:defRPr sz="1725" b="0">
                <a:solidFill>
                  <a:srgbClr val="52656B"/>
                </a:solidFill>
                <a:latin typeface="Segoe UI"/>
                <a:ea typeface="Segoe UI"/>
                <a:cs typeface="Segoe UI"/>
              </a:defRPr>
            </a:pPr>
            <a:r>
              <a:rPr sz="1725" b="0">
                <a:solidFill>
                  <a:srgbClr val="52656B"/>
                </a:solidFill>
                <a:latin typeface="Segoe UI"/>
                <a:ea typeface="Segoe UI"/>
                <a:cs typeface="Segoe UI"/>
              </a:rPr>
              <a:t>Approved systems</a:t>
            </a:r>
          </a:p>
        </p:txBody>
      </p:sp>
      <p:sp>
        <p:nvSpPr>
          <p:cNvPr id="6" name="">
            <a:extLst xmlns:a="http://schemas.openxmlformats.org/drawingml/2006/main">
              <a:ext uri="{FF2B5EF4-FFF2-40B4-BE49-F238E27FC236}">
                <a16:creationId xmlns:a16="http://schemas.microsoft.com/office/drawing/2014/main" id="{60249EEF-EF68-4804-9E7D-711DB2AD9B6E}"/>
              </a:ext>
            </a:extLst>
          </p:cNvPr>
          <p:cNvSpPr>
            <a:spLocks xmlns:a="http://schemas.openxmlformats.org/drawingml/2006/main" noGrp="1"/>
          </p:cNvSpPr>
          <p:nvPr/>
        </p:nvSpPr>
        <p:spPr>
          <a:xfrm xmlns:a="http://schemas.openxmlformats.org/drawingml/2006/main">
            <a:off x="5838825" y="3676650"/>
            <a:ext cx="495300" cy="495300"/>
          </a:xfrm>
          <a:prstGeom xmlns:a="http://schemas.openxmlformats.org/drawingml/2006/main" prst="ellipse">
            <a:avLst/>
          </a:prstGeom>
          <a:solidFill xmlns:a="http://schemas.openxmlformats.org/drawingml/2006/main">
            <a:srgbClr val="1756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1832B8-490A-4774-93B4-EB73DA1EBC8A}"/>
              </a:ext>
            </a:extLst>
          </p:cNvPr>
          <p:cNvSpPr>
            <a:spLocks xmlns:a="http://schemas.openxmlformats.org/drawingml/2006/main" noGrp="1"/>
          </p:cNvSpPr>
          <p:nvPr/>
        </p:nvSpPr>
        <p:spPr>
          <a:xfrm xmlns:a="http://schemas.openxmlformats.org/drawingml/2006/main">
            <a:off x="4572000" y="293370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000" b="1">
                <a:solidFill>
                  <a:srgbClr val="102830"/>
                </a:solidFill>
                <a:latin typeface="Segoe UI"/>
                <a:ea typeface="Segoe UI"/>
                <a:cs typeface="Segoe UI"/>
              </a:defRPr>
            </a:defPPr>
            <a:lvl1pPr algn="ctr">
              <a:defRPr sz="3000" b="1">
                <a:solidFill>
                  <a:srgbClr val="102830"/>
                </a:solidFill>
                <a:latin typeface="Segoe UI"/>
                <a:ea typeface="Segoe UI"/>
                <a:cs typeface="Segoe UI"/>
              </a:defRPr>
            </a:lvl1pPr>
            <a:lvl2pPr algn="ctr">
              <a:defRPr sz="3000" b="1">
                <a:solidFill>
                  <a:srgbClr val="102830"/>
                </a:solidFill>
                <a:latin typeface="Segoe UI"/>
                <a:ea typeface="Segoe UI"/>
                <a:cs typeface="Segoe UI"/>
              </a:defRPr>
            </a:lvl2pPr>
            <a:lvl3pPr algn="ctr">
              <a:defRPr sz="3000" b="1">
                <a:solidFill>
                  <a:srgbClr val="102830"/>
                </a:solidFill>
                <a:latin typeface="Segoe UI"/>
                <a:ea typeface="Segoe UI"/>
                <a:cs typeface="Segoe UI"/>
              </a:defRPr>
            </a:lvl3pPr>
            <a:lvl4pPr algn="ctr">
              <a:defRPr sz="3000" b="1">
                <a:solidFill>
                  <a:srgbClr val="102830"/>
                </a:solidFill>
                <a:latin typeface="Segoe UI"/>
                <a:ea typeface="Segoe UI"/>
                <a:cs typeface="Segoe UI"/>
              </a:defRPr>
            </a:lvl4pPr>
            <a:lvl5pPr algn="ctr">
              <a:defRPr sz="3000" b="1">
                <a:solidFill>
                  <a:srgbClr val="102830"/>
                </a:solidFill>
                <a:latin typeface="Segoe UI"/>
                <a:ea typeface="Segoe UI"/>
                <a:cs typeface="Segoe UI"/>
              </a:defRPr>
            </a:lvl5pPr>
            <a:lvl6pPr algn="ctr">
              <a:defRPr sz="3000" b="1">
                <a:solidFill>
                  <a:srgbClr val="102830"/>
                </a:solidFill>
                <a:latin typeface="Segoe UI"/>
                <a:ea typeface="Segoe UI"/>
                <a:cs typeface="Segoe UI"/>
              </a:defRPr>
            </a:lvl6pPr>
            <a:lvl7pPr algn="ctr">
              <a:defRPr sz="3000" b="1">
                <a:solidFill>
                  <a:srgbClr val="102830"/>
                </a:solidFill>
                <a:latin typeface="Segoe UI"/>
                <a:ea typeface="Segoe UI"/>
                <a:cs typeface="Segoe UI"/>
              </a:defRPr>
            </a:lvl7pPr>
            <a:lvl8pPr algn="ctr">
              <a:defRPr sz="3000" b="1">
                <a:solidFill>
                  <a:srgbClr val="102830"/>
                </a:solidFill>
                <a:latin typeface="Segoe UI"/>
                <a:ea typeface="Segoe UI"/>
                <a:cs typeface="Segoe UI"/>
              </a:defRPr>
            </a:lvl8pPr>
            <a:lvl9pPr algn="ctr">
              <a:defRPr sz="3000" b="1">
                <a:solidFill>
                  <a:srgbClr val="102830"/>
                </a:solidFill>
                <a:latin typeface="Segoe UI"/>
                <a:ea typeface="Segoe UI"/>
                <a:cs typeface="Segoe UI"/>
              </a:defRPr>
            </a:lvl9pPr>
          </a:lstStyle>
          <a:p xmlns:a="http://schemas.openxmlformats.org/drawingml/2006/main">
            <a:pPr algn="ctr">
              <a:lnSpc>
                <a:spcPct val="100000"/>
              </a:lnSpc>
              <a:buNone/>
              <a:defRPr sz="3000" b="1">
                <a:solidFill>
                  <a:srgbClr val="102830"/>
                </a:solidFill>
                <a:latin typeface="Segoe UI"/>
                <a:ea typeface="Segoe UI"/>
                <a:cs typeface="Segoe UI"/>
              </a:defRPr>
            </a:pPr>
            <a:r>
              <a:rPr sz="3000" b="1">
                <a:solidFill>
                  <a:srgbClr val="102830"/>
                </a:solidFill>
                <a:latin typeface="Segoe UI"/>
                <a:ea typeface="Segoe UI"/>
                <a:cs typeface="Segoe UI"/>
              </a:rPr>
              <a:t>Agents</a:t>
            </a:r>
          </a:p>
        </p:txBody>
      </p:sp>
      <p:sp>
        <p:nvSpPr>
          <p:cNvPr id="8" name="">
            <a:extLst xmlns:a="http://schemas.openxmlformats.org/drawingml/2006/main">
              <a:ext uri="{FF2B5EF4-FFF2-40B4-BE49-F238E27FC236}">
                <a16:creationId xmlns:a16="http://schemas.microsoft.com/office/drawing/2014/main" id="{9F71EA86-6A9E-49D3-BF3F-8467B259B0BD}"/>
              </a:ext>
            </a:extLst>
          </p:cNvPr>
          <p:cNvSpPr>
            <a:spLocks xmlns:a="http://schemas.openxmlformats.org/drawingml/2006/main" noGrp="1"/>
          </p:cNvSpPr>
          <p:nvPr/>
        </p:nvSpPr>
        <p:spPr>
          <a:xfrm xmlns:a="http://schemas.openxmlformats.org/drawingml/2006/main">
            <a:off x="4371975" y="446722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6B"/>
                </a:solidFill>
                <a:latin typeface="Segoe UI"/>
                <a:ea typeface="Segoe UI"/>
                <a:cs typeface="Segoe UI"/>
              </a:defRPr>
            </a:defPPr>
            <a:lvl1pPr algn="ctr">
              <a:defRPr sz="1725" b="0">
                <a:solidFill>
                  <a:srgbClr val="52656B"/>
                </a:solidFill>
                <a:latin typeface="Segoe UI"/>
                <a:ea typeface="Segoe UI"/>
                <a:cs typeface="Segoe UI"/>
              </a:defRPr>
            </a:lvl1pPr>
            <a:lvl2pPr algn="ctr">
              <a:defRPr sz="1725" b="0">
                <a:solidFill>
                  <a:srgbClr val="52656B"/>
                </a:solidFill>
                <a:latin typeface="Segoe UI"/>
                <a:ea typeface="Segoe UI"/>
                <a:cs typeface="Segoe UI"/>
              </a:defRPr>
            </a:lvl2pPr>
            <a:lvl3pPr algn="ctr">
              <a:defRPr sz="1725" b="0">
                <a:solidFill>
                  <a:srgbClr val="52656B"/>
                </a:solidFill>
                <a:latin typeface="Segoe UI"/>
                <a:ea typeface="Segoe UI"/>
                <a:cs typeface="Segoe UI"/>
              </a:defRPr>
            </a:lvl3pPr>
            <a:lvl4pPr algn="ctr">
              <a:defRPr sz="1725" b="0">
                <a:solidFill>
                  <a:srgbClr val="52656B"/>
                </a:solidFill>
                <a:latin typeface="Segoe UI"/>
                <a:ea typeface="Segoe UI"/>
                <a:cs typeface="Segoe UI"/>
              </a:defRPr>
            </a:lvl4pPr>
            <a:lvl5pPr algn="ctr">
              <a:defRPr sz="1725" b="0">
                <a:solidFill>
                  <a:srgbClr val="52656B"/>
                </a:solidFill>
                <a:latin typeface="Segoe UI"/>
                <a:ea typeface="Segoe UI"/>
                <a:cs typeface="Segoe UI"/>
              </a:defRPr>
            </a:lvl5pPr>
            <a:lvl6pPr algn="ctr">
              <a:defRPr sz="1725" b="0">
                <a:solidFill>
                  <a:srgbClr val="52656B"/>
                </a:solidFill>
                <a:latin typeface="Segoe UI"/>
                <a:ea typeface="Segoe UI"/>
                <a:cs typeface="Segoe UI"/>
              </a:defRPr>
            </a:lvl6pPr>
            <a:lvl7pPr algn="ctr">
              <a:defRPr sz="1725" b="0">
                <a:solidFill>
                  <a:srgbClr val="52656B"/>
                </a:solidFill>
                <a:latin typeface="Segoe UI"/>
                <a:ea typeface="Segoe UI"/>
                <a:cs typeface="Segoe UI"/>
              </a:defRPr>
            </a:lvl7pPr>
            <a:lvl8pPr algn="ctr">
              <a:defRPr sz="1725" b="0">
                <a:solidFill>
                  <a:srgbClr val="52656B"/>
                </a:solidFill>
                <a:latin typeface="Segoe UI"/>
                <a:ea typeface="Segoe UI"/>
                <a:cs typeface="Segoe UI"/>
              </a:defRPr>
            </a:lvl8pPr>
            <a:lvl9pPr algn="ctr">
              <a:defRPr sz="1725" b="0">
                <a:solidFill>
                  <a:srgbClr val="52656B"/>
                </a:solidFill>
                <a:latin typeface="Segoe UI"/>
                <a:ea typeface="Segoe UI"/>
                <a:cs typeface="Segoe UI"/>
              </a:defRPr>
            </a:lvl9pPr>
          </a:lstStyle>
          <a:p xmlns:a="http://schemas.openxmlformats.org/drawingml/2006/main">
            <a:pPr algn="ctr">
              <a:lnSpc>
                <a:spcPct val="100000"/>
              </a:lnSpc>
              <a:buNone/>
              <a:defRPr sz="1725" b="0">
                <a:solidFill>
                  <a:srgbClr val="52656B"/>
                </a:solidFill>
                <a:latin typeface="Segoe UI"/>
                <a:ea typeface="Segoe UI"/>
                <a:cs typeface="Segoe UI"/>
              </a:defRPr>
            </a:pPr>
            <a:r>
              <a:rPr sz="1725" b="0">
                <a:solidFill>
                  <a:srgbClr val="52656B"/>
                </a:solidFill>
                <a:latin typeface="Segoe UI"/>
                <a:ea typeface="Segoe UI"/>
                <a:cs typeface="Segoe UI"/>
              </a:rPr>
              <a:t>Copilot Studio</a:t>
            </a:r>
          </a:p>
        </p:txBody>
      </p:sp>
      <p:sp>
        <p:nvSpPr>
          <p:cNvPr id="9" name="">
            <a:extLst xmlns:a="http://schemas.openxmlformats.org/drawingml/2006/main">
              <a:ext uri="{FF2B5EF4-FFF2-40B4-BE49-F238E27FC236}">
                <a16:creationId xmlns:a16="http://schemas.microsoft.com/office/drawing/2014/main" id="{6E36D4C7-9E38-4364-87A5-1EC7E9470FC9}"/>
              </a:ext>
            </a:extLst>
          </p:cNvPr>
          <p:cNvSpPr>
            <a:spLocks xmlns:a="http://schemas.openxmlformats.org/drawingml/2006/main" noGrp="1"/>
          </p:cNvSpPr>
          <p:nvPr/>
        </p:nvSpPr>
        <p:spPr>
          <a:xfrm xmlns:a="http://schemas.openxmlformats.org/drawingml/2006/main">
            <a:off x="10029825" y="3676650"/>
            <a:ext cx="495300" cy="495300"/>
          </a:xfrm>
          <a:prstGeom xmlns:a="http://schemas.openxmlformats.org/drawingml/2006/main" prst="ellipse">
            <a:avLst/>
          </a:prstGeom>
          <a:solidFill xmlns:a="http://schemas.openxmlformats.org/drawingml/2006/main">
            <a:srgbClr val="1756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C1C6CA-B778-4544-8C08-8DEBE2B0669D}"/>
              </a:ext>
            </a:extLst>
          </p:cNvPr>
          <p:cNvSpPr>
            <a:spLocks xmlns:a="http://schemas.openxmlformats.org/drawingml/2006/main" noGrp="1"/>
          </p:cNvSpPr>
          <p:nvPr/>
        </p:nvSpPr>
        <p:spPr>
          <a:xfrm xmlns:a="http://schemas.openxmlformats.org/drawingml/2006/main">
            <a:off x="8763000" y="293370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000" b="1">
                <a:solidFill>
                  <a:srgbClr val="102830"/>
                </a:solidFill>
                <a:latin typeface="Segoe UI"/>
                <a:ea typeface="Segoe UI"/>
                <a:cs typeface="Segoe UI"/>
              </a:defRPr>
            </a:defPPr>
            <a:lvl1pPr algn="ctr">
              <a:defRPr sz="3000" b="1">
                <a:solidFill>
                  <a:srgbClr val="102830"/>
                </a:solidFill>
                <a:latin typeface="Segoe UI"/>
                <a:ea typeface="Segoe UI"/>
                <a:cs typeface="Segoe UI"/>
              </a:defRPr>
            </a:lvl1pPr>
            <a:lvl2pPr algn="ctr">
              <a:defRPr sz="3000" b="1">
                <a:solidFill>
                  <a:srgbClr val="102830"/>
                </a:solidFill>
                <a:latin typeface="Segoe UI"/>
                <a:ea typeface="Segoe UI"/>
                <a:cs typeface="Segoe UI"/>
              </a:defRPr>
            </a:lvl2pPr>
            <a:lvl3pPr algn="ctr">
              <a:defRPr sz="3000" b="1">
                <a:solidFill>
                  <a:srgbClr val="102830"/>
                </a:solidFill>
                <a:latin typeface="Segoe UI"/>
                <a:ea typeface="Segoe UI"/>
                <a:cs typeface="Segoe UI"/>
              </a:defRPr>
            </a:lvl3pPr>
            <a:lvl4pPr algn="ctr">
              <a:defRPr sz="3000" b="1">
                <a:solidFill>
                  <a:srgbClr val="102830"/>
                </a:solidFill>
                <a:latin typeface="Segoe UI"/>
                <a:ea typeface="Segoe UI"/>
                <a:cs typeface="Segoe UI"/>
              </a:defRPr>
            </a:lvl4pPr>
            <a:lvl5pPr algn="ctr">
              <a:defRPr sz="3000" b="1">
                <a:solidFill>
                  <a:srgbClr val="102830"/>
                </a:solidFill>
                <a:latin typeface="Segoe UI"/>
                <a:ea typeface="Segoe UI"/>
                <a:cs typeface="Segoe UI"/>
              </a:defRPr>
            </a:lvl5pPr>
            <a:lvl6pPr algn="ctr">
              <a:defRPr sz="3000" b="1">
                <a:solidFill>
                  <a:srgbClr val="102830"/>
                </a:solidFill>
                <a:latin typeface="Segoe UI"/>
                <a:ea typeface="Segoe UI"/>
                <a:cs typeface="Segoe UI"/>
              </a:defRPr>
            </a:lvl6pPr>
            <a:lvl7pPr algn="ctr">
              <a:defRPr sz="3000" b="1">
                <a:solidFill>
                  <a:srgbClr val="102830"/>
                </a:solidFill>
                <a:latin typeface="Segoe UI"/>
                <a:ea typeface="Segoe UI"/>
                <a:cs typeface="Segoe UI"/>
              </a:defRPr>
            </a:lvl7pPr>
            <a:lvl8pPr algn="ctr">
              <a:defRPr sz="3000" b="1">
                <a:solidFill>
                  <a:srgbClr val="102830"/>
                </a:solidFill>
                <a:latin typeface="Segoe UI"/>
                <a:ea typeface="Segoe UI"/>
                <a:cs typeface="Segoe UI"/>
              </a:defRPr>
            </a:lvl8pPr>
            <a:lvl9pPr algn="ctr">
              <a:defRPr sz="3000" b="1">
                <a:solidFill>
                  <a:srgbClr val="102830"/>
                </a:solidFill>
                <a:latin typeface="Segoe UI"/>
                <a:ea typeface="Segoe UI"/>
                <a:cs typeface="Segoe UI"/>
              </a:defRPr>
            </a:lvl9pPr>
          </a:lstStyle>
          <a:p xmlns:a="http://schemas.openxmlformats.org/drawingml/2006/main">
            <a:pPr algn="ctr">
              <a:lnSpc>
                <a:spcPct val="100000"/>
              </a:lnSpc>
              <a:buNone/>
              <a:defRPr sz="3000" b="1">
                <a:solidFill>
                  <a:srgbClr val="102830"/>
                </a:solidFill>
                <a:latin typeface="Segoe UI"/>
                <a:ea typeface="Segoe UI"/>
                <a:cs typeface="Segoe UI"/>
              </a:defRPr>
            </a:pPr>
            <a:r>
              <a:rPr sz="3000" b="1">
                <a:solidFill>
                  <a:srgbClr val="102830"/>
                </a:solidFill>
                <a:latin typeface="Segoe UI"/>
                <a:ea typeface="Segoe UI"/>
                <a:cs typeface="Segoe UI"/>
              </a:rPr>
              <a:t>People</a:t>
            </a:r>
          </a:p>
        </p:txBody>
      </p:sp>
      <p:sp>
        <p:nvSpPr>
          <p:cNvPr id="11" name="">
            <a:extLst xmlns:a="http://schemas.openxmlformats.org/drawingml/2006/main">
              <a:ext uri="{FF2B5EF4-FFF2-40B4-BE49-F238E27FC236}">
                <a16:creationId xmlns:a16="http://schemas.microsoft.com/office/drawing/2014/main" id="{830D0C33-96C3-43E8-B6ED-E07B2198D7B3}"/>
              </a:ext>
            </a:extLst>
          </p:cNvPr>
          <p:cNvSpPr>
            <a:spLocks xmlns:a="http://schemas.openxmlformats.org/drawingml/2006/main" noGrp="1"/>
          </p:cNvSpPr>
          <p:nvPr/>
        </p:nvSpPr>
        <p:spPr>
          <a:xfrm xmlns:a="http://schemas.openxmlformats.org/drawingml/2006/main">
            <a:off x="8562975" y="446722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6B"/>
                </a:solidFill>
                <a:latin typeface="Segoe UI"/>
                <a:ea typeface="Segoe UI"/>
                <a:cs typeface="Segoe UI"/>
              </a:defRPr>
            </a:defPPr>
            <a:lvl1pPr algn="ctr">
              <a:defRPr sz="1725" b="0">
                <a:solidFill>
                  <a:srgbClr val="52656B"/>
                </a:solidFill>
                <a:latin typeface="Segoe UI"/>
                <a:ea typeface="Segoe UI"/>
                <a:cs typeface="Segoe UI"/>
              </a:defRPr>
            </a:lvl1pPr>
            <a:lvl2pPr algn="ctr">
              <a:defRPr sz="1725" b="0">
                <a:solidFill>
                  <a:srgbClr val="52656B"/>
                </a:solidFill>
                <a:latin typeface="Segoe UI"/>
                <a:ea typeface="Segoe UI"/>
                <a:cs typeface="Segoe UI"/>
              </a:defRPr>
            </a:lvl2pPr>
            <a:lvl3pPr algn="ctr">
              <a:defRPr sz="1725" b="0">
                <a:solidFill>
                  <a:srgbClr val="52656B"/>
                </a:solidFill>
                <a:latin typeface="Segoe UI"/>
                <a:ea typeface="Segoe UI"/>
                <a:cs typeface="Segoe UI"/>
              </a:defRPr>
            </a:lvl3pPr>
            <a:lvl4pPr algn="ctr">
              <a:defRPr sz="1725" b="0">
                <a:solidFill>
                  <a:srgbClr val="52656B"/>
                </a:solidFill>
                <a:latin typeface="Segoe UI"/>
                <a:ea typeface="Segoe UI"/>
                <a:cs typeface="Segoe UI"/>
              </a:defRPr>
            </a:lvl4pPr>
            <a:lvl5pPr algn="ctr">
              <a:defRPr sz="1725" b="0">
                <a:solidFill>
                  <a:srgbClr val="52656B"/>
                </a:solidFill>
                <a:latin typeface="Segoe UI"/>
                <a:ea typeface="Segoe UI"/>
                <a:cs typeface="Segoe UI"/>
              </a:defRPr>
            </a:lvl5pPr>
            <a:lvl6pPr algn="ctr">
              <a:defRPr sz="1725" b="0">
                <a:solidFill>
                  <a:srgbClr val="52656B"/>
                </a:solidFill>
                <a:latin typeface="Segoe UI"/>
                <a:ea typeface="Segoe UI"/>
                <a:cs typeface="Segoe UI"/>
              </a:defRPr>
            </a:lvl6pPr>
            <a:lvl7pPr algn="ctr">
              <a:defRPr sz="1725" b="0">
                <a:solidFill>
                  <a:srgbClr val="52656B"/>
                </a:solidFill>
                <a:latin typeface="Segoe UI"/>
                <a:ea typeface="Segoe UI"/>
                <a:cs typeface="Segoe UI"/>
              </a:defRPr>
            </a:lvl7pPr>
            <a:lvl8pPr algn="ctr">
              <a:defRPr sz="1725" b="0">
                <a:solidFill>
                  <a:srgbClr val="52656B"/>
                </a:solidFill>
                <a:latin typeface="Segoe UI"/>
                <a:ea typeface="Segoe UI"/>
                <a:cs typeface="Segoe UI"/>
              </a:defRPr>
            </a:lvl8pPr>
            <a:lvl9pPr algn="ctr">
              <a:defRPr sz="1725" b="0">
                <a:solidFill>
                  <a:srgbClr val="52656B"/>
                </a:solidFill>
                <a:latin typeface="Segoe UI"/>
                <a:ea typeface="Segoe UI"/>
                <a:cs typeface="Segoe UI"/>
              </a:defRPr>
            </a:lvl9pPr>
          </a:lstStyle>
          <a:p xmlns:a="http://schemas.openxmlformats.org/drawingml/2006/main">
            <a:pPr algn="ctr">
              <a:lnSpc>
                <a:spcPct val="100000"/>
              </a:lnSpc>
              <a:buNone/>
              <a:defRPr sz="1725" b="0">
                <a:solidFill>
                  <a:srgbClr val="52656B"/>
                </a:solidFill>
                <a:latin typeface="Segoe UI"/>
                <a:ea typeface="Segoe UI"/>
                <a:cs typeface="Segoe UI"/>
              </a:defRPr>
            </a:pPr>
            <a:r>
              <a:rPr sz="1725" b="0">
                <a:solidFill>
                  <a:srgbClr val="52656B"/>
                </a:solidFill>
                <a:latin typeface="Segoe UI"/>
                <a:ea typeface="Segoe UI"/>
                <a:cs typeface="Segoe UI"/>
              </a:rPr>
              <a:t>Microsoft 365 Copilot</a:t>
            </a:r>
          </a:p>
        </p:txBody>
      </p:sp>
      <p:sp>
        <p:nvSpPr>
          <p:cNvPr id="12" name="">
            <a:extLst xmlns:a="http://schemas.openxmlformats.org/drawingml/2006/main">
              <a:ext uri="{FF2B5EF4-FFF2-40B4-BE49-F238E27FC236}">
                <a16:creationId xmlns:a16="http://schemas.microsoft.com/office/drawing/2014/main" id="{CEB4F9F9-52B3-4BB7-B0C8-899706BA1ECE}"/>
              </a:ext>
            </a:extLst>
          </p:cNvPr>
          <p:cNvSpPr>
            <a:spLocks xmlns:a="http://schemas.openxmlformats.org/drawingml/2006/main" noGrp="1"/>
          </p:cNvSpPr>
          <p:nvPr/>
        </p:nvSpPr>
        <p:spPr>
          <a:xfrm xmlns:a="http://schemas.openxmlformats.org/drawingml/2006/main">
            <a:off x="971550" y="5591175"/>
            <a:ext cx="10487025"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534F1C-F686-4329-BBF2-F30DC7B53BDF}"/>
              </a:ext>
            </a:extLst>
          </p:cNvPr>
          <p:cNvSpPr>
            <a:spLocks xmlns:a="http://schemas.openxmlformats.org/drawingml/2006/main" noGrp="1"/>
          </p:cNvSpPr>
          <p:nvPr/>
        </p:nvSpPr>
        <p:spPr>
          <a:xfrm xmlns:a="http://schemas.openxmlformats.org/drawingml/2006/main">
            <a:off x="971550" y="5343525"/>
            <a:ext cx="19050" cy="26670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3C654A-5ADA-454C-9F53-95EEA5FE7B34}"/>
              </a:ext>
            </a:extLst>
          </p:cNvPr>
          <p:cNvSpPr>
            <a:spLocks xmlns:a="http://schemas.openxmlformats.org/drawingml/2006/main" noGrp="1"/>
          </p:cNvSpPr>
          <p:nvPr/>
        </p:nvSpPr>
        <p:spPr>
          <a:xfrm xmlns:a="http://schemas.openxmlformats.org/drawingml/2006/main">
            <a:off x="11439525" y="5343525"/>
            <a:ext cx="19050" cy="26670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CCF2A54-1EFE-4A40-BBA5-617D0D89C4DF}"/>
              </a:ext>
            </a:extLst>
          </p:cNvPr>
          <p:cNvSpPr>
            <a:spLocks xmlns:a="http://schemas.openxmlformats.org/drawingml/2006/main" noGrp="1"/>
          </p:cNvSpPr>
          <p:nvPr/>
        </p:nvSpPr>
        <p:spPr>
          <a:xfrm xmlns:a="http://schemas.openxmlformats.org/drawingml/2006/main">
            <a:off x="2428875" y="5838825"/>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6B"/>
                </a:solidFill>
                <a:latin typeface="Segoe UI"/>
                <a:ea typeface="Segoe UI"/>
                <a:cs typeface="Segoe UI"/>
              </a:defRPr>
            </a:defPPr>
            <a:lvl1pPr algn="ctr">
              <a:defRPr sz="1725" b="0">
                <a:solidFill>
                  <a:srgbClr val="52656B"/>
                </a:solidFill>
                <a:latin typeface="Segoe UI"/>
                <a:ea typeface="Segoe UI"/>
                <a:cs typeface="Segoe UI"/>
              </a:defRPr>
            </a:lvl1pPr>
            <a:lvl2pPr algn="ctr">
              <a:defRPr sz="1725" b="0">
                <a:solidFill>
                  <a:srgbClr val="52656B"/>
                </a:solidFill>
                <a:latin typeface="Segoe UI"/>
                <a:ea typeface="Segoe UI"/>
                <a:cs typeface="Segoe UI"/>
              </a:defRPr>
            </a:lvl2pPr>
            <a:lvl3pPr algn="ctr">
              <a:defRPr sz="1725" b="0">
                <a:solidFill>
                  <a:srgbClr val="52656B"/>
                </a:solidFill>
                <a:latin typeface="Segoe UI"/>
                <a:ea typeface="Segoe UI"/>
                <a:cs typeface="Segoe UI"/>
              </a:defRPr>
            </a:lvl3pPr>
            <a:lvl4pPr algn="ctr">
              <a:defRPr sz="1725" b="0">
                <a:solidFill>
                  <a:srgbClr val="52656B"/>
                </a:solidFill>
                <a:latin typeface="Segoe UI"/>
                <a:ea typeface="Segoe UI"/>
                <a:cs typeface="Segoe UI"/>
              </a:defRPr>
            </a:lvl4pPr>
            <a:lvl5pPr algn="ctr">
              <a:defRPr sz="1725" b="0">
                <a:solidFill>
                  <a:srgbClr val="52656B"/>
                </a:solidFill>
                <a:latin typeface="Segoe UI"/>
                <a:ea typeface="Segoe UI"/>
                <a:cs typeface="Segoe UI"/>
              </a:defRPr>
            </a:lvl5pPr>
            <a:lvl6pPr algn="ctr">
              <a:defRPr sz="1725" b="0">
                <a:solidFill>
                  <a:srgbClr val="52656B"/>
                </a:solidFill>
                <a:latin typeface="Segoe UI"/>
                <a:ea typeface="Segoe UI"/>
                <a:cs typeface="Segoe UI"/>
              </a:defRPr>
            </a:lvl6pPr>
            <a:lvl7pPr algn="ctr">
              <a:defRPr sz="1725" b="0">
                <a:solidFill>
                  <a:srgbClr val="52656B"/>
                </a:solidFill>
                <a:latin typeface="Segoe UI"/>
                <a:ea typeface="Segoe UI"/>
                <a:cs typeface="Segoe UI"/>
              </a:defRPr>
            </a:lvl7pPr>
            <a:lvl8pPr algn="ctr">
              <a:defRPr sz="1725" b="0">
                <a:solidFill>
                  <a:srgbClr val="52656B"/>
                </a:solidFill>
                <a:latin typeface="Segoe UI"/>
                <a:ea typeface="Segoe UI"/>
                <a:cs typeface="Segoe UI"/>
              </a:defRPr>
            </a:lvl8pPr>
            <a:lvl9pPr algn="ctr">
              <a:defRPr sz="1725" b="0">
                <a:solidFill>
                  <a:srgbClr val="52656B"/>
                </a:solidFill>
                <a:latin typeface="Segoe UI"/>
                <a:ea typeface="Segoe UI"/>
                <a:cs typeface="Segoe UI"/>
              </a:defRPr>
            </a:lvl9pPr>
          </a:lstStyle>
          <a:p xmlns:a="http://schemas.openxmlformats.org/drawingml/2006/main">
            <a:pPr algn="ctr">
              <a:lnSpc>
                <a:spcPct val="100000"/>
              </a:lnSpc>
              <a:buNone/>
              <a:defRPr sz="1725" b="0">
                <a:solidFill>
                  <a:srgbClr val="52656B"/>
                </a:solidFill>
                <a:latin typeface="Segoe UI"/>
                <a:ea typeface="Segoe UI"/>
                <a:cs typeface="Segoe UI"/>
              </a:defRPr>
            </a:pPr>
            <a:r>
              <a:rPr sz="1725" b="0">
                <a:solidFill>
                  <a:srgbClr val="52656B"/>
                </a:solidFill>
                <a:latin typeface="Segoe UI"/>
                <a:ea typeface="Segoe UI"/>
                <a:cs typeface="Segoe UI"/>
              </a:rPr>
              <a:t>Access and oversight across the workflow</a:t>
            </a:r>
          </a:p>
        </p:txBody>
      </p:sp>
      <p:sp>
        <p:nvSpPr>
          <p:cNvPr id="16" name="">
            <a:extLst xmlns:a="http://schemas.openxmlformats.org/drawingml/2006/main">
              <a:ext uri="{FF2B5EF4-FFF2-40B4-BE49-F238E27FC236}">
                <a16:creationId xmlns:a16="http://schemas.microsoft.com/office/drawing/2014/main" id="{C92BE2A2-5697-4518-A1D1-8EBC73195743}"/>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2656B"/>
                </a:solidFill>
                <a:latin typeface="Segoe UI"/>
                <a:ea typeface="Segoe UI"/>
                <a:cs typeface="Segoe UI"/>
              </a:defRPr>
            </a:defPPr>
            <a:lvl1pPr algn="l">
              <a:defRPr sz="900" b="0">
                <a:solidFill>
                  <a:srgbClr val="52656B"/>
                </a:solidFill>
                <a:latin typeface="Segoe UI"/>
                <a:ea typeface="Segoe UI"/>
                <a:cs typeface="Segoe UI"/>
              </a:defRPr>
            </a:lvl1pPr>
            <a:lvl2pPr algn="l">
              <a:defRPr sz="900" b="0">
                <a:solidFill>
                  <a:srgbClr val="52656B"/>
                </a:solidFill>
                <a:latin typeface="Segoe UI"/>
                <a:ea typeface="Segoe UI"/>
                <a:cs typeface="Segoe UI"/>
              </a:defRPr>
            </a:lvl2pPr>
            <a:lvl3pPr algn="l">
              <a:defRPr sz="900" b="0">
                <a:solidFill>
                  <a:srgbClr val="52656B"/>
                </a:solidFill>
                <a:latin typeface="Segoe UI"/>
                <a:ea typeface="Segoe UI"/>
                <a:cs typeface="Segoe UI"/>
              </a:defRPr>
            </a:lvl3pPr>
            <a:lvl4pPr algn="l">
              <a:defRPr sz="900" b="0">
                <a:solidFill>
                  <a:srgbClr val="52656B"/>
                </a:solidFill>
                <a:latin typeface="Segoe UI"/>
                <a:ea typeface="Segoe UI"/>
                <a:cs typeface="Segoe UI"/>
              </a:defRPr>
            </a:lvl4pPr>
            <a:lvl5pPr algn="l">
              <a:defRPr sz="900" b="0">
                <a:solidFill>
                  <a:srgbClr val="52656B"/>
                </a:solidFill>
                <a:latin typeface="Segoe UI"/>
                <a:ea typeface="Segoe UI"/>
                <a:cs typeface="Segoe UI"/>
              </a:defRPr>
            </a:lvl5pPr>
            <a:lvl6pPr algn="l">
              <a:defRPr sz="900" b="0">
                <a:solidFill>
                  <a:srgbClr val="52656B"/>
                </a:solidFill>
                <a:latin typeface="Segoe UI"/>
                <a:ea typeface="Segoe UI"/>
                <a:cs typeface="Segoe UI"/>
              </a:defRPr>
            </a:lvl6pPr>
            <a:lvl7pPr algn="l">
              <a:defRPr sz="900" b="0">
                <a:solidFill>
                  <a:srgbClr val="52656B"/>
                </a:solidFill>
                <a:latin typeface="Segoe UI"/>
                <a:ea typeface="Segoe UI"/>
                <a:cs typeface="Segoe UI"/>
              </a:defRPr>
            </a:lvl7pPr>
            <a:lvl8pPr algn="l">
              <a:defRPr sz="900" b="0">
                <a:solidFill>
                  <a:srgbClr val="52656B"/>
                </a:solidFill>
                <a:latin typeface="Segoe UI"/>
                <a:ea typeface="Segoe UI"/>
                <a:cs typeface="Segoe UI"/>
              </a:defRPr>
            </a:lvl8pPr>
            <a:lvl9pPr algn="l">
              <a:defRPr sz="900" b="0">
                <a:solidFill>
                  <a:srgbClr val="52656B"/>
                </a:solidFill>
                <a:latin typeface="Segoe UI"/>
                <a:ea typeface="Segoe UI"/>
                <a:cs typeface="Segoe UI"/>
              </a:defRPr>
            </a:lvl9pPr>
          </a:lstStyle>
          <a:p xmlns:a="http://schemas.openxmlformats.org/drawingml/2006/main">
            <a:pPr algn="l">
              <a:lnSpc>
                <a:spcPct val="100000"/>
              </a:lnSpc>
              <a:buNone/>
              <a:defRPr sz="900" b="0">
                <a:solidFill>
                  <a:srgbClr val="52656B"/>
                </a:solidFill>
                <a:latin typeface="Segoe UI"/>
                <a:ea typeface="Segoe UI"/>
                <a:cs typeface="Segoe UI"/>
              </a:defRPr>
            </a:pPr>
            <a:r>
              <a:rPr sz="900" b="0">
                <a:solidFill>
                  <a:srgbClr val="52656B"/>
                </a:solidFill>
                <a:latin typeface="Segoe UI"/>
                <a:ea typeface="Segoe UI"/>
                <a:cs typeface="Segoe UI"/>
              </a:rPr>
              <a:t>Independent concept</a:t>
            </a:r>
          </a:p>
        </p:txBody>
      </p:sp>
      <p:sp>
        <p:nvSpPr>
          <p:cNvPr id="17" name="">
            <a:extLst xmlns:a="http://schemas.openxmlformats.org/drawingml/2006/main">
              <a:ext uri="{FF2B5EF4-FFF2-40B4-BE49-F238E27FC236}">
                <a16:creationId xmlns:a16="http://schemas.microsoft.com/office/drawing/2014/main" id="{9D548650-2123-4F74-9F68-2841E2C73F97}"/>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6B"/>
                </a:solidFill>
                <a:latin typeface="Segoe UI"/>
                <a:ea typeface="Segoe UI"/>
                <a:cs typeface="Segoe UI"/>
              </a:defRPr>
            </a:defPPr>
            <a:lvl1pPr algn="r">
              <a:defRPr sz="1200" b="0">
                <a:solidFill>
                  <a:srgbClr val="52656B"/>
                </a:solidFill>
                <a:latin typeface="Segoe UI"/>
                <a:ea typeface="Segoe UI"/>
                <a:cs typeface="Segoe UI"/>
              </a:defRPr>
            </a:lvl1pPr>
            <a:lvl2pPr algn="r">
              <a:defRPr sz="1200" b="0">
                <a:solidFill>
                  <a:srgbClr val="52656B"/>
                </a:solidFill>
                <a:latin typeface="Segoe UI"/>
                <a:ea typeface="Segoe UI"/>
                <a:cs typeface="Segoe UI"/>
              </a:defRPr>
            </a:lvl2pPr>
            <a:lvl3pPr algn="r">
              <a:defRPr sz="1200" b="0">
                <a:solidFill>
                  <a:srgbClr val="52656B"/>
                </a:solidFill>
                <a:latin typeface="Segoe UI"/>
                <a:ea typeface="Segoe UI"/>
                <a:cs typeface="Segoe UI"/>
              </a:defRPr>
            </a:lvl3pPr>
            <a:lvl4pPr algn="r">
              <a:defRPr sz="1200" b="0">
                <a:solidFill>
                  <a:srgbClr val="52656B"/>
                </a:solidFill>
                <a:latin typeface="Segoe UI"/>
                <a:ea typeface="Segoe UI"/>
                <a:cs typeface="Segoe UI"/>
              </a:defRPr>
            </a:lvl4pPr>
            <a:lvl5pPr algn="r">
              <a:defRPr sz="1200" b="0">
                <a:solidFill>
                  <a:srgbClr val="52656B"/>
                </a:solidFill>
                <a:latin typeface="Segoe UI"/>
                <a:ea typeface="Segoe UI"/>
                <a:cs typeface="Segoe UI"/>
              </a:defRPr>
            </a:lvl5pPr>
            <a:lvl6pPr algn="r">
              <a:defRPr sz="1200" b="0">
                <a:solidFill>
                  <a:srgbClr val="52656B"/>
                </a:solidFill>
                <a:latin typeface="Segoe UI"/>
                <a:ea typeface="Segoe UI"/>
                <a:cs typeface="Segoe UI"/>
              </a:defRPr>
            </a:lvl6pPr>
            <a:lvl7pPr algn="r">
              <a:defRPr sz="1200" b="0">
                <a:solidFill>
                  <a:srgbClr val="52656B"/>
                </a:solidFill>
                <a:latin typeface="Segoe UI"/>
                <a:ea typeface="Segoe UI"/>
                <a:cs typeface="Segoe UI"/>
              </a:defRPr>
            </a:lvl7pPr>
            <a:lvl8pPr algn="r">
              <a:defRPr sz="1200" b="0">
                <a:solidFill>
                  <a:srgbClr val="52656B"/>
                </a:solidFill>
                <a:latin typeface="Segoe UI"/>
                <a:ea typeface="Segoe UI"/>
                <a:cs typeface="Segoe UI"/>
              </a:defRPr>
            </a:lvl8pPr>
            <a:lvl9pPr algn="r">
              <a:defRPr sz="1200" b="0">
                <a:solidFill>
                  <a:srgbClr val="52656B"/>
                </a:solidFill>
                <a:latin typeface="Segoe UI"/>
                <a:ea typeface="Segoe UI"/>
                <a:cs typeface="Segoe UI"/>
              </a:defRPr>
            </a:lvl9pPr>
          </a:lstStyle>
          <a:p xmlns:a="http://schemas.openxmlformats.org/drawingml/2006/main">
            <a:pPr algn="r">
              <a:lnSpc>
                <a:spcPct val="100000"/>
              </a:lnSpc>
              <a:buNone/>
              <a:defRPr sz="1200" b="0">
                <a:solidFill>
                  <a:srgbClr val="52656B"/>
                </a:solidFill>
                <a:latin typeface="Segoe UI"/>
                <a:ea typeface="Segoe UI"/>
                <a:cs typeface="Segoe UI"/>
              </a:defRPr>
            </a:pPr>
            <a:r>
              <a:rPr sz="1200" b="0">
                <a:solidFill>
                  <a:srgbClr val="52656B"/>
                </a:solidFill>
                <a:latin typeface="Segoe UI"/>
                <a:ea typeface="Segoe UI"/>
                <a:cs typeface="Segoe UI"/>
              </a:rPr>
              <a:t>10</a:t>
            </a:r>
          </a:p>
        </p:txBody>
      </p:sp>
    </p:spTree>
    <p:extLst>
      <p:ext uri="{BB962C8B-B14F-4D97-AF65-F5344CB8AC3E}">
        <p14:creationId xmlns:p14="http://schemas.microsoft.com/office/powerpoint/2010/main" val="1066142439"/>
      </p:ext>
    </p:extLst>
  </p:cSld>
</p:sld>
</file>

<file path=ppt/slides/slide11.xml><?xml version="1.0" encoding="utf-8"?>
<p:sld xmlns:p="http://schemas.openxmlformats.org/presentationml/2006/main">
  <p:cSld>
    <p:bg>
      <p:bgPr>
        <a:solidFill xmlns:a="http://schemas.openxmlformats.org/drawingml/2006/main">
          <a:srgbClr val="1756D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203B6E-CD45-42C0-9105-922266ED6A78}"/>
              </a:ext>
            </a:extLst>
          </p:cNvPr>
          <p:cNvSpPr>
            <a:spLocks xmlns:a="http://schemas.openxmlformats.org/drawingml/2006/main" noGrp="1"/>
          </p:cNvSpPr>
          <p:nvPr/>
        </p:nvSpPr>
        <p:spPr>
          <a:xfrm xmlns:a="http://schemas.openxmlformats.org/drawingml/2006/main">
            <a:off x="609600" y="1276350"/>
            <a:ext cx="61912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75" b="1">
                <a:solidFill>
                  <a:srgbClr val="FFFFFF"/>
                </a:solidFill>
                <a:latin typeface="Segoe UI"/>
                <a:ea typeface="Segoe UI"/>
                <a:cs typeface="Segoe UI"/>
              </a:defRPr>
            </a:defPPr>
            <a:lvl1pPr algn="l">
              <a:defRPr sz="5175" b="1">
                <a:solidFill>
                  <a:srgbClr val="FFFFFF"/>
                </a:solidFill>
                <a:latin typeface="Segoe UI"/>
                <a:ea typeface="Segoe UI"/>
                <a:cs typeface="Segoe UI"/>
              </a:defRPr>
            </a:lvl1pPr>
            <a:lvl2pPr algn="l">
              <a:defRPr sz="5175" b="1">
                <a:solidFill>
                  <a:srgbClr val="FFFFFF"/>
                </a:solidFill>
                <a:latin typeface="Segoe UI"/>
                <a:ea typeface="Segoe UI"/>
                <a:cs typeface="Segoe UI"/>
              </a:defRPr>
            </a:lvl2pPr>
            <a:lvl3pPr algn="l">
              <a:defRPr sz="5175" b="1">
                <a:solidFill>
                  <a:srgbClr val="FFFFFF"/>
                </a:solidFill>
                <a:latin typeface="Segoe UI"/>
                <a:ea typeface="Segoe UI"/>
                <a:cs typeface="Segoe UI"/>
              </a:defRPr>
            </a:lvl3pPr>
            <a:lvl4pPr algn="l">
              <a:defRPr sz="5175" b="1">
                <a:solidFill>
                  <a:srgbClr val="FFFFFF"/>
                </a:solidFill>
                <a:latin typeface="Segoe UI"/>
                <a:ea typeface="Segoe UI"/>
                <a:cs typeface="Segoe UI"/>
              </a:defRPr>
            </a:lvl4pPr>
            <a:lvl5pPr algn="l">
              <a:defRPr sz="5175" b="1">
                <a:solidFill>
                  <a:srgbClr val="FFFFFF"/>
                </a:solidFill>
                <a:latin typeface="Segoe UI"/>
                <a:ea typeface="Segoe UI"/>
                <a:cs typeface="Segoe UI"/>
              </a:defRPr>
            </a:lvl5pPr>
            <a:lvl6pPr algn="l">
              <a:defRPr sz="5175" b="1">
                <a:solidFill>
                  <a:srgbClr val="FFFFFF"/>
                </a:solidFill>
                <a:latin typeface="Segoe UI"/>
                <a:ea typeface="Segoe UI"/>
                <a:cs typeface="Segoe UI"/>
              </a:defRPr>
            </a:lvl6pPr>
            <a:lvl7pPr algn="l">
              <a:defRPr sz="5175" b="1">
                <a:solidFill>
                  <a:srgbClr val="FFFFFF"/>
                </a:solidFill>
                <a:latin typeface="Segoe UI"/>
                <a:ea typeface="Segoe UI"/>
                <a:cs typeface="Segoe UI"/>
              </a:defRPr>
            </a:lvl7pPr>
            <a:lvl8pPr algn="l">
              <a:defRPr sz="5175" b="1">
                <a:solidFill>
                  <a:srgbClr val="FFFFFF"/>
                </a:solidFill>
                <a:latin typeface="Segoe UI"/>
                <a:ea typeface="Segoe UI"/>
                <a:cs typeface="Segoe UI"/>
              </a:defRPr>
            </a:lvl8pPr>
            <a:lvl9pPr algn="l">
              <a:defRPr sz="5175" b="1">
                <a:solidFill>
                  <a:srgbClr val="FFFFFF"/>
                </a:solidFill>
                <a:latin typeface="Segoe UI"/>
                <a:ea typeface="Segoe UI"/>
                <a:cs typeface="Segoe UI"/>
              </a:defRPr>
            </a:lvl9pPr>
          </a:lstStyle>
          <a:p xmlns:a="http://schemas.openxmlformats.org/drawingml/2006/main">
            <a:pPr algn="l">
              <a:lnSpc>
                <a:spcPct val="100000"/>
              </a:lnSpc>
              <a:buNone/>
              <a:defRPr sz="5175" b="1">
                <a:solidFill>
                  <a:srgbClr val="FFFFFF"/>
                </a:solidFill>
                <a:latin typeface="Segoe UI"/>
                <a:ea typeface="Segoe UI"/>
                <a:cs typeface="Segoe UI"/>
              </a:defRPr>
            </a:pPr>
            <a:r>
              <a:rPr sz="5175" b="1">
                <a:solidFill>
                  <a:srgbClr val="FFFFFF"/>
                </a:solidFill>
                <a:latin typeface="Segoe UI"/>
                <a:ea typeface="Segoe UI"/>
                <a:cs typeface="Segoe UI"/>
              </a:rPr>
              <a:t>Did we keep</a:t>
            </a:r>
          </a:p>
          <a:p xmlns:a="http://schemas.openxmlformats.org/drawingml/2006/main">
            <a:pPr algn="l">
              <a:lnSpc>
                <a:spcPct val="100000"/>
              </a:lnSpc>
              <a:buNone/>
              <a:defRPr sz="5175" b="1">
                <a:solidFill>
                  <a:srgbClr val="FFFFFF"/>
                </a:solidFill>
                <a:latin typeface="Segoe UI"/>
                <a:ea typeface="Segoe UI"/>
                <a:cs typeface="Segoe UI"/>
              </a:defRPr>
            </a:pPr>
            <a:r>
              <a:rPr sz="5175" b="1">
                <a:solidFill>
                  <a:srgbClr val="FFFFFF"/>
                </a:solidFill>
                <a:latin typeface="Segoe UI"/>
                <a:ea typeface="Segoe UI"/>
                <a:cs typeface="Segoe UI"/>
              </a:rPr>
              <a:t>the promise?</a:t>
            </a:r>
          </a:p>
        </p:txBody>
      </p:sp>
      <p:sp>
        <p:nvSpPr>
          <p:cNvPr id="2" name="">
            <a:extLst xmlns:a="http://schemas.openxmlformats.org/drawingml/2006/main">
              <a:ext uri="{FF2B5EF4-FFF2-40B4-BE49-F238E27FC236}">
                <a16:creationId xmlns:a16="http://schemas.microsoft.com/office/drawing/2014/main" id="{B9285B2A-CB1F-46D1-B259-F59774C6042A}"/>
              </a:ext>
            </a:extLst>
          </p:cNvPr>
          <p:cNvSpPr>
            <a:spLocks xmlns:a="http://schemas.openxmlformats.org/drawingml/2006/main" noGrp="1"/>
          </p:cNvSpPr>
          <p:nvPr/>
        </p:nvSpPr>
        <p:spPr>
          <a:xfrm xmlns:a="http://schemas.openxmlformats.org/drawingml/2006/main">
            <a:off x="647700" y="4705350"/>
            <a:ext cx="5048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D6E4FF"/>
                </a:solidFill>
                <a:latin typeface="Segoe UI"/>
                <a:ea typeface="Segoe UI"/>
                <a:cs typeface="Segoe UI"/>
              </a:defRPr>
            </a:defPPr>
            <a:lvl1pPr algn="l">
              <a:defRPr sz="2100" b="0">
                <a:solidFill>
                  <a:srgbClr val="D6E4FF"/>
                </a:solidFill>
                <a:latin typeface="Segoe UI"/>
                <a:ea typeface="Segoe UI"/>
                <a:cs typeface="Segoe UI"/>
              </a:defRPr>
            </a:lvl1pPr>
            <a:lvl2pPr algn="l">
              <a:defRPr sz="2100" b="0">
                <a:solidFill>
                  <a:srgbClr val="D6E4FF"/>
                </a:solidFill>
                <a:latin typeface="Segoe UI"/>
                <a:ea typeface="Segoe UI"/>
                <a:cs typeface="Segoe UI"/>
              </a:defRPr>
            </a:lvl2pPr>
            <a:lvl3pPr algn="l">
              <a:defRPr sz="2100" b="0">
                <a:solidFill>
                  <a:srgbClr val="D6E4FF"/>
                </a:solidFill>
                <a:latin typeface="Segoe UI"/>
                <a:ea typeface="Segoe UI"/>
                <a:cs typeface="Segoe UI"/>
              </a:defRPr>
            </a:lvl3pPr>
            <a:lvl4pPr algn="l">
              <a:defRPr sz="2100" b="0">
                <a:solidFill>
                  <a:srgbClr val="D6E4FF"/>
                </a:solidFill>
                <a:latin typeface="Segoe UI"/>
                <a:ea typeface="Segoe UI"/>
                <a:cs typeface="Segoe UI"/>
              </a:defRPr>
            </a:lvl4pPr>
            <a:lvl5pPr algn="l">
              <a:defRPr sz="2100" b="0">
                <a:solidFill>
                  <a:srgbClr val="D6E4FF"/>
                </a:solidFill>
                <a:latin typeface="Segoe UI"/>
                <a:ea typeface="Segoe UI"/>
                <a:cs typeface="Segoe UI"/>
              </a:defRPr>
            </a:lvl5pPr>
            <a:lvl6pPr algn="l">
              <a:defRPr sz="2100" b="0">
                <a:solidFill>
                  <a:srgbClr val="D6E4FF"/>
                </a:solidFill>
                <a:latin typeface="Segoe UI"/>
                <a:ea typeface="Segoe UI"/>
                <a:cs typeface="Segoe UI"/>
              </a:defRPr>
            </a:lvl6pPr>
            <a:lvl7pPr algn="l">
              <a:defRPr sz="2100" b="0">
                <a:solidFill>
                  <a:srgbClr val="D6E4FF"/>
                </a:solidFill>
                <a:latin typeface="Segoe UI"/>
                <a:ea typeface="Segoe UI"/>
                <a:cs typeface="Segoe UI"/>
              </a:defRPr>
            </a:lvl7pPr>
            <a:lvl8pPr algn="l">
              <a:defRPr sz="2100" b="0">
                <a:solidFill>
                  <a:srgbClr val="D6E4FF"/>
                </a:solidFill>
                <a:latin typeface="Segoe UI"/>
                <a:ea typeface="Segoe UI"/>
                <a:cs typeface="Segoe UI"/>
              </a:defRPr>
            </a:lvl8pPr>
            <a:lvl9pPr algn="l">
              <a:defRPr sz="2100" b="0">
                <a:solidFill>
                  <a:srgbClr val="D6E4FF"/>
                </a:solidFill>
                <a:latin typeface="Segoe UI"/>
                <a:ea typeface="Segoe UI"/>
                <a:cs typeface="Segoe UI"/>
              </a:defRPr>
            </a:lvl9pPr>
          </a:lstStyle>
          <a:p xmlns:a="http://schemas.openxmlformats.org/drawingml/2006/main">
            <a:pPr algn="l">
              <a:lnSpc>
                <a:spcPct val="100000"/>
              </a:lnSpc>
              <a:buNone/>
              <a:defRPr sz="2100" b="0">
                <a:solidFill>
                  <a:srgbClr val="D6E4FF"/>
                </a:solidFill>
                <a:latin typeface="Segoe UI"/>
                <a:ea typeface="Segoe UI"/>
                <a:cs typeface="Segoe UI"/>
              </a:defRPr>
            </a:pPr>
            <a:r>
              <a:rPr sz="2100" b="0">
                <a:solidFill>
                  <a:srgbClr val="D6E4FF"/>
                </a:solidFill>
                <a:latin typeface="Segoe UI"/>
                <a:ea typeface="Segoe UI"/>
                <a:cs typeface="Segoe UI"/>
              </a:rPr>
              <a:t>Baseline first.</a:t>
            </a:r>
          </a:p>
          <a:p xmlns:a="http://schemas.openxmlformats.org/drawingml/2006/main">
            <a:pPr algn="l">
              <a:lnSpc>
                <a:spcPct val="100000"/>
              </a:lnSpc>
              <a:buNone/>
              <a:defRPr sz="2100" b="0">
                <a:solidFill>
                  <a:srgbClr val="D6E4FF"/>
                </a:solidFill>
                <a:latin typeface="Segoe UI"/>
                <a:ea typeface="Segoe UI"/>
                <a:cs typeface="Segoe UI"/>
              </a:defRPr>
            </a:pPr>
            <a:r>
              <a:rPr sz="2100" b="0">
                <a:solidFill>
                  <a:srgbClr val="D6E4FF"/>
                </a:solidFill>
                <a:latin typeface="Segoe UI"/>
                <a:ea typeface="Segoe UI"/>
                <a:cs typeface="Segoe UI"/>
              </a:rPr>
              <a:t>Targets agreed together.</a:t>
            </a:r>
          </a:p>
        </p:txBody>
      </p:sp>
      <p:sp>
        <p:nvSpPr>
          <p:cNvPr id="3" name="">
            <a:extLst xmlns:a="http://schemas.openxmlformats.org/drawingml/2006/main">
              <a:ext uri="{FF2B5EF4-FFF2-40B4-BE49-F238E27FC236}">
                <a16:creationId xmlns:a16="http://schemas.microsoft.com/office/drawing/2014/main" id="{A33855F0-F999-4EAB-B95F-D5DC6EF9D862}"/>
              </a:ext>
            </a:extLst>
          </p:cNvPr>
          <p:cNvSpPr>
            <a:spLocks xmlns:a="http://schemas.openxmlformats.org/drawingml/2006/main" noGrp="1"/>
          </p:cNvSpPr>
          <p:nvPr/>
        </p:nvSpPr>
        <p:spPr>
          <a:xfrm xmlns:a="http://schemas.openxmlformats.org/drawingml/2006/main">
            <a:off x="7219950" y="1409700"/>
            <a:ext cx="4371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Segoe UI"/>
                <a:ea typeface="Segoe UI"/>
                <a:cs typeface="Segoe UI"/>
              </a:defRPr>
            </a:defPPr>
            <a:lvl1pPr algn="l">
              <a:defRPr sz="2475" b="1">
                <a:solidFill>
                  <a:srgbClr val="FFFFFF"/>
                </a:solidFill>
                <a:latin typeface="Segoe UI"/>
                <a:ea typeface="Segoe UI"/>
                <a:cs typeface="Segoe UI"/>
              </a:defRPr>
            </a:lvl1pPr>
            <a:lvl2pPr algn="l">
              <a:defRPr sz="2475" b="1">
                <a:solidFill>
                  <a:srgbClr val="FFFFFF"/>
                </a:solidFill>
                <a:latin typeface="Segoe UI"/>
                <a:ea typeface="Segoe UI"/>
                <a:cs typeface="Segoe UI"/>
              </a:defRPr>
            </a:lvl2pPr>
            <a:lvl3pPr algn="l">
              <a:defRPr sz="2475" b="1">
                <a:solidFill>
                  <a:srgbClr val="FFFFFF"/>
                </a:solidFill>
                <a:latin typeface="Segoe UI"/>
                <a:ea typeface="Segoe UI"/>
                <a:cs typeface="Segoe UI"/>
              </a:defRPr>
            </a:lvl3pPr>
            <a:lvl4pPr algn="l">
              <a:defRPr sz="2475" b="1">
                <a:solidFill>
                  <a:srgbClr val="FFFFFF"/>
                </a:solidFill>
                <a:latin typeface="Segoe UI"/>
                <a:ea typeface="Segoe UI"/>
                <a:cs typeface="Segoe UI"/>
              </a:defRPr>
            </a:lvl4pPr>
            <a:lvl5pPr algn="l">
              <a:defRPr sz="2475" b="1">
                <a:solidFill>
                  <a:srgbClr val="FFFFFF"/>
                </a:solidFill>
                <a:latin typeface="Segoe UI"/>
                <a:ea typeface="Segoe UI"/>
                <a:cs typeface="Segoe UI"/>
              </a:defRPr>
            </a:lvl5pPr>
            <a:lvl6pPr algn="l">
              <a:defRPr sz="2475" b="1">
                <a:solidFill>
                  <a:srgbClr val="FFFFFF"/>
                </a:solidFill>
                <a:latin typeface="Segoe UI"/>
                <a:ea typeface="Segoe UI"/>
                <a:cs typeface="Segoe UI"/>
              </a:defRPr>
            </a:lvl6pPr>
            <a:lvl7pPr algn="l">
              <a:defRPr sz="2475" b="1">
                <a:solidFill>
                  <a:srgbClr val="FFFFFF"/>
                </a:solidFill>
                <a:latin typeface="Segoe UI"/>
                <a:ea typeface="Segoe UI"/>
                <a:cs typeface="Segoe UI"/>
              </a:defRPr>
            </a:lvl7pPr>
            <a:lvl8pPr algn="l">
              <a:defRPr sz="2475" b="1">
                <a:solidFill>
                  <a:srgbClr val="FFFFFF"/>
                </a:solidFill>
                <a:latin typeface="Segoe UI"/>
                <a:ea typeface="Segoe UI"/>
                <a:cs typeface="Segoe UI"/>
              </a:defRPr>
            </a:lvl8pPr>
            <a:lvl9pPr algn="l">
              <a:defRPr sz="2475" b="1">
                <a:solidFill>
                  <a:srgbClr val="FFFFFF"/>
                </a:solidFill>
                <a:latin typeface="Segoe UI"/>
                <a:ea typeface="Segoe UI"/>
                <a:cs typeface="Segoe UI"/>
              </a:defRPr>
            </a:lvl9pPr>
          </a:lstStyle>
          <a:p xmlns:a="http://schemas.openxmlformats.org/drawingml/2006/main">
            <a:pPr algn="l">
              <a:lnSpc>
                <a:spcPct val="100000"/>
              </a:lnSpc>
              <a:buNone/>
              <a:defRPr sz="2475" b="1">
                <a:solidFill>
                  <a:srgbClr val="FFFFFF"/>
                </a:solidFill>
                <a:latin typeface="Segoe UI"/>
                <a:ea typeface="Segoe UI"/>
                <a:cs typeface="Segoe UI"/>
              </a:defRPr>
            </a:pPr>
            <a:r>
              <a:rPr sz="2475" b="1">
                <a:solidFill>
                  <a:srgbClr val="FFFFFF"/>
                </a:solidFill>
                <a:latin typeface="Segoe UI"/>
                <a:ea typeface="Segoe UI"/>
                <a:cs typeface="Segoe UI"/>
              </a:rPr>
              <a:t>Resolution time</a:t>
            </a:r>
          </a:p>
        </p:txBody>
      </p:sp>
      <p:sp>
        <p:nvSpPr>
          <p:cNvPr id="4" name="">
            <a:extLst xmlns:a="http://schemas.openxmlformats.org/drawingml/2006/main">
              <a:ext uri="{FF2B5EF4-FFF2-40B4-BE49-F238E27FC236}">
                <a16:creationId xmlns:a16="http://schemas.microsoft.com/office/drawing/2014/main" id="{CE619422-780C-4192-8F8E-3ABE340E3A3C}"/>
              </a:ext>
            </a:extLst>
          </p:cNvPr>
          <p:cNvSpPr>
            <a:spLocks xmlns:a="http://schemas.openxmlformats.org/drawingml/2006/main" noGrp="1"/>
          </p:cNvSpPr>
          <p:nvPr/>
        </p:nvSpPr>
        <p:spPr>
          <a:xfrm xmlns:a="http://schemas.openxmlformats.org/drawingml/2006/main">
            <a:off x="7219950" y="2200275"/>
            <a:ext cx="4314825" cy="19050"/>
          </a:xfrm>
          <a:prstGeom xmlns:a="http://schemas.openxmlformats.org/drawingml/2006/main" prst="rect">
            <a:avLst/>
          </a:prstGeom>
          <a:solidFill xmlns:a="http://schemas.openxmlformats.org/drawingml/2006/main">
            <a:srgbClr val="87AA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3A748B-AAC0-4CB3-A595-06F71399BE94}"/>
              </a:ext>
            </a:extLst>
          </p:cNvPr>
          <p:cNvSpPr>
            <a:spLocks xmlns:a="http://schemas.openxmlformats.org/drawingml/2006/main" noGrp="1"/>
          </p:cNvSpPr>
          <p:nvPr/>
        </p:nvSpPr>
        <p:spPr>
          <a:xfrm xmlns:a="http://schemas.openxmlformats.org/drawingml/2006/main">
            <a:off x="7219950" y="2552700"/>
            <a:ext cx="4371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Segoe UI"/>
                <a:ea typeface="Segoe UI"/>
                <a:cs typeface="Segoe UI"/>
              </a:defRPr>
            </a:defPPr>
            <a:lvl1pPr algn="l">
              <a:defRPr sz="2475" b="1">
                <a:solidFill>
                  <a:srgbClr val="FFFFFF"/>
                </a:solidFill>
                <a:latin typeface="Segoe UI"/>
                <a:ea typeface="Segoe UI"/>
                <a:cs typeface="Segoe UI"/>
              </a:defRPr>
            </a:lvl1pPr>
            <a:lvl2pPr algn="l">
              <a:defRPr sz="2475" b="1">
                <a:solidFill>
                  <a:srgbClr val="FFFFFF"/>
                </a:solidFill>
                <a:latin typeface="Segoe UI"/>
                <a:ea typeface="Segoe UI"/>
                <a:cs typeface="Segoe UI"/>
              </a:defRPr>
            </a:lvl2pPr>
            <a:lvl3pPr algn="l">
              <a:defRPr sz="2475" b="1">
                <a:solidFill>
                  <a:srgbClr val="FFFFFF"/>
                </a:solidFill>
                <a:latin typeface="Segoe UI"/>
                <a:ea typeface="Segoe UI"/>
                <a:cs typeface="Segoe UI"/>
              </a:defRPr>
            </a:lvl3pPr>
            <a:lvl4pPr algn="l">
              <a:defRPr sz="2475" b="1">
                <a:solidFill>
                  <a:srgbClr val="FFFFFF"/>
                </a:solidFill>
                <a:latin typeface="Segoe UI"/>
                <a:ea typeface="Segoe UI"/>
                <a:cs typeface="Segoe UI"/>
              </a:defRPr>
            </a:lvl4pPr>
            <a:lvl5pPr algn="l">
              <a:defRPr sz="2475" b="1">
                <a:solidFill>
                  <a:srgbClr val="FFFFFF"/>
                </a:solidFill>
                <a:latin typeface="Segoe UI"/>
                <a:ea typeface="Segoe UI"/>
                <a:cs typeface="Segoe UI"/>
              </a:defRPr>
            </a:lvl5pPr>
            <a:lvl6pPr algn="l">
              <a:defRPr sz="2475" b="1">
                <a:solidFill>
                  <a:srgbClr val="FFFFFF"/>
                </a:solidFill>
                <a:latin typeface="Segoe UI"/>
                <a:ea typeface="Segoe UI"/>
                <a:cs typeface="Segoe UI"/>
              </a:defRPr>
            </a:lvl6pPr>
            <a:lvl7pPr algn="l">
              <a:defRPr sz="2475" b="1">
                <a:solidFill>
                  <a:srgbClr val="FFFFFF"/>
                </a:solidFill>
                <a:latin typeface="Segoe UI"/>
                <a:ea typeface="Segoe UI"/>
                <a:cs typeface="Segoe UI"/>
              </a:defRPr>
            </a:lvl7pPr>
            <a:lvl8pPr algn="l">
              <a:defRPr sz="2475" b="1">
                <a:solidFill>
                  <a:srgbClr val="FFFFFF"/>
                </a:solidFill>
                <a:latin typeface="Segoe UI"/>
                <a:ea typeface="Segoe UI"/>
                <a:cs typeface="Segoe UI"/>
              </a:defRPr>
            </a:lvl8pPr>
            <a:lvl9pPr algn="l">
              <a:defRPr sz="2475" b="1">
                <a:solidFill>
                  <a:srgbClr val="FFFFFF"/>
                </a:solidFill>
                <a:latin typeface="Segoe UI"/>
                <a:ea typeface="Segoe UI"/>
                <a:cs typeface="Segoe UI"/>
              </a:defRPr>
            </a:lvl9pPr>
          </a:lstStyle>
          <a:p xmlns:a="http://schemas.openxmlformats.org/drawingml/2006/main">
            <a:pPr algn="l">
              <a:lnSpc>
                <a:spcPct val="100000"/>
              </a:lnSpc>
              <a:buNone/>
              <a:defRPr sz="2475" b="1">
                <a:solidFill>
                  <a:srgbClr val="FFFFFF"/>
                </a:solidFill>
                <a:latin typeface="Segoe UI"/>
                <a:ea typeface="Segoe UI"/>
                <a:cs typeface="Segoe UI"/>
              </a:defRPr>
            </a:pPr>
            <a:r>
              <a:rPr sz="2475" b="1">
                <a:solidFill>
                  <a:srgbClr val="FFFFFF"/>
                </a:solidFill>
                <a:latin typeface="Segoe UI"/>
                <a:ea typeface="Segoe UI"/>
                <a:cs typeface="Segoe UI"/>
              </a:rPr>
              <a:t>Commitments kept</a:t>
            </a:r>
          </a:p>
        </p:txBody>
      </p:sp>
      <p:sp>
        <p:nvSpPr>
          <p:cNvPr id="6" name="">
            <a:extLst xmlns:a="http://schemas.openxmlformats.org/drawingml/2006/main">
              <a:ext uri="{FF2B5EF4-FFF2-40B4-BE49-F238E27FC236}">
                <a16:creationId xmlns:a16="http://schemas.microsoft.com/office/drawing/2014/main" id="{D7F2C921-A7CC-4168-9513-AFD8DB300D68}"/>
              </a:ext>
            </a:extLst>
          </p:cNvPr>
          <p:cNvSpPr>
            <a:spLocks xmlns:a="http://schemas.openxmlformats.org/drawingml/2006/main" noGrp="1"/>
          </p:cNvSpPr>
          <p:nvPr/>
        </p:nvSpPr>
        <p:spPr>
          <a:xfrm xmlns:a="http://schemas.openxmlformats.org/drawingml/2006/main">
            <a:off x="7219950" y="3343275"/>
            <a:ext cx="4314825" cy="19050"/>
          </a:xfrm>
          <a:prstGeom xmlns:a="http://schemas.openxmlformats.org/drawingml/2006/main" prst="rect">
            <a:avLst/>
          </a:prstGeom>
          <a:solidFill xmlns:a="http://schemas.openxmlformats.org/drawingml/2006/main">
            <a:srgbClr val="87AA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9B002C-B1B4-4136-B4CB-AC30AF062A8A}"/>
              </a:ext>
            </a:extLst>
          </p:cNvPr>
          <p:cNvSpPr>
            <a:spLocks xmlns:a="http://schemas.openxmlformats.org/drawingml/2006/main" noGrp="1"/>
          </p:cNvSpPr>
          <p:nvPr/>
        </p:nvSpPr>
        <p:spPr>
          <a:xfrm xmlns:a="http://schemas.openxmlformats.org/drawingml/2006/main">
            <a:off x="7219950" y="3695700"/>
            <a:ext cx="4371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Segoe UI"/>
                <a:ea typeface="Segoe UI"/>
                <a:cs typeface="Segoe UI"/>
              </a:defRPr>
            </a:defPPr>
            <a:lvl1pPr algn="l">
              <a:defRPr sz="2475" b="1">
                <a:solidFill>
                  <a:srgbClr val="FFFFFF"/>
                </a:solidFill>
                <a:latin typeface="Segoe UI"/>
                <a:ea typeface="Segoe UI"/>
                <a:cs typeface="Segoe UI"/>
              </a:defRPr>
            </a:lvl1pPr>
            <a:lvl2pPr algn="l">
              <a:defRPr sz="2475" b="1">
                <a:solidFill>
                  <a:srgbClr val="FFFFFF"/>
                </a:solidFill>
                <a:latin typeface="Segoe UI"/>
                <a:ea typeface="Segoe UI"/>
                <a:cs typeface="Segoe UI"/>
              </a:defRPr>
            </a:lvl2pPr>
            <a:lvl3pPr algn="l">
              <a:defRPr sz="2475" b="1">
                <a:solidFill>
                  <a:srgbClr val="FFFFFF"/>
                </a:solidFill>
                <a:latin typeface="Segoe UI"/>
                <a:ea typeface="Segoe UI"/>
                <a:cs typeface="Segoe UI"/>
              </a:defRPr>
            </a:lvl3pPr>
            <a:lvl4pPr algn="l">
              <a:defRPr sz="2475" b="1">
                <a:solidFill>
                  <a:srgbClr val="FFFFFF"/>
                </a:solidFill>
                <a:latin typeface="Segoe UI"/>
                <a:ea typeface="Segoe UI"/>
                <a:cs typeface="Segoe UI"/>
              </a:defRPr>
            </a:lvl4pPr>
            <a:lvl5pPr algn="l">
              <a:defRPr sz="2475" b="1">
                <a:solidFill>
                  <a:srgbClr val="FFFFFF"/>
                </a:solidFill>
                <a:latin typeface="Segoe UI"/>
                <a:ea typeface="Segoe UI"/>
                <a:cs typeface="Segoe UI"/>
              </a:defRPr>
            </a:lvl5pPr>
            <a:lvl6pPr algn="l">
              <a:defRPr sz="2475" b="1">
                <a:solidFill>
                  <a:srgbClr val="FFFFFF"/>
                </a:solidFill>
                <a:latin typeface="Segoe UI"/>
                <a:ea typeface="Segoe UI"/>
                <a:cs typeface="Segoe UI"/>
              </a:defRPr>
            </a:lvl6pPr>
            <a:lvl7pPr algn="l">
              <a:defRPr sz="2475" b="1">
                <a:solidFill>
                  <a:srgbClr val="FFFFFF"/>
                </a:solidFill>
                <a:latin typeface="Segoe UI"/>
                <a:ea typeface="Segoe UI"/>
                <a:cs typeface="Segoe UI"/>
              </a:defRPr>
            </a:lvl7pPr>
            <a:lvl8pPr algn="l">
              <a:defRPr sz="2475" b="1">
                <a:solidFill>
                  <a:srgbClr val="FFFFFF"/>
                </a:solidFill>
                <a:latin typeface="Segoe UI"/>
                <a:ea typeface="Segoe UI"/>
                <a:cs typeface="Segoe UI"/>
              </a:defRPr>
            </a:lvl8pPr>
            <a:lvl9pPr algn="l">
              <a:defRPr sz="2475" b="1">
                <a:solidFill>
                  <a:srgbClr val="FFFFFF"/>
                </a:solidFill>
                <a:latin typeface="Segoe UI"/>
                <a:ea typeface="Segoe UI"/>
                <a:cs typeface="Segoe UI"/>
              </a:defRPr>
            </a:lvl9pPr>
          </a:lstStyle>
          <a:p xmlns:a="http://schemas.openxmlformats.org/drawingml/2006/main">
            <a:pPr algn="l">
              <a:lnSpc>
                <a:spcPct val="100000"/>
              </a:lnSpc>
              <a:buNone/>
              <a:defRPr sz="2475" b="1">
                <a:solidFill>
                  <a:srgbClr val="FFFFFF"/>
                </a:solidFill>
                <a:latin typeface="Segoe UI"/>
                <a:ea typeface="Segoe UI"/>
                <a:cs typeface="Segoe UI"/>
              </a:defRPr>
            </a:pPr>
            <a:r>
              <a:rPr sz="2475" b="1">
                <a:solidFill>
                  <a:srgbClr val="FFFFFF"/>
                </a:solidFill>
                <a:latin typeface="Segoe UI"/>
                <a:ea typeface="Segoe UI"/>
                <a:cs typeface="Segoe UI"/>
              </a:rPr>
              <a:t>Repeat contact</a:t>
            </a:r>
          </a:p>
        </p:txBody>
      </p:sp>
      <p:sp>
        <p:nvSpPr>
          <p:cNvPr id="8" name="">
            <a:extLst xmlns:a="http://schemas.openxmlformats.org/drawingml/2006/main">
              <a:ext uri="{FF2B5EF4-FFF2-40B4-BE49-F238E27FC236}">
                <a16:creationId xmlns:a16="http://schemas.microsoft.com/office/drawing/2014/main" id="{DD175ACC-5751-49ED-B2D1-8153BE99D74A}"/>
              </a:ext>
            </a:extLst>
          </p:cNvPr>
          <p:cNvSpPr>
            <a:spLocks xmlns:a="http://schemas.openxmlformats.org/drawingml/2006/main" noGrp="1"/>
          </p:cNvSpPr>
          <p:nvPr/>
        </p:nvSpPr>
        <p:spPr>
          <a:xfrm xmlns:a="http://schemas.openxmlformats.org/drawingml/2006/main">
            <a:off x="7219950" y="4486275"/>
            <a:ext cx="4314825" cy="19050"/>
          </a:xfrm>
          <a:prstGeom xmlns:a="http://schemas.openxmlformats.org/drawingml/2006/main" prst="rect">
            <a:avLst/>
          </a:prstGeom>
          <a:solidFill xmlns:a="http://schemas.openxmlformats.org/drawingml/2006/main">
            <a:srgbClr val="87AAE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6BFF89-34DC-4BD0-A059-FD59961E7AD7}"/>
              </a:ext>
            </a:extLst>
          </p:cNvPr>
          <p:cNvSpPr>
            <a:spLocks xmlns:a="http://schemas.openxmlformats.org/drawingml/2006/main" noGrp="1"/>
          </p:cNvSpPr>
          <p:nvPr/>
        </p:nvSpPr>
        <p:spPr>
          <a:xfrm xmlns:a="http://schemas.openxmlformats.org/drawingml/2006/main">
            <a:off x="7219950" y="4838700"/>
            <a:ext cx="4371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Segoe UI"/>
                <a:ea typeface="Segoe UI"/>
                <a:cs typeface="Segoe UI"/>
              </a:defRPr>
            </a:defPPr>
            <a:lvl1pPr algn="l">
              <a:defRPr sz="2475" b="1">
                <a:solidFill>
                  <a:srgbClr val="FFFFFF"/>
                </a:solidFill>
                <a:latin typeface="Segoe UI"/>
                <a:ea typeface="Segoe UI"/>
                <a:cs typeface="Segoe UI"/>
              </a:defRPr>
            </a:lvl1pPr>
            <a:lvl2pPr algn="l">
              <a:defRPr sz="2475" b="1">
                <a:solidFill>
                  <a:srgbClr val="FFFFFF"/>
                </a:solidFill>
                <a:latin typeface="Segoe UI"/>
                <a:ea typeface="Segoe UI"/>
                <a:cs typeface="Segoe UI"/>
              </a:defRPr>
            </a:lvl2pPr>
            <a:lvl3pPr algn="l">
              <a:defRPr sz="2475" b="1">
                <a:solidFill>
                  <a:srgbClr val="FFFFFF"/>
                </a:solidFill>
                <a:latin typeface="Segoe UI"/>
                <a:ea typeface="Segoe UI"/>
                <a:cs typeface="Segoe UI"/>
              </a:defRPr>
            </a:lvl3pPr>
            <a:lvl4pPr algn="l">
              <a:defRPr sz="2475" b="1">
                <a:solidFill>
                  <a:srgbClr val="FFFFFF"/>
                </a:solidFill>
                <a:latin typeface="Segoe UI"/>
                <a:ea typeface="Segoe UI"/>
                <a:cs typeface="Segoe UI"/>
              </a:defRPr>
            </a:lvl4pPr>
            <a:lvl5pPr algn="l">
              <a:defRPr sz="2475" b="1">
                <a:solidFill>
                  <a:srgbClr val="FFFFFF"/>
                </a:solidFill>
                <a:latin typeface="Segoe UI"/>
                <a:ea typeface="Segoe UI"/>
                <a:cs typeface="Segoe UI"/>
              </a:defRPr>
            </a:lvl5pPr>
            <a:lvl6pPr algn="l">
              <a:defRPr sz="2475" b="1">
                <a:solidFill>
                  <a:srgbClr val="FFFFFF"/>
                </a:solidFill>
                <a:latin typeface="Segoe UI"/>
                <a:ea typeface="Segoe UI"/>
                <a:cs typeface="Segoe UI"/>
              </a:defRPr>
            </a:lvl6pPr>
            <a:lvl7pPr algn="l">
              <a:defRPr sz="2475" b="1">
                <a:solidFill>
                  <a:srgbClr val="FFFFFF"/>
                </a:solidFill>
                <a:latin typeface="Segoe UI"/>
                <a:ea typeface="Segoe UI"/>
                <a:cs typeface="Segoe UI"/>
              </a:defRPr>
            </a:lvl7pPr>
            <a:lvl8pPr algn="l">
              <a:defRPr sz="2475" b="1">
                <a:solidFill>
                  <a:srgbClr val="FFFFFF"/>
                </a:solidFill>
                <a:latin typeface="Segoe UI"/>
                <a:ea typeface="Segoe UI"/>
                <a:cs typeface="Segoe UI"/>
              </a:defRPr>
            </a:lvl8pPr>
            <a:lvl9pPr algn="l">
              <a:defRPr sz="2475" b="1">
                <a:solidFill>
                  <a:srgbClr val="FFFFFF"/>
                </a:solidFill>
                <a:latin typeface="Segoe UI"/>
                <a:ea typeface="Segoe UI"/>
                <a:cs typeface="Segoe UI"/>
              </a:defRPr>
            </a:lvl9pPr>
          </a:lstStyle>
          <a:p xmlns:a="http://schemas.openxmlformats.org/drawingml/2006/main">
            <a:pPr algn="l">
              <a:lnSpc>
                <a:spcPct val="100000"/>
              </a:lnSpc>
              <a:buNone/>
              <a:defRPr sz="2475" b="1">
                <a:solidFill>
                  <a:srgbClr val="FFFFFF"/>
                </a:solidFill>
                <a:latin typeface="Segoe UI"/>
                <a:ea typeface="Segoe UI"/>
                <a:cs typeface="Segoe UI"/>
              </a:defRPr>
            </a:pPr>
            <a:r>
              <a:rPr sz="2475" b="1">
                <a:solidFill>
                  <a:srgbClr val="FFFFFF"/>
                </a:solidFill>
                <a:latin typeface="Segoe UI"/>
                <a:ea typeface="Segoe UI"/>
                <a:cs typeface="Segoe UI"/>
              </a:rPr>
              <a:t>Cost per exception</a:t>
            </a:r>
          </a:p>
        </p:txBody>
      </p:sp>
      <p:sp>
        <p:nvSpPr>
          <p:cNvPr id="10" name="">
            <a:extLst xmlns:a="http://schemas.openxmlformats.org/drawingml/2006/main">
              <a:ext uri="{FF2B5EF4-FFF2-40B4-BE49-F238E27FC236}">
                <a16:creationId xmlns:a16="http://schemas.microsoft.com/office/drawing/2014/main" id="{BF8ACFA5-7C32-4CDF-B7D8-D57C8B9CCC22}"/>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D6E4FF"/>
                </a:solidFill>
                <a:latin typeface="Segoe UI"/>
                <a:ea typeface="Segoe UI"/>
                <a:cs typeface="Segoe UI"/>
              </a:defRPr>
            </a:defPPr>
            <a:lvl1pPr algn="l">
              <a:defRPr sz="900" b="0">
                <a:solidFill>
                  <a:srgbClr val="D6E4FF"/>
                </a:solidFill>
                <a:latin typeface="Segoe UI"/>
                <a:ea typeface="Segoe UI"/>
                <a:cs typeface="Segoe UI"/>
              </a:defRPr>
            </a:lvl1pPr>
            <a:lvl2pPr algn="l">
              <a:defRPr sz="900" b="0">
                <a:solidFill>
                  <a:srgbClr val="D6E4FF"/>
                </a:solidFill>
                <a:latin typeface="Segoe UI"/>
                <a:ea typeface="Segoe UI"/>
                <a:cs typeface="Segoe UI"/>
              </a:defRPr>
            </a:lvl2pPr>
            <a:lvl3pPr algn="l">
              <a:defRPr sz="900" b="0">
                <a:solidFill>
                  <a:srgbClr val="D6E4FF"/>
                </a:solidFill>
                <a:latin typeface="Segoe UI"/>
                <a:ea typeface="Segoe UI"/>
                <a:cs typeface="Segoe UI"/>
              </a:defRPr>
            </a:lvl3pPr>
            <a:lvl4pPr algn="l">
              <a:defRPr sz="900" b="0">
                <a:solidFill>
                  <a:srgbClr val="D6E4FF"/>
                </a:solidFill>
                <a:latin typeface="Segoe UI"/>
                <a:ea typeface="Segoe UI"/>
                <a:cs typeface="Segoe UI"/>
              </a:defRPr>
            </a:lvl4pPr>
            <a:lvl5pPr algn="l">
              <a:defRPr sz="900" b="0">
                <a:solidFill>
                  <a:srgbClr val="D6E4FF"/>
                </a:solidFill>
                <a:latin typeface="Segoe UI"/>
                <a:ea typeface="Segoe UI"/>
                <a:cs typeface="Segoe UI"/>
              </a:defRPr>
            </a:lvl5pPr>
            <a:lvl6pPr algn="l">
              <a:defRPr sz="900" b="0">
                <a:solidFill>
                  <a:srgbClr val="D6E4FF"/>
                </a:solidFill>
                <a:latin typeface="Segoe UI"/>
                <a:ea typeface="Segoe UI"/>
                <a:cs typeface="Segoe UI"/>
              </a:defRPr>
            </a:lvl6pPr>
            <a:lvl7pPr algn="l">
              <a:defRPr sz="900" b="0">
                <a:solidFill>
                  <a:srgbClr val="D6E4FF"/>
                </a:solidFill>
                <a:latin typeface="Segoe UI"/>
                <a:ea typeface="Segoe UI"/>
                <a:cs typeface="Segoe UI"/>
              </a:defRPr>
            </a:lvl7pPr>
            <a:lvl8pPr algn="l">
              <a:defRPr sz="900" b="0">
                <a:solidFill>
                  <a:srgbClr val="D6E4FF"/>
                </a:solidFill>
                <a:latin typeface="Segoe UI"/>
                <a:ea typeface="Segoe UI"/>
                <a:cs typeface="Segoe UI"/>
              </a:defRPr>
            </a:lvl8pPr>
            <a:lvl9pPr algn="l">
              <a:defRPr sz="900" b="0">
                <a:solidFill>
                  <a:srgbClr val="D6E4FF"/>
                </a:solidFill>
                <a:latin typeface="Segoe UI"/>
                <a:ea typeface="Segoe UI"/>
                <a:cs typeface="Segoe UI"/>
              </a:defRPr>
            </a:lvl9pPr>
          </a:lstStyle>
          <a:p xmlns:a="http://schemas.openxmlformats.org/drawingml/2006/main">
            <a:pPr algn="l">
              <a:lnSpc>
                <a:spcPct val="100000"/>
              </a:lnSpc>
              <a:buNone/>
              <a:defRPr sz="900" b="0">
                <a:solidFill>
                  <a:srgbClr val="D6E4FF"/>
                </a:solidFill>
                <a:latin typeface="Segoe UI"/>
                <a:ea typeface="Segoe UI"/>
                <a:cs typeface="Segoe UI"/>
              </a:defRPr>
            </a:pPr>
            <a:r>
              <a:rPr sz="900" b="0">
                <a:solidFill>
                  <a:srgbClr val="D6E4FF"/>
                </a:solidFill>
                <a:latin typeface="Segoe UI"/>
                <a:ea typeface="Segoe UI"/>
                <a:cs typeface="Segoe UI"/>
              </a:rPr>
              <a:t>Independent concept</a:t>
            </a:r>
          </a:p>
        </p:txBody>
      </p:sp>
      <p:sp>
        <p:nvSpPr>
          <p:cNvPr id="11" name="">
            <a:extLst xmlns:a="http://schemas.openxmlformats.org/drawingml/2006/main">
              <a:ext uri="{FF2B5EF4-FFF2-40B4-BE49-F238E27FC236}">
                <a16:creationId xmlns:a16="http://schemas.microsoft.com/office/drawing/2014/main" id="{36E7BDF7-B779-4021-A702-4094FFAB236B}"/>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D6E4FF"/>
                </a:solidFill>
                <a:latin typeface="Segoe UI"/>
                <a:ea typeface="Segoe UI"/>
                <a:cs typeface="Segoe UI"/>
              </a:defRPr>
            </a:defPPr>
            <a:lvl1pPr algn="r">
              <a:defRPr sz="1200" b="0">
                <a:solidFill>
                  <a:srgbClr val="D6E4FF"/>
                </a:solidFill>
                <a:latin typeface="Segoe UI"/>
                <a:ea typeface="Segoe UI"/>
                <a:cs typeface="Segoe UI"/>
              </a:defRPr>
            </a:lvl1pPr>
            <a:lvl2pPr algn="r">
              <a:defRPr sz="1200" b="0">
                <a:solidFill>
                  <a:srgbClr val="D6E4FF"/>
                </a:solidFill>
                <a:latin typeface="Segoe UI"/>
                <a:ea typeface="Segoe UI"/>
                <a:cs typeface="Segoe UI"/>
              </a:defRPr>
            </a:lvl2pPr>
            <a:lvl3pPr algn="r">
              <a:defRPr sz="1200" b="0">
                <a:solidFill>
                  <a:srgbClr val="D6E4FF"/>
                </a:solidFill>
                <a:latin typeface="Segoe UI"/>
                <a:ea typeface="Segoe UI"/>
                <a:cs typeface="Segoe UI"/>
              </a:defRPr>
            </a:lvl3pPr>
            <a:lvl4pPr algn="r">
              <a:defRPr sz="1200" b="0">
                <a:solidFill>
                  <a:srgbClr val="D6E4FF"/>
                </a:solidFill>
                <a:latin typeface="Segoe UI"/>
                <a:ea typeface="Segoe UI"/>
                <a:cs typeface="Segoe UI"/>
              </a:defRPr>
            </a:lvl4pPr>
            <a:lvl5pPr algn="r">
              <a:defRPr sz="1200" b="0">
                <a:solidFill>
                  <a:srgbClr val="D6E4FF"/>
                </a:solidFill>
                <a:latin typeface="Segoe UI"/>
                <a:ea typeface="Segoe UI"/>
                <a:cs typeface="Segoe UI"/>
              </a:defRPr>
            </a:lvl5pPr>
            <a:lvl6pPr algn="r">
              <a:defRPr sz="1200" b="0">
                <a:solidFill>
                  <a:srgbClr val="D6E4FF"/>
                </a:solidFill>
                <a:latin typeface="Segoe UI"/>
                <a:ea typeface="Segoe UI"/>
                <a:cs typeface="Segoe UI"/>
              </a:defRPr>
            </a:lvl6pPr>
            <a:lvl7pPr algn="r">
              <a:defRPr sz="1200" b="0">
                <a:solidFill>
                  <a:srgbClr val="D6E4FF"/>
                </a:solidFill>
                <a:latin typeface="Segoe UI"/>
                <a:ea typeface="Segoe UI"/>
                <a:cs typeface="Segoe UI"/>
              </a:defRPr>
            </a:lvl7pPr>
            <a:lvl8pPr algn="r">
              <a:defRPr sz="1200" b="0">
                <a:solidFill>
                  <a:srgbClr val="D6E4FF"/>
                </a:solidFill>
                <a:latin typeface="Segoe UI"/>
                <a:ea typeface="Segoe UI"/>
                <a:cs typeface="Segoe UI"/>
              </a:defRPr>
            </a:lvl8pPr>
            <a:lvl9pPr algn="r">
              <a:defRPr sz="1200" b="0">
                <a:solidFill>
                  <a:srgbClr val="D6E4FF"/>
                </a:solidFill>
                <a:latin typeface="Segoe UI"/>
                <a:ea typeface="Segoe UI"/>
                <a:cs typeface="Segoe UI"/>
              </a:defRPr>
            </a:lvl9pPr>
          </a:lstStyle>
          <a:p xmlns:a="http://schemas.openxmlformats.org/drawingml/2006/main">
            <a:pPr algn="r">
              <a:lnSpc>
                <a:spcPct val="100000"/>
              </a:lnSpc>
              <a:buNone/>
              <a:defRPr sz="1200" b="0">
                <a:solidFill>
                  <a:srgbClr val="D6E4FF"/>
                </a:solidFill>
                <a:latin typeface="Segoe UI"/>
                <a:ea typeface="Segoe UI"/>
                <a:cs typeface="Segoe UI"/>
              </a:defRPr>
            </a:pPr>
            <a:r>
              <a:rPr sz="1200" b="0">
                <a:solidFill>
                  <a:srgbClr val="D6E4FF"/>
                </a:solidFill>
                <a:latin typeface="Segoe UI"/>
                <a:ea typeface="Segoe UI"/>
                <a:cs typeface="Segoe UI"/>
              </a:rPr>
              <a:t>11</a:t>
            </a:r>
          </a:p>
        </p:txBody>
      </p:sp>
    </p:spTree>
    <p:extLst>
      <p:ext uri="{BB962C8B-B14F-4D97-AF65-F5344CB8AC3E}">
        <p14:creationId xmlns:p14="http://schemas.microsoft.com/office/powerpoint/2010/main" val="1281820146"/>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237C3DD-5830-4FF1-9F8C-CAE3F689BCDE}"/>
              </a:ext>
            </a:extLst>
          </p:cNvPr>
          <p:cNvSpPr>
            <a:spLocks xmlns:a="http://schemas.openxmlformats.org/drawingml/2006/main" noGrp="1"/>
          </p:cNvSpPr>
          <p:nvPr/>
        </p:nvSpPr>
        <p:spPr>
          <a:xfrm xmlns:a="http://schemas.openxmlformats.org/drawingml/2006/main">
            <a:off x="609600" y="657225"/>
            <a:ext cx="10477500" cy="1724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102830"/>
                </a:solidFill>
                <a:latin typeface="Segoe UI"/>
                <a:ea typeface="Segoe UI"/>
                <a:cs typeface="Segoe UI"/>
              </a:defRPr>
            </a:defPPr>
            <a:lvl1pPr algn="l">
              <a:defRPr sz="5250" b="1">
                <a:solidFill>
                  <a:srgbClr val="102830"/>
                </a:solidFill>
                <a:latin typeface="Segoe UI"/>
                <a:ea typeface="Segoe UI"/>
                <a:cs typeface="Segoe UI"/>
              </a:defRPr>
            </a:lvl1pPr>
            <a:lvl2pPr algn="l">
              <a:defRPr sz="5250" b="1">
                <a:solidFill>
                  <a:srgbClr val="102830"/>
                </a:solidFill>
                <a:latin typeface="Segoe UI"/>
                <a:ea typeface="Segoe UI"/>
                <a:cs typeface="Segoe UI"/>
              </a:defRPr>
            </a:lvl2pPr>
            <a:lvl3pPr algn="l">
              <a:defRPr sz="5250" b="1">
                <a:solidFill>
                  <a:srgbClr val="102830"/>
                </a:solidFill>
                <a:latin typeface="Segoe UI"/>
                <a:ea typeface="Segoe UI"/>
                <a:cs typeface="Segoe UI"/>
              </a:defRPr>
            </a:lvl3pPr>
            <a:lvl4pPr algn="l">
              <a:defRPr sz="5250" b="1">
                <a:solidFill>
                  <a:srgbClr val="102830"/>
                </a:solidFill>
                <a:latin typeface="Segoe UI"/>
                <a:ea typeface="Segoe UI"/>
                <a:cs typeface="Segoe UI"/>
              </a:defRPr>
            </a:lvl4pPr>
            <a:lvl5pPr algn="l">
              <a:defRPr sz="5250" b="1">
                <a:solidFill>
                  <a:srgbClr val="102830"/>
                </a:solidFill>
                <a:latin typeface="Segoe UI"/>
                <a:ea typeface="Segoe UI"/>
                <a:cs typeface="Segoe UI"/>
              </a:defRPr>
            </a:lvl5pPr>
            <a:lvl6pPr algn="l">
              <a:defRPr sz="5250" b="1">
                <a:solidFill>
                  <a:srgbClr val="102830"/>
                </a:solidFill>
                <a:latin typeface="Segoe UI"/>
                <a:ea typeface="Segoe UI"/>
                <a:cs typeface="Segoe UI"/>
              </a:defRPr>
            </a:lvl6pPr>
            <a:lvl7pPr algn="l">
              <a:defRPr sz="5250" b="1">
                <a:solidFill>
                  <a:srgbClr val="102830"/>
                </a:solidFill>
                <a:latin typeface="Segoe UI"/>
                <a:ea typeface="Segoe UI"/>
                <a:cs typeface="Segoe UI"/>
              </a:defRPr>
            </a:lvl7pPr>
            <a:lvl8pPr algn="l">
              <a:defRPr sz="5250" b="1">
                <a:solidFill>
                  <a:srgbClr val="102830"/>
                </a:solidFill>
                <a:latin typeface="Segoe UI"/>
                <a:ea typeface="Segoe UI"/>
                <a:cs typeface="Segoe UI"/>
              </a:defRPr>
            </a:lvl8pPr>
            <a:lvl9pPr algn="l">
              <a:defRPr sz="5250" b="1">
                <a:solidFill>
                  <a:srgbClr val="102830"/>
                </a:solidFill>
                <a:latin typeface="Segoe UI"/>
                <a:ea typeface="Segoe UI"/>
                <a:cs typeface="Segoe UI"/>
              </a:defRPr>
            </a:lvl9pPr>
          </a:lstStyle>
          <a:p xmlns:a="http://schemas.openxmlformats.org/drawingml/2006/main">
            <a:pPr algn="l">
              <a:lnSpc>
                <a:spcPct val="100000"/>
              </a:lnSpc>
              <a:buNone/>
              <a:defRPr sz="5250" b="1">
                <a:solidFill>
                  <a:srgbClr val="102830"/>
                </a:solidFill>
                <a:latin typeface="Segoe UI"/>
                <a:ea typeface="Segoe UI"/>
                <a:cs typeface="Segoe UI"/>
              </a:defRPr>
            </a:pPr>
            <a:r>
              <a:rPr sz="5250" b="1">
                <a:solidFill>
                  <a:srgbClr val="102830"/>
                </a:solidFill>
                <a:latin typeface="Segoe UI"/>
                <a:ea typeface="Segoe UI"/>
                <a:cs typeface="Segoe UI"/>
              </a:rPr>
              <a:t>One workflow.</a:t>
            </a:r>
          </a:p>
          <a:p xmlns:a="http://schemas.openxmlformats.org/drawingml/2006/main">
            <a:pPr algn="l">
              <a:lnSpc>
                <a:spcPct val="100000"/>
              </a:lnSpc>
              <a:buNone/>
              <a:defRPr sz="5250" b="1">
                <a:solidFill>
                  <a:srgbClr val="102830"/>
                </a:solidFill>
                <a:latin typeface="Segoe UI"/>
                <a:ea typeface="Segoe UI"/>
                <a:cs typeface="Segoe UI"/>
              </a:defRPr>
            </a:pPr>
            <a:r>
              <a:rPr sz="5250" b="1">
                <a:solidFill>
                  <a:srgbClr val="102830"/>
                </a:solidFill>
                <a:latin typeface="Segoe UI"/>
                <a:ea typeface="Segoe UI"/>
                <a:cs typeface="Segoe UI"/>
              </a:rPr>
              <a:t>Room to grow</a:t>
            </a:r>
          </a:p>
        </p:txBody>
      </p:sp>
      <p:sp>
        <p:nvSpPr>
          <p:cNvPr id="2" name="">
            <a:extLst xmlns:a="http://schemas.openxmlformats.org/drawingml/2006/main">
              <a:ext uri="{FF2B5EF4-FFF2-40B4-BE49-F238E27FC236}">
                <a16:creationId xmlns:a16="http://schemas.microsoft.com/office/drawing/2014/main" id="{A229F6B0-C908-40C3-9375-F3710B106041}"/>
              </a:ext>
            </a:extLst>
          </p:cNvPr>
          <p:cNvSpPr>
            <a:spLocks xmlns:a="http://schemas.openxmlformats.org/drawingml/2006/main" noGrp="1"/>
          </p:cNvSpPr>
          <p:nvPr/>
        </p:nvSpPr>
        <p:spPr>
          <a:xfrm xmlns:a="http://schemas.openxmlformats.org/drawingml/2006/main">
            <a:off x="638175" y="3152775"/>
            <a:ext cx="2133600" cy="2133600"/>
          </a:xfrm>
          <a:prstGeom xmlns:a="http://schemas.openxmlformats.org/drawingml/2006/main" prst="ellipse">
            <a:avLst/>
          </a:prstGeom>
          <a:solidFill xmlns:a="http://schemas.openxmlformats.org/drawingml/2006/main">
            <a:srgbClr val="1756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4F2FC6-F92E-421E-9C14-3A5813A8566D}"/>
              </a:ext>
            </a:extLst>
          </p:cNvPr>
          <p:cNvSpPr>
            <a:spLocks xmlns:a="http://schemas.openxmlformats.org/drawingml/2006/main" noGrp="1"/>
          </p:cNvSpPr>
          <p:nvPr/>
        </p:nvSpPr>
        <p:spPr>
          <a:xfrm xmlns:a="http://schemas.openxmlformats.org/drawingml/2006/main">
            <a:off x="876300" y="3695700"/>
            <a:ext cx="1657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a:solidFill>
                  <a:srgbClr val="FFFFFF"/>
                </a:solidFill>
                <a:latin typeface="Segoe UI"/>
                <a:ea typeface="Segoe UI"/>
                <a:cs typeface="Segoe UI"/>
              </a:defRPr>
            </a:defPPr>
            <a:lvl1pPr algn="ctr">
              <a:defRPr sz="2700" b="1">
                <a:solidFill>
                  <a:srgbClr val="FFFFFF"/>
                </a:solidFill>
                <a:latin typeface="Segoe UI"/>
                <a:ea typeface="Segoe UI"/>
                <a:cs typeface="Segoe UI"/>
              </a:defRPr>
            </a:lvl1pPr>
            <a:lvl2pPr algn="ctr">
              <a:defRPr sz="2700" b="1">
                <a:solidFill>
                  <a:srgbClr val="FFFFFF"/>
                </a:solidFill>
                <a:latin typeface="Segoe UI"/>
                <a:ea typeface="Segoe UI"/>
                <a:cs typeface="Segoe UI"/>
              </a:defRPr>
            </a:lvl2pPr>
            <a:lvl3pPr algn="ctr">
              <a:defRPr sz="2700" b="1">
                <a:solidFill>
                  <a:srgbClr val="FFFFFF"/>
                </a:solidFill>
                <a:latin typeface="Segoe UI"/>
                <a:ea typeface="Segoe UI"/>
                <a:cs typeface="Segoe UI"/>
              </a:defRPr>
            </a:lvl3pPr>
            <a:lvl4pPr algn="ctr">
              <a:defRPr sz="2700" b="1">
                <a:solidFill>
                  <a:srgbClr val="FFFFFF"/>
                </a:solidFill>
                <a:latin typeface="Segoe UI"/>
                <a:ea typeface="Segoe UI"/>
                <a:cs typeface="Segoe UI"/>
              </a:defRPr>
            </a:lvl4pPr>
            <a:lvl5pPr algn="ctr">
              <a:defRPr sz="2700" b="1">
                <a:solidFill>
                  <a:srgbClr val="FFFFFF"/>
                </a:solidFill>
                <a:latin typeface="Segoe UI"/>
                <a:ea typeface="Segoe UI"/>
                <a:cs typeface="Segoe UI"/>
              </a:defRPr>
            </a:lvl5pPr>
            <a:lvl6pPr algn="ctr">
              <a:defRPr sz="2700" b="1">
                <a:solidFill>
                  <a:srgbClr val="FFFFFF"/>
                </a:solidFill>
                <a:latin typeface="Segoe UI"/>
                <a:ea typeface="Segoe UI"/>
                <a:cs typeface="Segoe UI"/>
              </a:defRPr>
            </a:lvl6pPr>
            <a:lvl7pPr algn="ctr">
              <a:defRPr sz="2700" b="1">
                <a:solidFill>
                  <a:srgbClr val="FFFFFF"/>
                </a:solidFill>
                <a:latin typeface="Segoe UI"/>
                <a:ea typeface="Segoe UI"/>
                <a:cs typeface="Segoe UI"/>
              </a:defRPr>
            </a:lvl7pPr>
            <a:lvl8pPr algn="ctr">
              <a:defRPr sz="2700" b="1">
                <a:solidFill>
                  <a:srgbClr val="FFFFFF"/>
                </a:solidFill>
                <a:latin typeface="Segoe UI"/>
                <a:ea typeface="Segoe UI"/>
                <a:cs typeface="Segoe UI"/>
              </a:defRPr>
            </a:lvl8pPr>
            <a:lvl9pPr algn="ctr">
              <a:defRPr sz="2700" b="1">
                <a:solidFill>
                  <a:srgbClr val="FFFFFF"/>
                </a:solidFill>
                <a:latin typeface="Segoe UI"/>
                <a:ea typeface="Segoe UI"/>
                <a:cs typeface="Segoe UI"/>
              </a:defRPr>
            </a:lvl9pPr>
          </a:lstStyle>
          <a:p xmlns:a="http://schemas.openxmlformats.org/drawingml/2006/main">
            <a:pPr algn="ctr">
              <a:lnSpc>
                <a:spcPct val="100000"/>
              </a:lnSpc>
              <a:buNone/>
              <a:defRPr sz="2700" b="1">
                <a:solidFill>
                  <a:srgbClr val="FFFFFF"/>
                </a:solidFill>
                <a:latin typeface="Segoe UI"/>
                <a:ea typeface="Segoe UI"/>
                <a:cs typeface="Segoe UI"/>
              </a:defRPr>
            </a:pPr>
            <a:r>
              <a:rPr sz="2700" b="1">
                <a:solidFill>
                  <a:srgbClr val="FFFFFF"/>
                </a:solidFill>
                <a:latin typeface="Segoe UI"/>
                <a:ea typeface="Segoe UI"/>
                <a:cs typeface="Segoe UI"/>
              </a:rPr>
              <a:t>First</a:t>
            </a:r>
          </a:p>
          <a:p xmlns:a="http://schemas.openxmlformats.org/drawingml/2006/main">
            <a:pPr algn="ctr">
              <a:lnSpc>
                <a:spcPct val="100000"/>
              </a:lnSpc>
              <a:buNone/>
              <a:defRPr sz="2700" b="1">
                <a:solidFill>
                  <a:srgbClr val="FFFFFF"/>
                </a:solidFill>
                <a:latin typeface="Segoe UI"/>
                <a:ea typeface="Segoe UI"/>
                <a:cs typeface="Segoe UI"/>
              </a:defRPr>
            </a:pPr>
            <a:r>
              <a:rPr sz="2700" b="1">
                <a:solidFill>
                  <a:srgbClr val="FFFFFF"/>
                </a:solidFill>
                <a:latin typeface="Segoe UI"/>
                <a:ea typeface="Segoe UI"/>
                <a:cs typeface="Segoe UI"/>
              </a:rPr>
              <a:t>workflow</a:t>
            </a:r>
          </a:p>
        </p:txBody>
      </p:sp>
      <p:sp>
        <p:nvSpPr>
          <p:cNvPr id="4" name="">
            <a:extLst xmlns:a="http://schemas.openxmlformats.org/drawingml/2006/main">
              <a:ext uri="{FF2B5EF4-FFF2-40B4-BE49-F238E27FC236}">
                <a16:creationId xmlns:a16="http://schemas.microsoft.com/office/drawing/2014/main" id="{4112218A-2FAD-41BC-A5AD-BE2B8EE0C60D}"/>
              </a:ext>
            </a:extLst>
          </p:cNvPr>
          <p:cNvSpPr>
            <a:spLocks xmlns:a="http://schemas.openxmlformats.org/drawingml/2006/main" noGrp="1"/>
          </p:cNvSpPr>
          <p:nvPr/>
        </p:nvSpPr>
        <p:spPr>
          <a:xfrm xmlns:a="http://schemas.openxmlformats.org/drawingml/2006/main">
            <a:off x="2771775" y="4210050"/>
            <a:ext cx="5410200" cy="38100"/>
          </a:xfrm>
          <a:prstGeom xmlns:a="http://schemas.openxmlformats.org/drawingml/2006/main" prst="rect">
            <a:avLst/>
          </a:prstGeom>
          <a:solidFill xmlns:a="http://schemas.openxmlformats.org/drawingml/2006/main">
            <a:srgbClr val="1756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36985F-925C-4B5A-85BE-7413CF4E1356}"/>
              </a:ext>
            </a:extLst>
          </p:cNvPr>
          <p:cNvSpPr>
            <a:spLocks xmlns:a="http://schemas.openxmlformats.org/drawingml/2006/main" noGrp="1"/>
          </p:cNvSpPr>
          <p:nvPr/>
        </p:nvSpPr>
        <p:spPr>
          <a:xfrm xmlns:a="http://schemas.openxmlformats.org/drawingml/2006/main">
            <a:off x="8143875" y="3171825"/>
            <a:ext cx="38100" cy="2124075"/>
          </a:xfrm>
          <a:prstGeom xmlns:a="http://schemas.openxmlformats.org/drawingml/2006/main" prst="rect">
            <a:avLst/>
          </a:prstGeom>
          <a:solidFill xmlns:a="http://schemas.openxmlformats.org/drawingml/2006/main">
            <a:srgbClr val="1756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B80B38-6291-45AA-807F-C5E4E57B6335}"/>
              </a:ext>
            </a:extLst>
          </p:cNvPr>
          <p:cNvSpPr>
            <a:spLocks xmlns:a="http://schemas.openxmlformats.org/drawingml/2006/main" noGrp="1"/>
          </p:cNvSpPr>
          <p:nvPr/>
        </p:nvSpPr>
        <p:spPr>
          <a:xfrm xmlns:a="http://schemas.openxmlformats.org/drawingml/2006/main">
            <a:off x="8143875" y="3171825"/>
            <a:ext cx="1924050" cy="38100"/>
          </a:xfrm>
          <a:prstGeom xmlns:a="http://schemas.openxmlformats.org/drawingml/2006/main" prst="rect">
            <a:avLst/>
          </a:prstGeom>
          <a:solidFill xmlns:a="http://schemas.openxmlformats.org/drawingml/2006/main">
            <a:srgbClr val="1756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6B2EBE-E83A-4818-A357-8637FDDD75EA}"/>
              </a:ext>
            </a:extLst>
          </p:cNvPr>
          <p:cNvSpPr>
            <a:spLocks xmlns:a="http://schemas.openxmlformats.org/drawingml/2006/main" noGrp="1"/>
          </p:cNvSpPr>
          <p:nvPr/>
        </p:nvSpPr>
        <p:spPr>
          <a:xfrm xmlns:a="http://schemas.openxmlformats.org/drawingml/2006/main">
            <a:off x="8143875" y="4229100"/>
            <a:ext cx="1924050" cy="38100"/>
          </a:xfrm>
          <a:prstGeom xmlns:a="http://schemas.openxmlformats.org/drawingml/2006/main" prst="rect">
            <a:avLst/>
          </a:prstGeom>
          <a:solidFill xmlns:a="http://schemas.openxmlformats.org/drawingml/2006/main">
            <a:srgbClr val="1756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9BAE089-6DEC-4D3E-872F-84156B23604C}"/>
              </a:ext>
            </a:extLst>
          </p:cNvPr>
          <p:cNvSpPr>
            <a:spLocks xmlns:a="http://schemas.openxmlformats.org/drawingml/2006/main" noGrp="1"/>
          </p:cNvSpPr>
          <p:nvPr/>
        </p:nvSpPr>
        <p:spPr>
          <a:xfrm xmlns:a="http://schemas.openxmlformats.org/drawingml/2006/main">
            <a:off x="8143875" y="5276850"/>
            <a:ext cx="1924050" cy="38100"/>
          </a:xfrm>
          <a:prstGeom xmlns:a="http://schemas.openxmlformats.org/drawingml/2006/main" prst="rect">
            <a:avLst/>
          </a:prstGeom>
          <a:solidFill xmlns:a="http://schemas.openxmlformats.org/drawingml/2006/main">
            <a:srgbClr val="1756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2C467F-1A26-4FAC-8898-89522970CC6A}"/>
              </a:ext>
            </a:extLst>
          </p:cNvPr>
          <p:cNvSpPr>
            <a:spLocks xmlns:a="http://schemas.openxmlformats.org/drawingml/2006/main" noGrp="1"/>
          </p:cNvSpPr>
          <p:nvPr/>
        </p:nvSpPr>
        <p:spPr>
          <a:xfrm xmlns:a="http://schemas.openxmlformats.org/drawingml/2006/main">
            <a:off x="3581400" y="3105150"/>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02830"/>
                </a:solidFill>
                <a:latin typeface="Segoe UI"/>
                <a:ea typeface="Segoe UI"/>
                <a:cs typeface="Segoe UI"/>
              </a:defRPr>
            </a:defPPr>
            <a:lvl1pPr algn="l">
              <a:defRPr sz="2625" b="1">
                <a:solidFill>
                  <a:srgbClr val="102830"/>
                </a:solidFill>
                <a:latin typeface="Segoe UI"/>
                <a:ea typeface="Segoe UI"/>
                <a:cs typeface="Segoe UI"/>
              </a:defRPr>
            </a:lvl1pPr>
            <a:lvl2pPr algn="l">
              <a:defRPr sz="2625" b="1">
                <a:solidFill>
                  <a:srgbClr val="102830"/>
                </a:solidFill>
                <a:latin typeface="Segoe UI"/>
                <a:ea typeface="Segoe UI"/>
                <a:cs typeface="Segoe UI"/>
              </a:defRPr>
            </a:lvl2pPr>
            <a:lvl3pPr algn="l">
              <a:defRPr sz="2625" b="1">
                <a:solidFill>
                  <a:srgbClr val="102830"/>
                </a:solidFill>
                <a:latin typeface="Segoe UI"/>
                <a:ea typeface="Segoe UI"/>
                <a:cs typeface="Segoe UI"/>
              </a:defRPr>
            </a:lvl3pPr>
            <a:lvl4pPr algn="l">
              <a:defRPr sz="2625" b="1">
                <a:solidFill>
                  <a:srgbClr val="102830"/>
                </a:solidFill>
                <a:latin typeface="Segoe UI"/>
                <a:ea typeface="Segoe UI"/>
                <a:cs typeface="Segoe UI"/>
              </a:defRPr>
            </a:lvl4pPr>
            <a:lvl5pPr algn="l">
              <a:defRPr sz="2625" b="1">
                <a:solidFill>
                  <a:srgbClr val="102830"/>
                </a:solidFill>
                <a:latin typeface="Segoe UI"/>
                <a:ea typeface="Segoe UI"/>
                <a:cs typeface="Segoe UI"/>
              </a:defRPr>
            </a:lvl5pPr>
            <a:lvl6pPr algn="l">
              <a:defRPr sz="2625" b="1">
                <a:solidFill>
                  <a:srgbClr val="102830"/>
                </a:solidFill>
                <a:latin typeface="Segoe UI"/>
                <a:ea typeface="Segoe UI"/>
                <a:cs typeface="Segoe UI"/>
              </a:defRPr>
            </a:lvl6pPr>
            <a:lvl7pPr algn="l">
              <a:defRPr sz="2625" b="1">
                <a:solidFill>
                  <a:srgbClr val="102830"/>
                </a:solidFill>
                <a:latin typeface="Segoe UI"/>
                <a:ea typeface="Segoe UI"/>
                <a:cs typeface="Segoe UI"/>
              </a:defRPr>
            </a:lvl7pPr>
            <a:lvl8pPr algn="l">
              <a:defRPr sz="2625" b="1">
                <a:solidFill>
                  <a:srgbClr val="102830"/>
                </a:solidFill>
                <a:latin typeface="Segoe UI"/>
                <a:ea typeface="Segoe UI"/>
                <a:cs typeface="Segoe UI"/>
              </a:defRPr>
            </a:lvl8pPr>
            <a:lvl9pPr algn="l">
              <a:defRPr sz="2625" b="1">
                <a:solidFill>
                  <a:srgbClr val="102830"/>
                </a:solidFill>
                <a:latin typeface="Segoe UI"/>
                <a:ea typeface="Segoe UI"/>
                <a:cs typeface="Segoe UI"/>
              </a:defRPr>
            </a:lvl9pPr>
          </a:lstStyle>
          <a:p xmlns:a="http://schemas.openxmlformats.org/drawingml/2006/main">
            <a:pPr algn="l">
              <a:lnSpc>
                <a:spcPct val="100000"/>
              </a:lnSpc>
              <a:buNone/>
              <a:defRPr sz="2625" b="1">
                <a:solidFill>
                  <a:srgbClr val="102830"/>
                </a:solidFill>
                <a:latin typeface="Segoe UI"/>
                <a:ea typeface="Segoe UI"/>
                <a:cs typeface="Segoe UI"/>
              </a:defRPr>
            </a:pPr>
            <a:r>
              <a:rPr sz="2625" b="1">
                <a:solidFill>
                  <a:srgbClr val="102830"/>
                </a:solidFill>
                <a:latin typeface="Segoe UI"/>
                <a:ea typeface="Segoe UI"/>
                <a:cs typeface="Segoe UI"/>
              </a:rPr>
              <a:t>Evidence earns</a:t>
            </a:r>
          </a:p>
          <a:p xmlns:a="http://schemas.openxmlformats.org/drawingml/2006/main">
            <a:pPr algn="l">
              <a:lnSpc>
                <a:spcPct val="100000"/>
              </a:lnSpc>
              <a:buNone/>
              <a:defRPr sz="2625" b="1">
                <a:solidFill>
                  <a:srgbClr val="102830"/>
                </a:solidFill>
                <a:latin typeface="Segoe UI"/>
                <a:ea typeface="Segoe UI"/>
                <a:cs typeface="Segoe UI"/>
              </a:defRPr>
            </a:pPr>
            <a:r>
              <a:rPr sz="2625" b="1">
                <a:solidFill>
                  <a:srgbClr val="102830"/>
                </a:solidFill>
                <a:latin typeface="Segoe UI"/>
                <a:ea typeface="Segoe UI"/>
                <a:cs typeface="Segoe UI"/>
              </a:rPr>
              <a:t>expansion</a:t>
            </a:r>
          </a:p>
        </p:txBody>
      </p:sp>
      <p:sp>
        <p:nvSpPr>
          <p:cNvPr id="10" name="">
            <a:extLst xmlns:a="http://schemas.openxmlformats.org/drawingml/2006/main">
              <a:ext uri="{FF2B5EF4-FFF2-40B4-BE49-F238E27FC236}">
                <a16:creationId xmlns:a16="http://schemas.microsoft.com/office/drawing/2014/main" id="{EF95AE7E-3901-448E-88F3-AC67F5227C31}"/>
              </a:ext>
            </a:extLst>
          </p:cNvPr>
          <p:cNvSpPr>
            <a:spLocks xmlns:a="http://schemas.openxmlformats.org/drawingml/2006/main" noGrp="1"/>
          </p:cNvSpPr>
          <p:nvPr/>
        </p:nvSpPr>
        <p:spPr>
          <a:xfrm xmlns:a="http://schemas.openxmlformats.org/drawingml/2006/main">
            <a:off x="9906000" y="3048000"/>
            <a:ext cx="285750" cy="285750"/>
          </a:xfrm>
          <a:prstGeom xmlns:a="http://schemas.openxmlformats.org/drawingml/2006/main" prst="ellipse">
            <a:avLst/>
          </a:prstGeom>
          <a:solidFill xmlns:a="http://schemas.openxmlformats.org/drawingml/2006/main">
            <a:srgbClr val="F8F7F2"/>
          </a:solidFill>
          <a:ln xmlns:a="http://schemas.openxmlformats.org/drawingml/2006/main" w="28575">
            <a:solidFill>
              <a:srgbClr val="1756D8"/>
            </a:solidFill>
            <a:prstDash val="solid"/>
          </a:ln>
        </p:spPr>
      </p:sp>
      <p:sp>
        <p:nvSpPr>
          <p:cNvPr id="11" name="">
            <a:extLst xmlns:a="http://schemas.openxmlformats.org/drawingml/2006/main">
              <a:ext uri="{FF2B5EF4-FFF2-40B4-BE49-F238E27FC236}">
                <a16:creationId xmlns:a16="http://schemas.microsoft.com/office/drawing/2014/main" id="{33B553F6-1BB6-4A86-AC7F-51BA853134D5}"/>
              </a:ext>
            </a:extLst>
          </p:cNvPr>
          <p:cNvSpPr>
            <a:spLocks xmlns:a="http://schemas.openxmlformats.org/drawingml/2006/main" noGrp="1"/>
          </p:cNvSpPr>
          <p:nvPr/>
        </p:nvSpPr>
        <p:spPr>
          <a:xfrm xmlns:a="http://schemas.openxmlformats.org/drawingml/2006/main">
            <a:off x="10363200" y="2981325"/>
            <a:ext cx="1485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830"/>
                </a:solidFill>
                <a:latin typeface="Segoe UI"/>
                <a:ea typeface="Segoe UI"/>
                <a:cs typeface="Segoe UI"/>
              </a:defRPr>
            </a:defPPr>
            <a:lvl1pPr algn="l">
              <a:defRPr sz="1875" b="1">
                <a:solidFill>
                  <a:srgbClr val="102830"/>
                </a:solidFill>
                <a:latin typeface="Segoe UI"/>
                <a:ea typeface="Segoe UI"/>
                <a:cs typeface="Segoe UI"/>
              </a:defRPr>
            </a:lvl1pPr>
            <a:lvl2pPr algn="l">
              <a:defRPr sz="1875" b="1">
                <a:solidFill>
                  <a:srgbClr val="102830"/>
                </a:solidFill>
                <a:latin typeface="Segoe UI"/>
                <a:ea typeface="Segoe UI"/>
                <a:cs typeface="Segoe UI"/>
              </a:defRPr>
            </a:lvl2pPr>
            <a:lvl3pPr algn="l">
              <a:defRPr sz="1875" b="1">
                <a:solidFill>
                  <a:srgbClr val="102830"/>
                </a:solidFill>
                <a:latin typeface="Segoe UI"/>
                <a:ea typeface="Segoe UI"/>
                <a:cs typeface="Segoe UI"/>
              </a:defRPr>
            </a:lvl3pPr>
            <a:lvl4pPr algn="l">
              <a:defRPr sz="1875" b="1">
                <a:solidFill>
                  <a:srgbClr val="102830"/>
                </a:solidFill>
                <a:latin typeface="Segoe UI"/>
                <a:ea typeface="Segoe UI"/>
                <a:cs typeface="Segoe UI"/>
              </a:defRPr>
            </a:lvl4pPr>
            <a:lvl5pPr algn="l">
              <a:defRPr sz="1875" b="1">
                <a:solidFill>
                  <a:srgbClr val="102830"/>
                </a:solidFill>
                <a:latin typeface="Segoe UI"/>
                <a:ea typeface="Segoe UI"/>
                <a:cs typeface="Segoe UI"/>
              </a:defRPr>
            </a:lvl5pPr>
            <a:lvl6pPr algn="l">
              <a:defRPr sz="1875" b="1">
                <a:solidFill>
                  <a:srgbClr val="102830"/>
                </a:solidFill>
                <a:latin typeface="Segoe UI"/>
                <a:ea typeface="Segoe UI"/>
                <a:cs typeface="Segoe UI"/>
              </a:defRPr>
            </a:lvl6pPr>
            <a:lvl7pPr algn="l">
              <a:defRPr sz="1875" b="1">
                <a:solidFill>
                  <a:srgbClr val="102830"/>
                </a:solidFill>
                <a:latin typeface="Segoe UI"/>
                <a:ea typeface="Segoe UI"/>
                <a:cs typeface="Segoe UI"/>
              </a:defRPr>
            </a:lvl7pPr>
            <a:lvl8pPr algn="l">
              <a:defRPr sz="1875" b="1">
                <a:solidFill>
                  <a:srgbClr val="102830"/>
                </a:solidFill>
                <a:latin typeface="Segoe UI"/>
                <a:ea typeface="Segoe UI"/>
                <a:cs typeface="Segoe UI"/>
              </a:defRPr>
            </a:lvl8pPr>
            <a:lvl9pPr algn="l">
              <a:defRPr sz="1875" b="1">
                <a:solidFill>
                  <a:srgbClr val="102830"/>
                </a:solidFill>
                <a:latin typeface="Segoe UI"/>
                <a:ea typeface="Segoe UI"/>
                <a:cs typeface="Segoe UI"/>
              </a:defRPr>
            </a:lvl9pPr>
          </a:lstStyle>
          <a:p xmlns:a="http://schemas.openxmlformats.org/drawingml/2006/main">
            <a:pPr algn="l">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rPr>
              <a:t>More teams</a:t>
            </a:r>
          </a:p>
        </p:txBody>
      </p:sp>
      <p:sp>
        <p:nvSpPr>
          <p:cNvPr id="12" name="">
            <a:extLst xmlns:a="http://schemas.openxmlformats.org/drawingml/2006/main">
              <a:ext uri="{FF2B5EF4-FFF2-40B4-BE49-F238E27FC236}">
                <a16:creationId xmlns:a16="http://schemas.microsoft.com/office/drawing/2014/main" id="{9EBA7341-BC52-4589-A6C0-234FCA595C0D}"/>
              </a:ext>
            </a:extLst>
          </p:cNvPr>
          <p:cNvSpPr>
            <a:spLocks xmlns:a="http://schemas.openxmlformats.org/drawingml/2006/main" noGrp="1"/>
          </p:cNvSpPr>
          <p:nvPr/>
        </p:nvSpPr>
        <p:spPr>
          <a:xfrm xmlns:a="http://schemas.openxmlformats.org/drawingml/2006/main">
            <a:off x="9906000" y="4105275"/>
            <a:ext cx="285750" cy="285750"/>
          </a:xfrm>
          <a:prstGeom xmlns:a="http://schemas.openxmlformats.org/drawingml/2006/main" prst="ellipse">
            <a:avLst/>
          </a:prstGeom>
          <a:solidFill xmlns:a="http://schemas.openxmlformats.org/drawingml/2006/main">
            <a:srgbClr val="F8F7F2"/>
          </a:solidFill>
          <a:ln xmlns:a="http://schemas.openxmlformats.org/drawingml/2006/main" w="28575">
            <a:solidFill>
              <a:srgbClr val="1756D8"/>
            </a:solidFill>
            <a:prstDash val="solid"/>
          </a:ln>
        </p:spPr>
      </p:sp>
      <p:sp>
        <p:nvSpPr>
          <p:cNvPr id="13" name="">
            <a:extLst xmlns:a="http://schemas.openxmlformats.org/drawingml/2006/main">
              <a:ext uri="{FF2B5EF4-FFF2-40B4-BE49-F238E27FC236}">
                <a16:creationId xmlns:a16="http://schemas.microsoft.com/office/drawing/2014/main" id="{F0CF5F07-395E-4797-9EA0-0D78AD81AFBA}"/>
              </a:ext>
            </a:extLst>
          </p:cNvPr>
          <p:cNvSpPr>
            <a:spLocks xmlns:a="http://schemas.openxmlformats.org/drawingml/2006/main" noGrp="1"/>
          </p:cNvSpPr>
          <p:nvPr/>
        </p:nvSpPr>
        <p:spPr>
          <a:xfrm xmlns:a="http://schemas.openxmlformats.org/drawingml/2006/main">
            <a:off x="10363200" y="4038600"/>
            <a:ext cx="1485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830"/>
                </a:solidFill>
                <a:latin typeface="Segoe UI"/>
                <a:ea typeface="Segoe UI"/>
                <a:cs typeface="Segoe UI"/>
              </a:defRPr>
            </a:defPPr>
            <a:lvl1pPr algn="l">
              <a:defRPr sz="1875" b="1">
                <a:solidFill>
                  <a:srgbClr val="102830"/>
                </a:solidFill>
                <a:latin typeface="Segoe UI"/>
                <a:ea typeface="Segoe UI"/>
                <a:cs typeface="Segoe UI"/>
              </a:defRPr>
            </a:lvl1pPr>
            <a:lvl2pPr algn="l">
              <a:defRPr sz="1875" b="1">
                <a:solidFill>
                  <a:srgbClr val="102830"/>
                </a:solidFill>
                <a:latin typeface="Segoe UI"/>
                <a:ea typeface="Segoe UI"/>
                <a:cs typeface="Segoe UI"/>
              </a:defRPr>
            </a:lvl2pPr>
            <a:lvl3pPr algn="l">
              <a:defRPr sz="1875" b="1">
                <a:solidFill>
                  <a:srgbClr val="102830"/>
                </a:solidFill>
                <a:latin typeface="Segoe UI"/>
                <a:ea typeface="Segoe UI"/>
                <a:cs typeface="Segoe UI"/>
              </a:defRPr>
            </a:lvl3pPr>
            <a:lvl4pPr algn="l">
              <a:defRPr sz="1875" b="1">
                <a:solidFill>
                  <a:srgbClr val="102830"/>
                </a:solidFill>
                <a:latin typeface="Segoe UI"/>
                <a:ea typeface="Segoe UI"/>
                <a:cs typeface="Segoe UI"/>
              </a:defRPr>
            </a:lvl4pPr>
            <a:lvl5pPr algn="l">
              <a:defRPr sz="1875" b="1">
                <a:solidFill>
                  <a:srgbClr val="102830"/>
                </a:solidFill>
                <a:latin typeface="Segoe UI"/>
                <a:ea typeface="Segoe UI"/>
                <a:cs typeface="Segoe UI"/>
              </a:defRPr>
            </a:lvl5pPr>
            <a:lvl6pPr algn="l">
              <a:defRPr sz="1875" b="1">
                <a:solidFill>
                  <a:srgbClr val="102830"/>
                </a:solidFill>
                <a:latin typeface="Segoe UI"/>
                <a:ea typeface="Segoe UI"/>
                <a:cs typeface="Segoe UI"/>
              </a:defRPr>
            </a:lvl6pPr>
            <a:lvl7pPr algn="l">
              <a:defRPr sz="1875" b="1">
                <a:solidFill>
                  <a:srgbClr val="102830"/>
                </a:solidFill>
                <a:latin typeface="Segoe UI"/>
                <a:ea typeface="Segoe UI"/>
                <a:cs typeface="Segoe UI"/>
              </a:defRPr>
            </a:lvl7pPr>
            <a:lvl8pPr algn="l">
              <a:defRPr sz="1875" b="1">
                <a:solidFill>
                  <a:srgbClr val="102830"/>
                </a:solidFill>
                <a:latin typeface="Segoe UI"/>
                <a:ea typeface="Segoe UI"/>
                <a:cs typeface="Segoe UI"/>
              </a:defRPr>
            </a:lvl8pPr>
            <a:lvl9pPr algn="l">
              <a:defRPr sz="1875" b="1">
                <a:solidFill>
                  <a:srgbClr val="102830"/>
                </a:solidFill>
                <a:latin typeface="Segoe UI"/>
                <a:ea typeface="Segoe UI"/>
                <a:cs typeface="Segoe UI"/>
              </a:defRPr>
            </a:lvl9pPr>
          </a:lstStyle>
          <a:p xmlns:a="http://schemas.openxmlformats.org/drawingml/2006/main">
            <a:pPr algn="l">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rPr>
              <a:t>More locations</a:t>
            </a:r>
          </a:p>
        </p:txBody>
      </p:sp>
      <p:sp>
        <p:nvSpPr>
          <p:cNvPr id="14" name="">
            <a:extLst xmlns:a="http://schemas.openxmlformats.org/drawingml/2006/main">
              <a:ext uri="{FF2B5EF4-FFF2-40B4-BE49-F238E27FC236}">
                <a16:creationId xmlns:a16="http://schemas.microsoft.com/office/drawing/2014/main" id="{810A44F4-4FA7-4E7E-9F42-A2903CE8BA11}"/>
              </a:ext>
            </a:extLst>
          </p:cNvPr>
          <p:cNvSpPr>
            <a:spLocks xmlns:a="http://schemas.openxmlformats.org/drawingml/2006/main" noGrp="1"/>
          </p:cNvSpPr>
          <p:nvPr/>
        </p:nvSpPr>
        <p:spPr>
          <a:xfrm xmlns:a="http://schemas.openxmlformats.org/drawingml/2006/main">
            <a:off x="9906000" y="5162550"/>
            <a:ext cx="285750" cy="285750"/>
          </a:xfrm>
          <a:prstGeom xmlns:a="http://schemas.openxmlformats.org/drawingml/2006/main" prst="ellipse">
            <a:avLst/>
          </a:prstGeom>
          <a:solidFill xmlns:a="http://schemas.openxmlformats.org/drawingml/2006/main">
            <a:srgbClr val="F8F7F2"/>
          </a:solidFill>
          <a:ln xmlns:a="http://schemas.openxmlformats.org/drawingml/2006/main" w="28575">
            <a:solidFill>
              <a:srgbClr val="1756D8"/>
            </a:solidFill>
            <a:prstDash val="solid"/>
          </a:ln>
        </p:spPr>
      </p:sp>
      <p:sp>
        <p:nvSpPr>
          <p:cNvPr id="15" name="">
            <a:extLst xmlns:a="http://schemas.openxmlformats.org/drawingml/2006/main">
              <a:ext uri="{FF2B5EF4-FFF2-40B4-BE49-F238E27FC236}">
                <a16:creationId xmlns:a16="http://schemas.microsoft.com/office/drawing/2014/main" id="{10E40832-AE59-44B4-8137-AD23D2FFCEBE}"/>
              </a:ext>
            </a:extLst>
          </p:cNvPr>
          <p:cNvSpPr>
            <a:spLocks xmlns:a="http://schemas.openxmlformats.org/drawingml/2006/main" noGrp="1"/>
          </p:cNvSpPr>
          <p:nvPr/>
        </p:nvSpPr>
        <p:spPr>
          <a:xfrm xmlns:a="http://schemas.openxmlformats.org/drawingml/2006/main">
            <a:off x="10363200" y="5095875"/>
            <a:ext cx="1485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830"/>
                </a:solidFill>
                <a:latin typeface="Segoe UI"/>
                <a:ea typeface="Segoe UI"/>
                <a:cs typeface="Segoe UI"/>
              </a:defRPr>
            </a:defPPr>
            <a:lvl1pPr algn="l">
              <a:defRPr sz="1875" b="1">
                <a:solidFill>
                  <a:srgbClr val="102830"/>
                </a:solidFill>
                <a:latin typeface="Segoe UI"/>
                <a:ea typeface="Segoe UI"/>
                <a:cs typeface="Segoe UI"/>
              </a:defRPr>
            </a:lvl1pPr>
            <a:lvl2pPr algn="l">
              <a:defRPr sz="1875" b="1">
                <a:solidFill>
                  <a:srgbClr val="102830"/>
                </a:solidFill>
                <a:latin typeface="Segoe UI"/>
                <a:ea typeface="Segoe UI"/>
                <a:cs typeface="Segoe UI"/>
              </a:defRPr>
            </a:lvl2pPr>
            <a:lvl3pPr algn="l">
              <a:defRPr sz="1875" b="1">
                <a:solidFill>
                  <a:srgbClr val="102830"/>
                </a:solidFill>
                <a:latin typeface="Segoe UI"/>
                <a:ea typeface="Segoe UI"/>
                <a:cs typeface="Segoe UI"/>
              </a:defRPr>
            </a:lvl3pPr>
            <a:lvl4pPr algn="l">
              <a:defRPr sz="1875" b="1">
                <a:solidFill>
                  <a:srgbClr val="102830"/>
                </a:solidFill>
                <a:latin typeface="Segoe UI"/>
                <a:ea typeface="Segoe UI"/>
                <a:cs typeface="Segoe UI"/>
              </a:defRPr>
            </a:lvl4pPr>
            <a:lvl5pPr algn="l">
              <a:defRPr sz="1875" b="1">
                <a:solidFill>
                  <a:srgbClr val="102830"/>
                </a:solidFill>
                <a:latin typeface="Segoe UI"/>
                <a:ea typeface="Segoe UI"/>
                <a:cs typeface="Segoe UI"/>
              </a:defRPr>
            </a:lvl5pPr>
            <a:lvl6pPr algn="l">
              <a:defRPr sz="1875" b="1">
                <a:solidFill>
                  <a:srgbClr val="102830"/>
                </a:solidFill>
                <a:latin typeface="Segoe UI"/>
                <a:ea typeface="Segoe UI"/>
                <a:cs typeface="Segoe UI"/>
              </a:defRPr>
            </a:lvl6pPr>
            <a:lvl7pPr algn="l">
              <a:defRPr sz="1875" b="1">
                <a:solidFill>
                  <a:srgbClr val="102830"/>
                </a:solidFill>
                <a:latin typeface="Segoe UI"/>
                <a:ea typeface="Segoe UI"/>
                <a:cs typeface="Segoe UI"/>
              </a:defRPr>
            </a:lvl7pPr>
            <a:lvl8pPr algn="l">
              <a:defRPr sz="1875" b="1">
                <a:solidFill>
                  <a:srgbClr val="102830"/>
                </a:solidFill>
                <a:latin typeface="Segoe UI"/>
                <a:ea typeface="Segoe UI"/>
                <a:cs typeface="Segoe UI"/>
              </a:defRPr>
            </a:lvl8pPr>
            <a:lvl9pPr algn="l">
              <a:defRPr sz="1875" b="1">
                <a:solidFill>
                  <a:srgbClr val="102830"/>
                </a:solidFill>
                <a:latin typeface="Segoe UI"/>
                <a:ea typeface="Segoe UI"/>
                <a:cs typeface="Segoe UI"/>
              </a:defRPr>
            </a:lvl9pPr>
          </a:lstStyle>
          <a:p xmlns:a="http://schemas.openxmlformats.org/drawingml/2006/main">
            <a:pPr algn="l">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rPr>
              <a:t>More use cases</a:t>
            </a:r>
          </a:p>
        </p:txBody>
      </p:sp>
      <p:sp>
        <p:nvSpPr>
          <p:cNvPr id="16" name="">
            <a:extLst xmlns:a="http://schemas.openxmlformats.org/drawingml/2006/main">
              <a:ext uri="{FF2B5EF4-FFF2-40B4-BE49-F238E27FC236}">
                <a16:creationId xmlns:a16="http://schemas.microsoft.com/office/drawing/2014/main" id="{C173D1A7-31F5-4FBB-BA76-DA77459C1CDA}"/>
              </a:ext>
            </a:extLst>
          </p:cNvPr>
          <p:cNvSpPr>
            <a:spLocks xmlns:a="http://schemas.openxmlformats.org/drawingml/2006/main" noGrp="1"/>
          </p:cNvSpPr>
          <p:nvPr/>
        </p:nvSpPr>
        <p:spPr>
          <a:xfrm xmlns:a="http://schemas.openxmlformats.org/drawingml/2006/main">
            <a:off x="638175" y="5810250"/>
            <a:ext cx="9048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6B"/>
                </a:solidFill>
                <a:latin typeface="Segoe UI"/>
                <a:ea typeface="Segoe UI"/>
                <a:cs typeface="Segoe UI"/>
              </a:defRPr>
            </a:defPPr>
            <a:lvl1pPr algn="l">
              <a:defRPr sz="1875" b="0">
                <a:solidFill>
                  <a:srgbClr val="52656B"/>
                </a:solidFill>
                <a:latin typeface="Segoe UI"/>
                <a:ea typeface="Segoe UI"/>
                <a:cs typeface="Segoe UI"/>
              </a:defRPr>
            </a:lvl1pPr>
            <a:lvl2pPr algn="l">
              <a:defRPr sz="1875" b="0">
                <a:solidFill>
                  <a:srgbClr val="52656B"/>
                </a:solidFill>
                <a:latin typeface="Segoe UI"/>
                <a:ea typeface="Segoe UI"/>
                <a:cs typeface="Segoe UI"/>
              </a:defRPr>
            </a:lvl2pPr>
            <a:lvl3pPr algn="l">
              <a:defRPr sz="1875" b="0">
                <a:solidFill>
                  <a:srgbClr val="52656B"/>
                </a:solidFill>
                <a:latin typeface="Segoe UI"/>
                <a:ea typeface="Segoe UI"/>
                <a:cs typeface="Segoe UI"/>
              </a:defRPr>
            </a:lvl3pPr>
            <a:lvl4pPr algn="l">
              <a:defRPr sz="1875" b="0">
                <a:solidFill>
                  <a:srgbClr val="52656B"/>
                </a:solidFill>
                <a:latin typeface="Segoe UI"/>
                <a:ea typeface="Segoe UI"/>
                <a:cs typeface="Segoe UI"/>
              </a:defRPr>
            </a:lvl4pPr>
            <a:lvl5pPr algn="l">
              <a:defRPr sz="1875" b="0">
                <a:solidFill>
                  <a:srgbClr val="52656B"/>
                </a:solidFill>
                <a:latin typeface="Segoe UI"/>
                <a:ea typeface="Segoe UI"/>
                <a:cs typeface="Segoe UI"/>
              </a:defRPr>
            </a:lvl5pPr>
            <a:lvl6pPr algn="l">
              <a:defRPr sz="1875" b="0">
                <a:solidFill>
                  <a:srgbClr val="52656B"/>
                </a:solidFill>
                <a:latin typeface="Segoe UI"/>
                <a:ea typeface="Segoe UI"/>
                <a:cs typeface="Segoe UI"/>
              </a:defRPr>
            </a:lvl6pPr>
            <a:lvl7pPr algn="l">
              <a:defRPr sz="1875" b="0">
                <a:solidFill>
                  <a:srgbClr val="52656B"/>
                </a:solidFill>
                <a:latin typeface="Segoe UI"/>
                <a:ea typeface="Segoe UI"/>
                <a:cs typeface="Segoe UI"/>
              </a:defRPr>
            </a:lvl7pPr>
            <a:lvl8pPr algn="l">
              <a:defRPr sz="1875" b="0">
                <a:solidFill>
                  <a:srgbClr val="52656B"/>
                </a:solidFill>
                <a:latin typeface="Segoe UI"/>
                <a:ea typeface="Segoe UI"/>
                <a:cs typeface="Segoe UI"/>
              </a:defRPr>
            </a:lvl8pPr>
            <a:lvl9pPr algn="l">
              <a:defRPr sz="1875" b="0">
                <a:solidFill>
                  <a:srgbClr val="52656B"/>
                </a:solidFill>
                <a:latin typeface="Segoe UI"/>
                <a:ea typeface="Segoe UI"/>
                <a:cs typeface="Segoe UI"/>
              </a:defRPr>
            </a:lvl9pPr>
          </a:lstStyle>
          <a:p xmlns:a="http://schemas.openxmlformats.org/drawingml/2006/main">
            <a:pPr algn="l">
              <a:lnSpc>
                <a:spcPct val="100000"/>
              </a:lnSpc>
              <a:buNone/>
              <a:defRPr sz="1875" b="0">
                <a:solidFill>
                  <a:srgbClr val="52656B"/>
                </a:solidFill>
                <a:latin typeface="Segoe UI"/>
                <a:ea typeface="Segoe UI"/>
                <a:cs typeface="Segoe UI"/>
              </a:defRPr>
            </a:pPr>
            <a:r>
              <a:rPr sz="1875" b="0">
                <a:solidFill>
                  <a:srgbClr val="52656B"/>
                </a:solidFill>
                <a:latin typeface="Segoe UI"/>
                <a:ea typeface="Segoe UI"/>
                <a:cs typeface="Segoe UI"/>
              </a:rPr>
              <a:t>Production value, with a path to scale.</a:t>
            </a:r>
          </a:p>
        </p:txBody>
      </p:sp>
      <p:sp>
        <p:nvSpPr>
          <p:cNvPr id="17" name="">
            <a:extLst xmlns:a="http://schemas.openxmlformats.org/drawingml/2006/main">
              <a:ext uri="{FF2B5EF4-FFF2-40B4-BE49-F238E27FC236}">
                <a16:creationId xmlns:a16="http://schemas.microsoft.com/office/drawing/2014/main" id="{5EE26D68-88F4-4E1F-911A-9E9215B8C5C2}"/>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2656B"/>
                </a:solidFill>
                <a:latin typeface="Segoe UI"/>
                <a:ea typeface="Segoe UI"/>
                <a:cs typeface="Segoe UI"/>
              </a:defRPr>
            </a:defPPr>
            <a:lvl1pPr algn="l">
              <a:defRPr sz="900" b="0">
                <a:solidFill>
                  <a:srgbClr val="52656B"/>
                </a:solidFill>
                <a:latin typeface="Segoe UI"/>
                <a:ea typeface="Segoe UI"/>
                <a:cs typeface="Segoe UI"/>
              </a:defRPr>
            </a:lvl1pPr>
            <a:lvl2pPr algn="l">
              <a:defRPr sz="900" b="0">
                <a:solidFill>
                  <a:srgbClr val="52656B"/>
                </a:solidFill>
                <a:latin typeface="Segoe UI"/>
                <a:ea typeface="Segoe UI"/>
                <a:cs typeface="Segoe UI"/>
              </a:defRPr>
            </a:lvl2pPr>
            <a:lvl3pPr algn="l">
              <a:defRPr sz="900" b="0">
                <a:solidFill>
                  <a:srgbClr val="52656B"/>
                </a:solidFill>
                <a:latin typeface="Segoe UI"/>
                <a:ea typeface="Segoe UI"/>
                <a:cs typeface="Segoe UI"/>
              </a:defRPr>
            </a:lvl3pPr>
            <a:lvl4pPr algn="l">
              <a:defRPr sz="900" b="0">
                <a:solidFill>
                  <a:srgbClr val="52656B"/>
                </a:solidFill>
                <a:latin typeface="Segoe UI"/>
                <a:ea typeface="Segoe UI"/>
                <a:cs typeface="Segoe UI"/>
              </a:defRPr>
            </a:lvl4pPr>
            <a:lvl5pPr algn="l">
              <a:defRPr sz="900" b="0">
                <a:solidFill>
                  <a:srgbClr val="52656B"/>
                </a:solidFill>
                <a:latin typeface="Segoe UI"/>
                <a:ea typeface="Segoe UI"/>
                <a:cs typeface="Segoe UI"/>
              </a:defRPr>
            </a:lvl5pPr>
            <a:lvl6pPr algn="l">
              <a:defRPr sz="900" b="0">
                <a:solidFill>
                  <a:srgbClr val="52656B"/>
                </a:solidFill>
                <a:latin typeface="Segoe UI"/>
                <a:ea typeface="Segoe UI"/>
                <a:cs typeface="Segoe UI"/>
              </a:defRPr>
            </a:lvl6pPr>
            <a:lvl7pPr algn="l">
              <a:defRPr sz="900" b="0">
                <a:solidFill>
                  <a:srgbClr val="52656B"/>
                </a:solidFill>
                <a:latin typeface="Segoe UI"/>
                <a:ea typeface="Segoe UI"/>
                <a:cs typeface="Segoe UI"/>
              </a:defRPr>
            </a:lvl7pPr>
            <a:lvl8pPr algn="l">
              <a:defRPr sz="900" b="0">
                <a:solidFill>
                  <a:srgbClr val="52656B"/>
                </a:solidFill>
                <a:latin typeface="Segoe UI"/>
                <a:ea typeface="Segoe UI"/>
                <a:cs typeface="Segoe UI"/>
              </a:defRPr>
            </a:lvl8pPr>
            <a:lvl9pPr algn="l">
              <a:defRPr sz="900" b="0">
                <a:solidFill>
                  <a:srgbClr val="52656B"/>
                </a:solidFill>
                <a:latin typeface="Segoe UI"/>
                <a:ea typeface="Segoe UI"/>
                <a:cs typeface="Segoe UI"/>
              </a:defRPr>
            </a:lvl9pPr>
          </a:lstStyle>
          <a:p xmlns:a="http://schemas.openxmlformats.org/drawingml/2006/main">
            <a:pPr algn="l">
              <a:lnSpc>
                <a:spcPct val="100000"/>
              </a:lnSpc>
              <a:buNone/>
              <a:defRPr sz="900" b="0">
                <a:solidFill>
                  <a:srgbClr val="52656B"/>
                </a:solidFill>
                <a:latin typeface="Segoe UI"/>
                <a:ea typeface="Segoe UI"/>
                <a:cs typeface="Segoe UI"/>
              </a:defRPr>
            </a:pPr>
            <a:r>
              <a:rPr sz="900" b="0">
                <a:solidFill>
                  <a:srgbClr val="52656B"/>
                </a:solidFill>
                <a:latin typeface="Segoe UI"/>
                <a:ea typeface="Segoe UI"/>
                <a:cs typeface="Segoe UI"/>
              </a:rPr>
              <a:t>Independent concept</a:t>
            </a:r>
          </a:p>
        </p:txBody>
      </p:sp>
      <p:sp>
        <p:nvSpPr>
          <p:cNvPr id="18" name="">
            <a:extLst xmlns:a="http://schemas.openxmlformats.org/drawingml/2006/main">
              <a:ext uri="{FF2B5EF4-FFF2-40B4-BE49-F238E27FC236}">
                <a16:creationId xmlns:a16="http://schemas.microsoft.com/office/drawing/2014/main" id="{97C1F93F-0051-45F9-9886-1F56B1A7CB28}"/>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6B"/>
                </a:solidFill>
                <a:latin typeface="Segoe UI"/>
                <a:ea typeface="Segoe UI"/>
                <a:cs typeface="Segoe UI"/>
              </a:defRPr>
            </a:defPPr>
            <a:lvl1pPr algn="r">
              <a:defRPr sz="1200" b="0">
                <a:solidFill>
                  <a:srgbClr val="52656B"/>
                </a:solidFill>
                <a:latin typeface="Segoe UI"/>
                <a:ea typeface="Segoe UI"/>
                <a:cs typeface="Segoe UI"/>
              </a:defRPr>
            </a:lvl1pPr>
            <a:lvl2pPr algn="r">
              <a:defRPr sz="1200" b="0">
                <a:solidFill>
                  <a:srgbClr val="52656B"/>
                </a:solidFill>
                <a:latin typeface="Segoe UI"/>
                <a:ea typeface="Segoe UI"/>
                <a:cs typeface="Segoe UI"/>
              </a:defRPr>
            </a:lvl2pPr>
            <a:lvl3pPr algn="r">
              <a:defRPr sz="1200" b="0">
                <a:solidFill>
                  <a:srgbClr val="52656B"/>
                </a:solidFill>
                <a:latin typeface="Segoe UI"/>
                <a:ea typeface="Segoe UI"/>
                <a:cs typeface="Segoe UI"/>
              </a:defRPr>
            </a:lvl3pPr>
            <a:lvl4pPr algn="r">
              <a:defRPr sz="1200" b="0">
                <a:solidFill>
                  <a:srgbClr val="52656B"/>
                </a:solidFill>
                <a:latin typeface="Segoe UI"/>
                <a:ea typeface="Segoe UI"/>
                <a:cs typeface="Segoe UI"/>
              </a:defRPr>
            </a:lvl4pPr>
            <a:lvl5pPr algn="r">
              <a:defRPr sz="1200" b="0">
                <a:solidFill>
                  <a:srgbClr val="52656B"/>
                </a:solidFill>
                <a:latin typeface="Segoe UI"/>
                <a:ea typeface="Segoe UI"/>
                <a:cs typeface="Segoe UI"/>
              </a:defRPr>
            </a:lvl5pPr>
            <a:lvl6pPr algn="r">
              <a:defRPr sz="1200" b="0">
                <a:solidFill>
                  <a:srgbClr val="52656B"/>
                </a:solidFill>
                <a:latin typeface="Segoe UI"/>
                <a:ea typeface="Segoe UI"/>
                <a:cs typeface="Segoe UI"/>
              </a:defRPr>
            </a:lvl6pPr>
            <a:lvl7pPr algn="r">
              <a:defRPr sz="1200" b="0">
                <a:solidFill>
                  <a:srgbClr val="52656B"/>
                </a:solidFill>
                <a:latin typeface="Segoe UI"/>
                <a:ea typeface="Segoe UI"/>
                <a:cs typeface="Segoe UI"/>
              </a:defRPr>
            </a:lvl7pPr>
            <a:lvl8pPr algn="r">
              <a:defRPr sz="1200" b="0">
                <a:solidFill>
                  <a:srgbClr val="52656B"/>
                </a:solidFill>
                <a:latin typeface="Segoe UI"/>
                <a:ea typeface="Segoe UI"/>
                <a:cs typeface="Segoe UI"/>
              </a:defRPr>
            </a:lvl8pPr>
            <a:lvl9pPr algn="r">
              <a:defRPr sz="1200" b="0">
                <a:solidFill>
                  <a:srgbClr val="52656B"/>
                </a:solidFill>
                <a:latin typeface="Segoe UI"/>
                <a:ea typeface="Segoe UI"/>
                <a:cs typeface="Segoe UI"/>
              </a:defRPr>
            </a:lvl9pPr>
          </a:lstStyle>
          <a:p xmlns:a="http://schemas.openxmlformats.org/drawingml/2006/main">
            <a:pPr algn="r">
              <a:lnSpc>
                <a:spcPct val="100000"/>
              </a:lnSpc>
              <a:buNone/>
              <a:defRPr sz="1200" b="0">
                <a:solidFill>
                  <a:srgbClr val="52656B"/>
                </a:solidFill>
                <a:latin typeface="Segoe UI"/>
                <a:ea typeface="Segoe UI"/>
                <a:cs typeface="Segoe UI"/>
              </a:defRPr>
            </a:pPr>
            <a:r>
              <a:rPr sz="1200" b="0">
                <a:solidFill>
                  <a:srgbClr val="52656B"/>
                </a:solidFill>
                <a:latin typeface="Segoe UI"/>
                <a:ea typeface="Segoe UI"/>
                <a:cs typeface="Segoe UI"/>
              </a:rPr>
              <a:t>12</a:t>
            </a:r>
          </a:p>
        </p:txBody>
      </p:sp>
    </p:spTree>
    <p:extLst>
      <p:ext uri="{BB962C8B-B14F-4D97-AF65-F5344CB8AC3E}">
        <p14:creationId xmlns:p14="http://schemas.microsoft.com/office/powerpoint/2010/main" val="1225532789"/>
      </p:ext>
    </p:extLst>
  </p:cSld>
</p:sld>
</file>

<file path=ppt/slides/slide13.xml><?xml version="1.0" encoding="utf-8"?>
<p:sld xmlns:p="http://schemas.openxmlformats.org/presentationml/2006/main">
  <p:cSld>
    <p:bg>
      <p:bgPr>
        <a:solidFill xmlns:a="http://schemas.openxmlformats.org/drawingml/2006/main">
          <a:srgbClr val="10283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971AE0F-7DC8-4375-91B8-2BEB6C21D24D}"/>
              </a:ext>
            </a:extLst>
          </p:cNvPr>
          <p:cNvPicPr>
            <a:picLocks xmlns:a="http://schemas.openxmlformats.org/drawingml/2006/main" noChangeAspect="1"/>
          </p:cNvPicPr>
          <p:nvPr/>
        </p:nvPicPr>
        <p:blipFill>
          <a:blip xmlns:r="http://schemas.openxmlformats.org/officeDocument/2006/relationships" xmlns:a="http://schemas.openxmlformats.org/drawingml/2006/main" r:embed="Rbc074c46c01a449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29EF04-56E8-496D-A580-94CA5D29845E}"/>
              </a:ext>
            </a:extLst>
          </p:cNvPr>
          <p:cNvSpPr>
            <a:spLocks xmlns:a="http://schemas.openxmlformats.org/drawingml/2006/main" noGrp="1"/>
          </p:cNvSpPr>
          <p:nvPr/>
        </p:nvSpPr>
        <p:spPr>
          <a:xfrm xmlns:a="http://schemas.openxmlformats.org/drawingml/2006/main">
            <a:off x="6477000" y="0"/>
            <a:ext cx="5715000" cy="6858000"/>
          </a:xfrm>
          <a:prstGeom xmlns:a="http://schemas.openxmlformats.org/drawingml/2006/main" prst="rect">
            <a:avLst/>
          </a:prstGeom>
          <a:solidFill xmlns:a="http://schemas.openxmlformats.org/drawingml/2006/main">
            <a:srgbClr val="10283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DECB50-5D03-467E-ABF3-37918F47DF5A}"/>
              </a:ext>
            </a:extLst>
          </p:cNvPr>
          <p:cNvSpPr>
            <a:spLocks xmlns:a="http://schemas.openxmlformats.org/drawingml/2006/main" noGrp="1"/>
          </p:cNvSpPr>
          <p:nvPr/>
        </p:nvSpPr>
        <p:spPr>
          <a:xfrm xmlns:a="http://schemas.openxmlformats.org/drawingml/2006/main">
            <a:off x="6915150" y="1133475"/>
            <a:ext cx="4810125"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1">
                <a:solidFill>
                  <a:srgbClr val="FFFFFF"/>
                </a:solidFill>
                <a:latin typeface="Segoe UI"/>
                <a:ea typeface="Segoe UI"/>
                <a:cs typeface="Segoe UI"/>
              </a:defRPr>
            </a:defPPr>
            <a:lvl1pPr algn="l">
              <a:defRPr sz="4575" b="1">
                <a:solidFill>
                  <a:srgbClr val="FFFFFF"/>
                </a:solidFill>
                <a:latin typeface="Segoe UI"/>
                <a:ea typeface="Segoe UI"/>
                <a:cs typeface="Segoe UI"/>
              </a:defRPr>
            </a:lvl1pPr>
            <a:lvl2pPr algn="l">
              <a:defRPr sz="4575" b="1">
                <a:solidFill>
                  <a:srgbClr val="FFFFFF"/>
                </a:solidFill>
                <a:latin typeface="Segoe UI"/>
                <a:ea typeface="Segoe UI"/>
                <a:cs typeface="Segoe UI"/>
              </a:defRPr>
            </a:lvl2pPr>
            <a:lvl3pPr algn="l">
              <a:defRPr sz="4575" b="1">
                <a:solidFill>
                  <a:srgbClr val="FFFFFF"/>
                </a:solidFill>
                <a:latin typeface="Segoe UI"/>
                <a:ea typeface="Segoe UI"/>
                <a:cs typeface="Segoe UI"/>
              </a:defRPr>
            </a:lvl3pPr>
            <a:lvl4pPr algn="l">
              <a:defRPr sz="4575" b="1">
                <a:solidFill>
                  <a:srgbClr val="FFFFFF"/>
                </a:solidFill>
                <a:latin typeface="Segoe UI"/>
                <a:ea typeface="Segoe UI"/>
                <a:cs typeface="Segoe UI"/>
              </a:defRPr>
            </a:lvl4pPr>
            <a:lvl5pPr algn="l">
              <a:defRPr sz="4575" b="1">
                <a:solidFill>
                  <a:srgbClr val="FFFFFF"/>
                </a:solidFill>
                <a:latin typeface="Segoe UI"/>
                <a:ea typeface="Segoe UI"/>
                <a:cs typeface="Segoe UI"/>
              </a:defRPr>
            </a:lvl5pPr>
            <a:lvl6pPr algn="l">
              <a:defRPr sz="4575" b="1">
                <a:solidFill>
                  <a:srgbClr val="FFFFFF"/>
                </a:solidFill>
                <a:latin typeface="Segoe UI"/>
                <a:ea typeface="Segoe UI"/>
                <a:cs typeface="Segoe UI"/>
              </a:defRPr>
            </a:lvl6pPr>
            <a:lvl7pPr algn="l">
              <a:defRPr sz="4575" b="1">
                <a:solidFill>
                  <a:srgbClr val="FFFFFF"/>
                </a:solidFill>
                <a:latin typeface="Segoe UI"/>
                <a:ea typeface="Segoe UI"/>
                <a:cs typeface="Segoe UI"/>
              </a:defRPr>
            </a:lvl7pPr>
            <a:lvl8pPr algn="l">
              <a:defRPr sz="4575" b="1">
                <a:solidFill>
                  <a:srgbClr val="FFFFFF"/>
                </a:solidFill>
                <a:latin typeface="Segoe UI"/>
                <a:ea typeface="Segoe UI"/>
                <a:cs typeface="Segoe UI"/>
              </a:defRPr>
            </a:lvl8pPr>
            <a:lvl9pPr algn="l">
              <a:defRPr sz="4575" b="1">
                <a:solidFill>
                  <a:srgbClr val="FFFFFF"/>
                </a:solidFill>
                <a:latin typeface="Segoe UI"/>
                <a:ea typeface="Segoe UI"/>
                <a:cs typeface="Segoe UI"/>
              </a:defRPr>
            </a:lvl9pPr>
          </a:lstStyle>
          <a:p xmlns:a="http://schemas.openxmlformats.org/drawingml/2006/main">
            <a:pPr algn="l">
              <a:lnSpc>
                <a:spcPct val="100000"/>
              </a:lnSpc>
              <a:buNone/>
              <a:defRPr sz="4575" b="1">
                <a:solidFill>
                  <a:srgbClr val="FFFFFF"/>
                </a:solidFill>
                <a:latin typeface="Segoe UI"/>
                <a:ea typeface="Segoe UI"/>
                <a:cs typeface="Segoe UI"/>
              </a:defRPr>
            </a:pPr>
            <a:r>
              <a:rPr sz="4575" b="1">
                <a:solidFill>
                  <a:srgbClr val="FFFFFF"/>
                </a:solidFill>
                <a:latin typeface="Segoe UI"/>
                <a:ea typeface="Segoe UI"/>
                <a:cs typeface="Segoe UI"/>
              </a:rPr>
              <a:t>Which customer</a:t>
            </a:r>
          </a:p>
          <a:p xmlns:a="http://schemas.openxmlformats.org/drawingml/2006/main">
            <a:pPr algn="l">
              <a:lnSpc>
                <a:spcPct val="100000"/>
              </a:lnSpc>
              <a:buNone/>
              <a:defRPr sz="4575" b="1">
                <a:solidFill>
                  <a:srgbClr val="FFFFFF"/>
                </a:solidFill>
                <a:latin typeface="Segoe UI"/>
                <a:ea typeface="Segoe UI"/>
                <a:cs typeface="Segoe UI"/>
              </a:defRPr>
            </a:pPr>
            <a:r>
              <a:rPr sz="4575" b="1">
                <a:solidFill>
                  <a:srgbClr val="FFFFFF"/>
                </a:solidFill>
                <a:latin typeface="Segoe UI"/>
                <a:ea typeface="Segoe UI"/>
                <a:cs typeface="Segoe UI"/>
              </a:rPr>
              <a:t>promise</a:t>
            </a:r>
          </a:p>
          <a:p xmlns:a="http://schemas.openxmlformats.org/drawingml/2006/main">
            <a:pPr algn="l">
              <a:lnSpc>
                <a:spcPct val="100000"/>
              </a:lnSpc>
              <a:buNone/>
              <a:defRPr sz="4575" b="1">
                <a:solidFill>
                  <a:srgbClr val="FFFFFF"/>
                </a:solidFill>
                <a:latin typeface="Segoe UI"/>
                <a:ea typeface="Segoe UI"/>
                <a:cs typeface="Segoe UI"/>
              </a:defRPr>
            </a:pPr>
            <a:r>
              <a:rPr sz="4575" b="1">
                <a:solidFill>
                  <a:srgbClr val="FFFFFF"/>
                </a:solidFill>
                <a:latin typeface="Segoe UI"/>
                <a:ea typeface="Segoe UI"/>
                <a:cs typeface="Segoe UI"/>
              </a:rPr>
              <a:t>comes first?</a:t>
            </a:r>
          </a:p>
        </p:txBody>
      </p:sp>
      <p:sp>
        <p:nvSpPr>
          <p:cNvPr id="4" name="">
            <a:extLst xmlns:a="http://schemas.openxmlformats.org/drawingml/2006/main">
              <a:ext uri="{FF2B5EF4-FFF2-40B4-BE49-F238E27FC236}">
                <a16:creationId xmlns:a16="http://schemas.microsoft.com/office/drawing/2014/main" id="{879B1196-DBC4-46B2-9FB6-83AD43068024}"/>
              </a:ext>
            </a:extLst>
          </p:cNvPr>
          <p:cNvSpPr>
            <a:spLocks xmlns:a="http://schemas.openxmlformats.org/drawingml/2006/main" noGrp="1"/>
          </p:cNvSpPr>
          <p:nvPr/>
        </p:nvSpPr>
        <p:spPr>
          <a:xfrm xmlns:a="http://schemas.openxmlformats.org/drawingml/2006/main">
            <a:off x="6953250" y="4600575"/>
            <a:ext cx="453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BEE4DF"/>
                </a:solidFill>
                <a:latin typeface="Segoe UI"/>
                <a:ea typeface="Segoe UI"/>
                <a:cs typeface="Segoe UI"/>
              </a:defRPr>
            </a:defPPr>
            <a:lvl1pPr algn="l">
              <a:defRPr sz="2325" b="0">
                <a:solidFill>
                  <a:srgbClr val="BEE4DF"/>
                </a:solidFill>
                <a:latin typeface="Segoe UI"/>
                <a:ea typeface="Segoe UI"/>
                <a:cs typeface="Segoe UI"/>
              </a:defRPr>
            </a:lvl1pPr>
            <a:lvl2pPr algn="l">
              <a:defRPr sz="2325" b="0">
                <a:solidFill>
                  <a:srgbClr val="BEE4DF"/>
                </a:solidFill>
                <a:latin typeface="Segoe UI"/>
                <a:ea typeface="Segoe UI"/>
                <a:cs typeface="Segoe UI"/>
              </a:defRPr>
            </a:lvl2pPr>
            <a:lvl3pPr algn="l">
              <a:defRPr sz="2325" b="0">
                <a:solidFill>
                  <a:srgbClr val="BEE4DF"/>
                </a:solidFill>
                <a:latin typeface="Segoe UI"/>
                <a:ea typeface="Segoe UI"/>
                <a:cs typeface="Segoe UI"/>
              </a:defRPr>
            </a:lvl3pPr>
            <a:lvl4pPr algn="l">
              <a:defRPr sz="2325" b="0">
                <a:solidFill>
                  <a:srgbClr val="BEE4DF"/>
                </a:solidFill>
                <a:latin typeface="Segoe UI"/>
                <a:ea typeface="Segoe UI"/>
                <a:cs typeface="Segoe UI"/>
              </a:defRPr>
            </a:lvl4pPr>
            <a:lvl5pPr algn="l">
              <a:defRPr sz="2325" b="0">
                <a:solidFill>
                  <a:srgbClr val="BEE4DF"/>
                </a:solidFill>
                <a:latin typeface="Segoe UI"/>
                <a:ea typeface="Segoe UI"/>
                <a:cs typeface="Segoe UI"/>
              </a:defRPr>
            </a:lvl5pPr>
            <a:lvl6pPr algn="l">
              <a:defRPr sz="2325" b="0">
                <a:solidFill>
                  <a:srgbClr val="BEE4DF"/>
                </a:solidFill>
                <a:latin typeface="Segoe UI"/>
                <a:ea typeface="Segoe UI"/>
                <a:cs typeface="Segoe UI"/>
              </a:defRPr>
            </a:lvl6pPr>
            <a:lvl7pPr algn="l">
              <a:defRPr sz="2325" b="0">
                <a:solidFill>
                  <a:srgbClr val="BEE4DF"/>
                </a:solidFill>
                <a:latin typeface="Segoe UI"/>
                <a:ea typeface="Segoe UI"/>
                <a:cs typeface="Segoe UI"/>
              </a:defRPr>
            </a:lvl7pPr>
            <a:lvl8pPr algn="l">
              <a:defRPr sz="2325" b="0">
                <a:solidFill>
                  <a:srgbClr val="BEE4DF"/>
                </a:solidFill>
                <a:latin typeface="Segoe UI"/>
                <a:ea typeface="Segoe UI"/>
                <a:cs typeface="Segoe UI"/>
              </a:defRPr>
            </a:lvl8pPr>
            <a:lvl9pPr algn="l">
              <a:defRPr sz="2325" b="0">
                <a:solidFill>
                  <a:srgbClr val="BEE4DF"/>
                </a:solidFill>
                <a:latin typeface="Segoe UI"/>
                <a:ea typeface="Segoe UI"/>
                <a:cs typeface="Segoe UI"/>
              </a:defRPr>
            </a:lvl9pPr>
          </a:lstStyle>
          <a:p xmlns:a="http://schemas.openxmlformats.org/drawingml/2006/main">
            <a:pPr algn="l">
              <a:lnSpc>
                <a:spcPct val="100000"/>
              </a:lnSpc>
              <a:buNone/>
              <a:defRPr sz="2325" b="0">
                <a:solidFill>
                  <a:srgbClr val="BEE4DF"/>
                </a:solidFill>
                <a:latin typeface="Segoe UI"/>
                <a:ea typeface="Segoe UI"/>
                <a:cs typeface="Segoe UI"/>
              </a:defRPr>
            </a:pPr>
            <a:r>
              <a:rPr sz="2325" b="0">
                <a:solidFill>
                  <a:srgbClr val="BEE4DF"/>
                </a:solidFill>
                <a:latin typeface="Segoe UI"/>
                <a:ea typeface="Segoe UI"/>
                <a:cs typeface="Segoe UI"/>
              </a:rPr>
              <a:t>Let’s choose the work</a:t>
            </a:r>
          </a:p>
          <a:p xmlns:a="http://schemas.openxmlformats.org/drawingml/2006/main">
            <a:pPr algn="l">
              <a:lnSpc>
                <a:spcPct val="100000"/>
              </a:lnSpc>
              <a:buNone/>
              <a:defRPr sz="2325" b="0">
                <a:solidFill>
                  <a:srgbClr val="BEE4DF"/>
                </a:solidFill>
                <a:latin typeface="Segoe UI"/>
                <a:ea typeface="Segoe UI"/>
                <a:cs typeface="Segoe UI"/>
              </a:defRPr>
            </a:pPr>
            <a:r>
              <a:rPr sz="2325" b="0">
                <a:solidFill>
                  <a:srgbClr val="BEE4DF"/>
                </a:solidFill>
                <a:latin typeface="Segoe UI"/>
                <a:ea typeface="Segoe UI"/>
                <a:cs typeface="Segoe UI"/>
              </a:rPr>
              <a:t>that matters most.</a:t>
            </a:r>
          </a:p>
        </p:txBody>
      </p:sp>
      <p:sp>
        <p:nvSpPr>
          <p:cNvPr id="5" name="">
            <a:extLst xmlns:a="http://schemas.openxmlformats.org/drawingml/2006/main">
              <a:ext uri="{FF2B5EF4-FFF2-40B4-BE49-F238E27FC236}">
                <a16:creationId xmlns:a16="http://schemas.microsoft.com/office/drawing/2014/main" id="{97F743EE-08AE-4F47-A5D3-E2D8AF159DD7}"/>
              </a:ext>
            </a:extLst>
          </p:cNvPr>
          <p:cNvSpPr>
            <a:spLocks xmlns:a="http://schemas.openxmlformats.org/drawingml/2006/main" noGrp="1"/>
          </p:cNvSpPr>
          <p:nvPr/>
        </p:nvSpPr>
        <p:spPr>
          <a:xfrm xmlns:a="http://schemas.openxmlformats.org/drawingml/2006/main">
            <a:off x="6953250" y="6200775"/>
            <a:ext cx="46577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AEC8D0"/>
                </a:solidFill>
                <a:latin typeface="Segoe UI"/>
                <a:ea typeface="Segoe UI"/>
                <a:cs typeface="Segoe UI"/>
              </a:defRPr>
            </a:defPPr>
            <a:lvl1pPr algn="l">
              <a:defRPr sz="1125" b="0">
                <a:solidFill>
                  <a:srgbClr val="AEC8D0"/>
                </a:solidFill>
                <a:latin typeface="Segoe UI"/>
                <a:ea typeface="Segoe UI"/>
                <a:cs typeface="Segoe UI"/>
              </a:defRPr>
            </a:lvl1pPr>
            <a:lvl2pPr algn="l">
              <a:defRPr sz="1125" b="0">
                <a:solidFill>
                  <a:srgbClr val="AEC8D0"/>
                </a:solidFill>
                <a:latin typeface="Segoe UI"/>
                <a:ea typeface="Segoe UI"/>
                <a:cs typeface="Segoe UI"/>
              </a:defRPr>
            </a:lvl2pPr>
            <a:lvl3pPr algn="l">
              <a:defRPr sz="1125" b="0">
                <a:solidFill>
                  <a:srgbClr val="AEC8D0"/>
                </a:solidFill>
                <a:latin typeface="Segoe UI"/>
                <a:ea typeface="Segoe UI"/>
                <a:cs typeface="Segoe UI"/>
              </a:defRPr>
            </a:lvl3pPr>
            <a:lvl4pPr algn="l">
              <a:defRPr sz="1125" b="0">
                <a:solidFill>
                  <a:srgbClr val="AEC8D0"/>
                </a:solidFill>
                <a:latin typeface="Segoe UI"/>
                <a:ea typeface="Segoe UI"/>
                <a:cs typeface="Segoe UI"/>
              </a:defRPr>
            </a:lvl4pPr>
            <a:lvl5pPr algn="l">
              <a:defRPr sz="1125" b="0">
                <a:solidFill>
                  <a:srgbClr val="AEC8D0"/>
                </a:solidFill>
                <a:latin typeface="Segoe UI"/>
                <a:ea typeface="Segoe UI"/>
                <a:cs typeface="Segoe UI"/>
              </a:defRPr>
            </a:lvl5pPr>
            <a:lvl6pPr algn="l">
              <a:defRPr sz="1125" b="0">
                <a:solidFill>
                  <a:srgbClr val="AEC8D0"/>
                </a:solidFill>
                <a:latin typeface="Segoe UI"/>
                <a:ea typeface="Segoe UI"/>
                <a:cs typeface="Segoe UI"/>
              </a:defRPr>
            </a:lvl6pPr>
            <a:lvl7pPr algn="l">
              <a:defRPr sz="1125" b="0">
                <a:solidFill>
                  <a:srgbClr val="AEC8D0"/>
                </a:solidFill>
                <a:latin typeface="Segoe UI"/>
                <a:ea typeface="Segoe UI"/>
                <a:cs typeface="Segoe UI"/>
              </a:defRPr>
            </a:lvl7pPr>
            <a:lvl8pPr algn="l">
              <a:defRPr sz="1125" b="0">
                <a:solidFill>
                  <a:srgbClr val="AEC8D0"/>
                </a:solidFill>
                <a:latin typeface="Segoe UI"/>
                <a:ea typeface="Segoe UI"/>
                <a:cs typeface="Segoe UI"/>
              </a:defRPr>
            </a:lvl8pPr>
            <a:lvl9pPr algn="l">
              <a:defRPr sz="1125" b="0">
                <a:solidFill>
                  <a:srgbClr val="AEC8D0"/>
                </a:solidFill>
                <a:latin typeface="Segoe UI"/>
                <a:ea typeface="Segoe UI"/>
                <a:cs typeface="Segoe UI"/>
              </a:defRPr>
            </a:lvl9pPr>
          </a:lstStyle>
          <a:p xmlns:a="http://schemas.openxmlformats.org/drawingml/2006/main">
            <a:pPr algn="l">
              <a:lnSpc>
                <a:spcPct val="100000"/>
              </a:lnSpc>
              <a:buNone/>
              <a:defRPr sz="1125" b="0">
                <a:solidFill>
                  <a:srgbClr val="AEC8D0"/>
                </a:solidFill>
                <a:latin typeface="Segoe UI"/>
                <a:ea typeface="Segoe UI"/>
                <a:cs typeface="Segoe UI"/>
              </a:defRPr>
            </a:pPr>
            <a:r>
              <a:rPr sz="1125" b="0">
                <a:solidFill>
                  <a:srgbClr val="AEC8D0"/>
                </a:solidFill>
                <a:latin typeface="Segoe UI"/>
                <a:ea typeface="Segoe UI"/>
                <a:cs typeface="Segoe UI"/>
              </a:rPr>
              <a:t>Meghan Fasano  /  Independent concept</a:t>
            </a:r>
          </a:p>
        </p:txBody>
      </p:sp>
    </p:spTree>
    <p:extLst>
      <p:ext uri="{BB962C8B-B14F-4D97-AF65-F5344CB8AC3E}">
        <p14:creationId xmlns:p14="http://schemas.microsoft.com/office/powerpoint/2010/main" val="1358471338"/>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70C754F-028F-4542-BA1E-259524C0D0BC}"/>
              </a:ext>
            </a:extLst>
          </p:cNvPr>
          <p:cNvSpPr>
            <a:spLocks xmlns:a="http://schemas.openxmlformats.org/drawingml/2006/main" noGrp="1"/>
          </p:cNvSpPr>
          <p:nvPr/>
        </p:nvSpPr>
        <p:spPr>
          <a:xfrm xmlns:a="http://schemas.openxmlformats.org/drawingml/2006/main">
            <a:off x="609600" y="60007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02830"/>
                </a:solidFill>
                <a:latin typeface="Segoe UI"/>
                <a:ea typeface="Segoe UI"/>
                <a:cs typeface="Segoe UI"/>
              </a:defRPr>
            </a:defPPr>
            <a:lvl1pPr algn="l">
              <a:defRPr sz="3525" b="1">
                <a:solidFill>
                  <a:srgbClr val="102830"/>
                </a:solidFill>
                <a:latin typeface="Segoe UI"/>
                <a:ea typeface="Segoe UI"/>
                <a:cs typeface="Segoe UI"/>
              </a:defRPr>
            </a:lvl1pPr>
            <a:lvl2pPr algn="l">
              <a:defRPr sz="3525" b="1">
                <a:solidFill>
                  <a:srgbClr val="102830"/>
                </a:solidFill>
                <a:latin typeface="Segoe UI"/>
                <a:ea typeface="Segoe UI"/>
                <a:cs typeface="Segoe UI"/>
              </a:defRPr>
            </a:lvl2pPr>
            <a:lvl3pPr algn="l">
              <a:defRPr sz="3525" b="1">
                <a:solidFill>
                  <a:srgbClr val="102830"/>
                </a:solidFill>
                <a:latin typeface="Segoe UI"/>
                <a:ea typeface="Segoe UI"/>
                <a:cs typeface="Segoe UI"/>
              </a:defRPr>
            </a:lvl3pPr>
            <a:lvl4pPr algn="l">
              <a:defRPr sz="3525" b="1">
                <a:solidFill>
                  <a:srgbClr val="102830"/>
                </a:solidFill>
                <a:latin typeface="Segoe UI"/>
                <a:ea typeface="Segoe UI"/>
                <a:cs typeface="Segoe UI"/>
              </a:defRPr>
            </a:lvl4pPr>
            <a:lvl5pPr algn="l">
              <a:defRPr sz="3525" b="1">
                <a:solidFill>
                  <a:srgbClr val="102830"/>
                </a:solidFill>
                <a:latin typeface="Segoe UI"/>
                <a:ea typeface="Segoe UI"/>
                <a:cs typeface="Segoe UI"/>
              </a:defRPr>
            </a:lvl5pPr>
            <a:lvl6pPr algn="l">
              <a:defRPr sz="3525" b="1">
                <a:solidFill>
                  <a:srgbClr val="102830"/>
                </a:solidFill>
                <a:latin typeface="Segoe UI"/>
                <a:ea typeface="Segoe UI"/>
                <a:cs typeface="Segoe UI"/>
              </a:defRPr>
            </a:lvl6pPr>
            <a:lvl7pPr algn="l">
              <a:defRPr sz="3525" b="1">
                <a:solidFill>
                  <a:srgbClr val="102830"/>
                </a:solidFill>
                <a:latin typeface="Segoe UI"/>
                <a:ea typeface="Segoe UI"/>
                <a:cs typeface="Segoe UI"/>
              </a:defRPr>
            </a:lvl7pPr>
            <a:lvl8pPr algn="l">
              <a:defRPr sz="3525" b="1">
                <a:solidFill>
                  <a:srgbClr val="102830"/>
                </a:solidFill>
                <a:latin typeface="Segoe UI"/>
                <a:ea typeface="Segoe UI"/>
                <a:cs typeface="Segoe UI"/>
              </a:defRPr>
            </a:lvl8pPr>
            <a:lvl9pPr algn="l">
              <a:defRPr sz="3525" b="1">
                <a:solidFill>
                  <a:srgbClr val="102830"/>
                </a:solidFill>
                <a:latin typeface="Segoe UI"/>
                <a:ea typeface="Segoe UI"/>
                <a:cs typeface="Segoe UI"/>
              </a:defRPr>
            </a:lvl9pPr>
          </a:lstStyle>
          <a:p xmlns:a="http://schemas.openxmlformats.org/drawingml/2006/main">
            <a:pPr algn="l">
              <a:lnSpc>
                <a:spcPct val="100000"/>
              </a:lnSpc>
              <a:buNone/>
              <a:defRPr sz="3525" b="1">
                <a:solidFill>
                  <a:srgbClr val="102830"/>
                </a:solidFill>
                <a:latin typeface="Segoe UI"/>
                <a:ea typeface="Segoe UI"/>
                <a:cs typeface="Segoe UI"/>
              </a:defRPr>
            </a:pPr>
            <a:r>
              <a:rPr sz="3525" b="1">
                <a:solidFill>
                  <a:srgbClr val="102830"/>
                </a:solidFill>
                <a:latin typeface="Segoe UI"/>
                <a:ea typeface="Segoe UI"/>
                <a:cs typeface="Segoe UI"/>
              </a:rPr>
              <a:t>Sources and scenario notes</a:t>
            </a:r>
          </a:p>
        </p:txBody>
      </p:sp>
      <p:sp>
        <p:nvSpPr>
          <p:cNvPr id="2" name="">
            <a:extLst xmlns:a="http://schemas.openxmlformats.org/drawingml/2006/main">
              <a:ext uri="{FF2B5EF4-FFF2-40B4-BE49-F238E27FC236}">
                <a16:creationId xmlns:a16="http://schemas.microsoft.com/office/drawing/2014/main" id="{E441C158-2D8A-4329-B5E7-114EBC15C72E}"/>
              </a:ext>
            </a:extLst>
          </p:cNvPr>
          <p:cNvSpPr>
            <a:spLocks xmlns:a="http://schemas.openxmlformats.org/drawingml/2006/main" noGrp="1"/>
          </p:cNvSpPr>
          <p:nvPr/>
        </p:nvSpPr>
        <p:spPr>
          <a:xfrm xmlns:a="http://schemas.openxmlformats.org/drawingml/2006/main">
            <a:off x="609600" y="1628775"/>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756D8"/>
                </a:solidFill>
                <a:latin typeface="Segoe UI"/>
                <a:ea typeface="Segoe UI"/>
                <a:cs typeface="Segoe UI"/>
              </a:defRPr>
            </a:defPPr>
            <a:lvl1pPr algn="l">
              <a:defRPr sz="1650" b="1">
                <a:solidFill>
                  <a:srgbClr val="1756D8"/>
                </a:solidFill>
                <a:latin typeface="Segoe UI"/>
                <a:ea typeface="Segoe UI"/>
                <a:cs typeface="Segoe UI"/>
              </a:defRPr>
            </a:lvl1pPr>
            <a:lvl2pPr algn="l">
              <a:defRPr sz="1650" b="1">
                <a:solidFill>
                  <a:srgbClr val="1756D8"/>
                </a:solidFill>
                <a:latin typeface="Segoe UI"/>
                <a:ea typeface="Segoe UI"/>
                <a:cs typeface="Segoe UI"/>
              </a:defRPr>
            </a:lvl2pPr>
            <a:lvl3pPr algn="l">
              <a:defRPr sz="1650" b="1">
                <a:solidFill>
                  <a:srgbClr val="1756D8"/>
                </a:solidFill>
                <a:latin typeface="Segoe UI"/>
                <a:ea typeface="Segoe UI"/>
                <a:cs typeface="Segoe UI"/>
              </a:defRPr>
            </a:lvl3pPr>
            <a:lvl4pPr algn="l">
              <a:defRPr sz="1650" b="1">
                <a:solidFill>
                  <a:srgbClr val="1756D8"/>
                </a:solidFill>
                <a:latin typeface="Segoe UI"/>
                <a:ea typeface="Segoe UI"/>
                <a:cs typeface="Segoe UI"/>
              </a:defRPr>
            </a:lvl4pPr>
            <a:lvl5pPr algn="l">
              <a:defRPr sz="1650" b="1">
                <a:solidFill>
                  <a:srgbClr val="1756D8"/>
                </a:solidFill>
                <a:latin typeface="Segoe UI"/>
                <a:ea typeface="Segoe UI"/>
                <a:cs typeface="Segoe UI"/>
              </a:defRPr>
            </a:lvl5pPr>
            <a:lvl6pPr algn="l">
              <a:defRPr sz="1650" b="1">
                <a:solidFill>
                  <a:srgbClr val="1756D8"/>
                </a:solidFill>
                <a:latin typeface="Segoe UI"/>
                <a:ea typeface="Segoe UI"/>
                <a:cs typeface="Segoe UI"/>
              </a:defRPr>
            </a:lvl6pPr>
            <a:lvl7pPr algn="l">
              <a:defRPr sz="1650" b="1">
                <a:solidFill>
                  <a:srgbClr val="1756D8"/>
                </a:solidFill>
                <a:latin typeface="Segoe UI"/>
                <a:ea typeface="Segoe UI"/>
                <a:cs typeface="Segoe UI"/>
              </a:defRPr>
            </a:lvl7pPr>
            <a:lvl8pPr algn="l">
              <a:defRPr sz="1650" b="1">
                <a:solidFill>
                  <a:srgbClr val="1756D8"/>
                </a:solidFill>
                <a:latin typeface="Segoe UI"/>
                <a:ea typeface="Segoe UI"/>
                <a:cs typeface="Segoe UI"/>
              </a:defRPr>
            </a:lvl8pPr>
            <a:lvl9pPr algn="l">
              <a:defRPr sz="1650" b="1">
                <a:solidFill>
                  <a:srgbClr val="1756D8"/>
                </a:solidFill>
                <a:latin typeface="Segoe UI"/>
                <a:ea typeface="Segoe UI"/>
                <a:cs typeface="Segoe UI"/>
              </a:defRPr>
            </a:lvl9pPr>
          </a:lstStyle>
          <a:p xmlns:a="http://schemas.openxmlformats.org/drawingml/2006/main">
            <a:pPr algn="l">
              <a:lnSpc>
                <a:spcPct val="100000"/>
              </a:lnSpc>
              <a:buNone/>
              <a:defRPr sz="1650" b="1">
                <a:solidFill>
                  <a:srgbClr val="1756D8"/>
                </a:solidFill>
                <a:latin typeface="Segoe UI"/>
                <a:ea typeface="Segoe UI"/>
                <a:cs typeface="Segoe UI"/>
              </a:defRPr>
            </a:pPr>
            <a:r>
              <a:rPr sz="1650" b="1">
                <a:solidFill>
                  <a:srgbClr val="1756D8"/>
                </a:solidFill>
                <a:latin typeface="Segoe UI"/>
                <a:ea typeface="Segoe UI"/>
                <a:cs typeface="Segoe UI"/>
              </a:rPr>
              <a:t>01</a:t>
            </a:r>
          </a:p>
        </p:txBody>
      </p:sp>
      <p:sp>
        <p:nvSpPr>
          <p:cNvPr id="3" name="">
            <a:extLst xmlns:a="http://schemas.openxmlformats.org/drawingml/2006/main">
              <a:ext uri="{FF2B5EF4-FFF2-40B4-BE49-F238E27FC236}">
                <a16:creationId xmlns:a16="http://schemas.microsoft.com/office/drawing/2014/main" id="{CBFFDA0B-E496-4F55-A080-6093B6E5693E}"/>
              </a:ext>
            </a:extLst>
          </p:cNvPr>
          <p:cNvSpPr>
            <a:spLocks xmlns:a="http://schemas.openxmlformats.org/drawingml/2006/main" noGrp="1"/>
          </p:cNvSpPr>
          <p:nvPr/>
        </p:nvSpPr>
        <p:spPr>
          <a:xfrm xmlns:a="http://schemas.openxmlformats.org/drawingml/2006/main">
            <a:off x="1209675" y="1628775"/>
            <a:ext cx="1028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830"/>
                </a:solidFill>
                <a:latin typeface="Segoe UI"/>
                <a:ea typeface="Segoe UI"/>
                <a:cs typeface="Segoe UI"/>
              </a:defRPr>
            </a:defPPr>
            <a:lvl1pPr algn="l">
              <a:defRPr sz="1875" b="1">
                <a:solidFill>
                  <a:srgbClr val="102830"/>
                </a:solidFill>
                <a:latin typeface="Segoe UI"/>
                <a:ea typeface="Segoe UI"/>
                <a:cs typeface="Segoe UI"/>
              </a:defRPr>
            </a:lvl1pPr>
            <a:lvl2pPr algn="l">
              <a:defRPr sz="1875" b="1">
                <a:solidFill>
                  <a:srgbClr val="102830"/>
                </a:solidFill>
                <a:latin typeface="Segoe UI"/>
                <a:ea typeface="Segoe UI"/>
                <a:cs typeface="Segoe UI"/>
              </a:defRPr>
            </a:lvl2pPr>
            <a:lvl3pPr algn="l">
              <a:defRPr sz="1875" b="1">
                <a:solidFill>
                  <a:srgbClr val="102830"/>
                </a:solidFill>
                <a:latin typeface="Segoe UI"/>
                <a:ea typeface="Segoe UI"/>
                <a:cs typeface="Segoe UI"/>
              </a:defRPr>
            </a:lvl3pPr>
            <a:lvl4pPr algn="l">
              <a:defRPr sz="1875" b="1">
                <a:solidFill>
                  <a:srgbClr val="102830"/>
                </a:solidFill>
                <a:latin typeface="Segoe UI"/>
                <a:ea typeface="Segoe UI"/>
                <a:cs typeface="Segoe UI"/>
              </a:defRPr>
            </a:lvl4pPr>
            <a:lvl5pPr algn="l">
              <a:defRPr sz="1875" b="1">
                <a:solidFill>
                  <a:srgbClr val="102830"/>
                </a:solidFill>
                <a:latin typeface="Segoe UI"/>
                <a:ea typeface="Segoe UI"/>
                <a:cs typeface="Segoe UI"/>
              </a:defRPr>
            </a:lvl5pPr>
            <a:lvl6pPr algn="l">
              <a:defRPr sz="1875" b="1">
                <a:solidFill>
                  <a:srgbClr val="102830"/>
                </a:solidFill>
                <a:latin typeface="Segoe UI"/>
                <a:ea typeface="Segoe UI"/>
                <a:cs typeface="Segoe UI"/>
              </a:defRPr>
            </a:lvl6pPr>
            <a:lvl7pPr algn="l">
              <a:defRPr sz="1875" b="1">
                <a:solidFill>
                  <a:srgbClr val="102830"/>
                </a:solidFill>
                <a:latin typeface="Segoe UI"/>
                <a:ea typeface="Segoe UI"/>
                <a:cs typeface="Segoe UI"/>
              </a:defRPr>
            </a:lvl7pPr>
            <a:lvl8pPr algn="l">
              <a:defRPr sz="1875" b="1">
                <a:solidFill>
                  <a:srgbClr val="102830"/>
                </a:solidFill>
                <a:latin typeface="Segoe UI"/>
                <a:ea typeface="Segoe UI"/>
                <a:cs typeface="Segoe UI"/>
              </a:defRPr>
            </a:lvl8pPr>
            <a:lvl9pPr algn="l">
              <a:defRPr sz="1875" b="1">
                <a:solidFill>
                  <a:srgbClr val="102830"/>
                </a:solidFill>
                <a:latin typeface="Segoe UI"/>
                <a:ea typeface="Segoe UI"/>
                <a:cs typeface="Segoe UI"/>
              </a:defRPr>
            </a:lvl9pPr>
          </a:lstStyle>
          <a:p xmlns:a="http://schemas.openxmlformats.org/drawingml/2006/main">
            <a:pPr algn="l">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hlinkClick xmlns:r="http://schemas.openxmlformats.org/officeDocument/2006/relationships" r:id="R3ba0a37a8c264426"/>
              </a:rPr>
              <a:t>Microsoft Frontier Company</a:t>
            </a:r>
          </a:p>
        </p:txBody>
      </p:sp>
      <p:sp>
        <p:nvSpPr>
          <p:cNvPr id="4" name="">
            <a:extLst xmlns:a="http://schemas.openxmlformats.org/drawingml/2006/main">
              <a:ext uri="{FF2B5EF4-FFF2-40B4-BE49-F238E27FC236}">
                <a16:creationId xmlns:a16="http://schemas.microsoft.com/office/drawing/2014/main" id="{9C3724B5-F0B3-4DCD-B5A8-D9378E5548F3}"/>
              </a:ext>
            </a:extLst>
          </p:cNvPr>
          <p:cNvSpPr>
            <a:spLocks xmlns:a="http://schemas.openxmlformats.org/drawingml/2006/main" noGrp="1"/>
          </p:cNvSpPr>
          <p:nvPr/>
        </p:nvSpPr>
        <p:spPr>
          <a:xfrm xmlns:a="http://schemas.openxmlformats.org/drawingml/2006/main">
            <a:off x="1209675" y="2000250"/>
            <a:ext cx="1019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2656B"/>
                </a:solidFill>
                <a:latin typeface="Segoe UI"/>
                <a:ea typeface="Segoe UI"/>
                <a:cs typeface="Segoe UI"/>
              </a:defRPr>
            </a:defPPr>
            <a:lvl1pPr algn="l">
              <a:defRPr sz="1425" b="0">
                <a:solidFill>
                  <a:srgbClr val="52656B"/>
                </a:solidFill>
                <a:latin typeface="Segoe UI"/>
                <a:ea typeface="Segoe UI"/>
                <a:cs typeface="Segoe UI"/>
              </a:defRPr>
            </a:lvl1pPr>
            <a:lvl2pPr algn="l">
              <a:defRPr sz="1425" b="0">
                <a:solidFill>
                  <a:srgbClr val="52656B"/>
                </a:solidFill>
                <a:latin typeface="Segoe UI"/>
                <a:ea typeface="Segoe UI"/>
                <a:cs typeface="Segoe UI"/>
              </a:defRPr>
            </a:lvl2pPr>
            <a:lvl3pPr algn="l">
              <a:defRPr sz="1425" b="0">
                <a:solidFill>
                  <a:srgbClr val="52656B"/>
                </a:solidFill>
                <a:latin typeface="Segoe UI"/>
                <a:ea typeface="Segoe UI"/>
                <a:cs typeface="Segoe UI"/>
              </a:defRPr>
            </a:lvl3pPr>
            <a:lvl4pPr algn="l">
              <a:defRPr sz="1425" b="0">
                <a:solidFill>
                  <a:srgbClr val="52656B"/>
                </a:solidFill>
                <a:latin typeface="Segoe UI"/>
                <a:ea typeface="Segoe UI"/>
                <a:cs typeface="Segoe UI"/>
              </a:defRPr>
            </a:lvl4pPr>
            <a:lvl5pPr algn="l">
              <a:defRPr sz="1425" b="0">
                <a:solidFill>
                  <a:srgbClr val="52656B"/>
                </a:solidFill>
                <a:latin typeface="Segoe UI"/>
                <a:ea typeface="Segoe UI"/>
                <a:cs typeface="Segoe UI"/>
              </a:defRPr>
            </a:lvl5pPr>
            <a:lvl6pPr algn="l">
              <a:defRPr sz="1425" b="0">
                <a:solidFill>
                  <a:srgbClr val="52656B"/>
                </a:solidFill>
                <a:latin typeface="Segoe UI"/>
                <a:ea typeface="Segoe UI"/>
                <a:cs typeface="Segoe UI"/>
              </a:defRPr>
            </a:lvl6pPr>
            <a:lvl7pPr algn="l">
              <a:defRPr sz="1425" b="0">
                <a:solidFill>
                  <a:srgbClr val="52656B"/>
                </a:solidFill>
                <a:latin typeface="Segoe UI"/>
                <a:ea typeface="Segoe UI"/>
                <a:cs typeface="Segoe UI"/>
              </a:defRPr>
            </a:lvl7pPr>
            <a:lvl8pPr algn="l">
              <a:defRPr sz="1425" b="0">
                <a:solidFill>
                  <a:srgbClr val="52656B"/>
                </a:solidFill>
                <a:latin typeface="Segoe UI"/>
                <a:ea typeface="Segoe UI"/>
                <a:cs typeface="Segoe UI"/>
              </a:defRPr>
            </a:lvl8pPr>
            <a:lvl9pPr algn="l">
              <a:defRPr sz="1425" b="0">
                <a:solidFill>
                  <a:srgbClr val="52656B"/>
                </a:solidFill>
                <a:latin typeface="Segoe UI"/>
                <a:ea typeface="Segoe UI"/>
                <a:cs typeface="Segoe UI"/>
              </a:defRPr>
            </a:lvl9pPr>
          </a:lstStyle>
          <a:p xmlns:a="http://schemas.openxmlformats.org/drawingml/2006/main">
            <a:pPr algn="l">
              <a:lnSpc>
                <a:spcPct val="100000"/>
              </a:lnSpc>
              <a:buNone/>
              <a:defRPr sz="1425" b="0">
                <a:solidFill>
                  <a:srgbClr val="52656B"/>
                </a:solidFill>
                <a:latin typeface="Segoe UI"/>
                <a:ea typeface="Segoe UI"/>
                <a:cs typeface="Segoe UI"/>
              </a:defRPr>
            </a:pPr>
            <a:r>
              <a:rPr sz="1425" b="0">
                <a:solidFill>
                  <a:srgbClr val="52656B"/>
                </a:solidFill>
                <a:latin typeface="Segoe UI"/>
                <a:ea typeface="Segoe UI"/>
                <a:cs typeface="Segoe UI"/>
              </a:rPr>
              <a:t>Current approach, embedded expertise, production deployment, intelligence and trust.</a:t>
            </a:r>
          </a:p>
        </p:txBody>
      </p:sp>
      <p:sp>
        <p:nvSpPr>
          <p:cNvPr id="5" name="">
            <a:extLst xmlns:a="http://schemas.openxmlformats.org/drawingml/2006/main">
              <a:ext uri="{FF2B5EF4-FFF2-40B4-BE49-F238E27FC236}">
                <a16:creationId xmlns:a16="http://schemas.microsoft.com/office/drawing/2014/main" id="{0BC7C718-0F72-4D44-8D87-CC6ED4646981}"/>
              </a:ext>
            </a:extLst>
          </p:cNvPr>
          <p:cNvSpPr>
            <a:spLocks xmlns:a="http://schemas.openxmlformats.org/drawingml/2006/main" noGrp="1"/>
          </p:cNvSpPr>
          <p:nvPr/>
        </p:nvSpPr>
        <p:spPr>
          <a:xfrm xmlns:a="http://schemas.openxmlformats.org/drawingml/2006/main">
            <a:off x="609600" y="24955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756D8"/>
                </a:solidFill>
                <a:latin typeface="Segoe UI"/>
                <a:ea typeface="Segoe UI"/>
                <a:cs typeface="Segoe UI"/>
              </a:defRPr>
            </a:defPPr>
            <a:lvl1pPr algn="l">
              <a:defRPr sz="1650" b="1">
                <a:solidFill>
                  <a:srgbClr val="1756D8"/>
                </a:solidFill>
                <a:latin typeface="Segoe UI"/>
                <a:ea typeface="Segoe UI"/>
                <a:cs typeface="Segoe UI"/>
              </a:defRPr>
            </a:lvl1pPr>
            <a:lvl2pPr algn="l">
              <a:defRPr sz="1650" b="1">
                <a:solidFill>
                  <a:srgbClr val="1756D8"/>
                </a:solidFill>
                <a:latin typeface="Segoe UI"/>
                <a:ea typeface="Segoe UI"/>
                <a:cs typeface="Segoe UI"/>
              </a:defRPr>
            </a:lvl2pPr>
            <a:lvl3pPr algn="l">
              <a:defRPr sz="1650" b="1">
                <a:solidFill>
                  <a:srgbClr val="1756D8"/>
                </a:solidFill>
                <a:latin typeface="Segoe UI"/>
                <a:ea typeface="Segoe UI"/>
                <a:cs typeface="Segoe UI"/>
              </a:defRPr>
            </a:lvl3pPr>
            <a:lvl4pPr algn="l">
              <a:defRPr sz="1650" b="1">
                <a:solidFill>
                  <a:srgbClr val="1756D8"/>
                </a:solidFill>
                <a:latin typeface="Segoe UI"/>
                <a:ea typeface="Segoe UI"/>
                <a:cs typeface="Segoe UI"/>
              </a:defRPr>
            </a:lvl4pPr>
            <a:lvl5pPr algn="l">
              <a:defRPr sz="1650" b="1">
                <a:solidFill>
                  <a:srgbClr val="1756D8"/>
                </a:solidFill>
                <a:latin typeface="Segoe UI"/>
                <a:ea typeface="Segoe UI"/>
                <a:cs typeface="Segoe UI"/>
              </a:defRPr>
            </a:lvl5pPr>
            <a:lvl6pPr algn="l">
              <a:defRPr sz="1650" b="1">
                <a:solidFill>
                  <a:srgbClr val="1756D8"/>
                </a:solidFill>
                <a:latin typeface="Segoe UI"/>
                <a:ea typeface="Segoe UI"/>
                <a:cs typeface="Segoe UI"/>
              </a:defRPr>
            </a:lvl6pPr>
            <a:lvl7pPr algn="l">
              <a:defRPr sz="1650" b="1">
                <a:solidFill>
                  <a:srgbClr val="1756D8"/>
                </a:solidFill>
                <a:latin typeface="Segoe UI"/>
                <a:ea typeface="Segoe UI"/>
                <a:cs typeface="Segoe UI"/>
              </a:defRPr>
            </a:lvl7pPr>
            <a:lvl8pPr algn="l">
              <a:defRPr sz="1650" b="1">
                <a:solidFill>
                  <a:srgbClr val="1756D8"/>
                </a:solidFill>
                <a:latin typeface="Segoe UI"/>
                <a:ea typeface="Segoe UI"/>
                <a:cs typeface="Segoe UI"/>
              </a:defRPr>
            </a:lvl8pPr>
            <a:lvl9pPr algn="l">
              <a:defRPr sz="1650" b="1">
                <a:solidFill>
                  <a:srgbClr val="1756D8"/>
                </a:solidFill>
                <a:latin typeface="Segoe UI"/>
                <a:ea typeface="Segoe UI"/>
                <a:cs typeface="Segoe UI"/>
              </a:defRPr>
            </a:lvl9pPr>
          </a:lstStyle>
          <a:p xmlns:a="http://schemas.openxmlformats.org/drawingml/2006/main">
            <a:pPr algn="l">
              <a:lnSpc>
                <a:spcPct val="100000"/>
              </a:lnSpc>
              <a:buNone/>
              <a:defRPr sz="1650" b="1">
                <a:solidFill>
                  <a:srgbClr val="1756D8"/>
                </a:solidFill>
                <a:latin typeface="Segoe UI"/>
                <a:ea typeface="Segoe UI"/>
                <a:cs typeface="Segoe UI"/>
              </a:defRPr>
            </a:pPr>
            <a:r>
              <a:rPr sz="1650" b="1">
                <a:solidFill>
                  <a:srgbClr val="1756D8"/>
                </a:solidFill>
                <a:latin typeface="Segoe UI"/>
                <a:ea typeface="Segoe UI"/>
                <a:cs typeface="Segoe UI"/>
              </a:rPr>
              <a:t>02</a:t>
            </a:r>
          </a:p>
        </p:txBody>
      </p:sp>
      <p:sp>
        <p:nvSpPr>
          <p:cNvPr id="6" name="">
            <a:extLst xmlns:a="http://schemas.openxmlformats.org/drawingml/2006/main">
              <a:ext uri="{FF2B5EF4-FFF2-40B4-BE49-F238E27FC236}">
                <a16:creationId xmlns:a16="http://schemas.microsoft.com/office/drawing/2014/main" id="{694A6AC9-EE63-48EB-8659-9D81F5B6B04F}"/>
              </a:ext>
            </a:extLst>
          </p:cNvPr>
          <p:cNvSpPr>
            <a:spLocks xmlns:a="http://schemas.openxmlformats.org/drawingml/2006/main" noGrp="1"/>
          </p:cNvSpPr>
          <p:nvPr/>
        </p:nvSpPr>
        <p:spPr>
          <a:xfrm xmlns:a="http://schemas.openxmlformats.org/drawingml/2006/main">
            <a:off x="1209675" y="2495550"/>
            <a:ext cx="1028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830"/>
                </a:solidFill>
                <a:latin typeface="Segoe UI"/>
                <a:ea typeface="Segoe UI"/>
                <a:cs typeface="Segoe UI"/>
              </a:defRPr>
            </a:defPPr>
            <a:lvl1pPr algn="l">
              <a:defRPr sz="1875" b="1">
                <a:solidFill>
                  <a:srgbClr val="102830"/>
                </a:solidFill>
                <a:latin typeface="Segoe UI"/>
                <a:ea typeface="Segoe UI"/>
                <a:cs typeface="Segoe UI"/>
              </a:defRPr>
            </a:lvl1pPr>
            <a:lvl2pPr algn="l">
              <a:defRPr sz="1875" b="1">
                <a:solidFill>
                  <a:srgbClr val="102830"/>
                </a:solidFill>
                <a:latin typeface="Segoe UI"/>
                <a:ea typeface="Segoe UI"/>
                <a:cs typeface="Segoe UI"/>
              </a:defRPr>
            </a:lvl2pPr>
            <a:lvl3pPr algn="l">
              <a:defRPr sz="1875" b="1">
                <a:solidFill>
                  <a:srgbClr val="102830"/>
                </a:solidFill>
                <a:latin typeface="Segoe UI"/>
                <a:ea typeface="Segoe UI"/>
                <a:cs typeface="Segoe UI"/>
              </a:defRPr>
            </a:lvl3pPr>
            <a:lvl4pPr algn="l">
              <a:defRPr sz="1875" b="1">
                <a:solidFill>
                  <a:srgbClr val="102830"/>
                </a:solidFill>
                <a:latin typeface="Segoe UI"/>
                <a:ea typeface="Segoe UI"/>
                <a:cs typeface="Segoe UI"/>
              </a:defRPr>
            </a:lvl4pPr>
            <a:lvl5pPr algn="l">
              <a:defRPr sz="1875" b="1">
                <a:solidFill>
                  <a:srgbClr val="102830"/>
                </a:solidFill>
                <a:latin typeface="Segoe UI"/>
                <a:ea typeface="Segoe UI"/>
                <a:cs typeface="Segoe UI"/>
              </a:defRPr>
            </a:lvl5pPr>
            <a:lvl6pPr algn="l">
              <a:defRPr sz="1875" b="1">
                <a:solidFill>
                  <a:srgbClr val="102830"/>
                </a:solidFill>
                <a:latin typeface="Segoe UI"/>
                <a:ea typeface="Segoe UI"/>
                <a:cs typeface="Segoe UI"/>
              </a:defRPr>
            </a:lvl6pPr>
            <a:lvl7pPr algn="l">
              <a:defRPr sz="1875" b="1">
                <a:solidFill>
                  <a:srgbClr val="102830"/>
                </a:solidFill>
                <a:latin typeface="Segoe UI"/>
                <a:ea typeface="Segoe UI"/>
                <a:cs typeface="Segoe UI"/>
              </a:defRPr>
            </a:lvl7pPr>
            <a:lvl8pPr algn="l">
              <a:defRPr sz="1875" b="1">
                <a:solidFill>
                  <a:srgbClr val="102830"/>
                </a:solidFill>
                <a:latin typeface="Segoe UI"/>
                <a:ea typeface="Segoe UI"/>
                <a:cs typeface="Segoe UI"/>
              </a:defRPr>
            </a:lvl8pPr>
            <a:lvl9pPr algn="l">
              <a:defRPr sz="1875" b="1">
                <a:solidFill>
                  <a:srgbClr val="102830"/>
                </a:solidFill>
                <a:latin typeface="Segoe UI"/>
                <a:ea typeface="Segoe UI"/>
                <a:cs typeface="Segoe UI"/>
              </a:defRPr>
            </a:lvl9pPr>
          </a:lstStyle>
          <a:p xmlns:a="http://schemas.openxmlformats.org/drawingml/2006/main">
            <a:pPr algn="l">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hlinkClick xmlns:r="http://schemas.openxmlformats.org/officeDocument/2006/relationships" r:id="Rc7df0a5ee6c7404f"/>
              </a:rPr>
              <a:t>Microsoft Frontier Company announcement</a:t>
            </a:r>
          </a:p>
        </p:txBody>
      </p:sp>
      <p:sp>
        <p:nvSpPr>
          <p:cNvPr id="7" name="">
            <a:extLst xmlns:a="http://schemas.openxmlformats.org/drawingml/2006/main">
              <a:ext uri="{FF2B5EF4-FFF2-40B4-BE49-F238E27FC236}">
                <a16:creationId xmlns:a16="http://schemas.microsoft.com/office/drawing/2014/main" id="{740EC00D-29E6-4D4D-B648-B70FE4BD7163}"/>
              </a:ext>
            </a:extLst>
          </p:cNvPr>
          <p:cNvSpPr>
            <a:spLocks xmlns:a="http://schemas.openxmlformats.org/drawingml/2006/main" noGrp="1"/>
          </p:cNvSpPr>
          <p:nvPr/>
        </p:nvSpPr>
        <p:spPr>
          <a:xfrm xmlns:a="http://schemas.openxmlformats.org/drawingml/2006/main">
            <a:off x="1209675" y="2867025"/>
            <a:ext cx="1019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2656B"/>
                </a:solidFill>
                <a:latin typeface="Segoe UI"/>
                <a:ea typeface="Segoe UI"/>
                <a:cs typeface="Segoe UI"/>
              </a:defRPr>
            </a:defPPr>
            <a:lvl1pPr algn="l">
              <a:defRPr sz="1425" b="0">
                <a:solidFill>
                  <a:srgbClr val="52656B"/>
                </a:solidFill>
                <a:latin typeface="Segoe UI"/>
                <a:ea typeface="Segoe UI"/>
                <a:cs typeface="Segoe UI"/>
              </a:defRPr>
            </a:lvl1pPr>
            <a:lvl2pPr algn="l">
              <a:defRPr sz="1425" b="0">
                <a:solidFill>
                  <a:srgbClr val="52656B"/>
                </a:solidFill>
                <a:latin typeface="Segoe UI"/>
                <a:ea typeface="Segoe UI"/>
                <a:cs typeface="Segoe UI"/>
              </a:defRPr>
            </a:lvl2pPr>
            <a:lvl3pPr algn="l">
              <a:defRPr sz="1425" b="0">
                <a:solidFill>
                  <a:srgbClr val="52656B"/>
                </a:solidFill>
                <a:latin typeface="Segoe UI"/>
                <a:ea typeface="Segoe UI"/>
                <a:cs typeface="Segoe UI"/>
              </a:defRPr>
            </a:lvl3pPr>
            <a:lvl4pPr algn="l">
              <a:defRPr sz="1425" b="0">
                <a:solidFill>
                  <a:srgbClr val="52656B"/>
                </a:solidFill>
                <a:latin typeface="Segoe UI"/>
                <a:ea typeface="Segoe UI"/>
                <a:cs typeface="Segoe UI"/>
              </a:defRPr>
            </a:lvl4pPr>
            <a:lvl5pPr algn="l">
              <a:defRPr sz="1425" b="0">
                <a:solidFill>
                  <a:srgbClr val="52656B"/>
                </a:solidFill>
                <a:latin typeface="Segoe UI"/>
                <a:ea typeface="Segoe UI"/>
                <a:cs typeface="Segoe UI"/>
              </a:defRPr>
            </a:lvl5pPr>
            <a:lvl6pPr algn="l">
              <a:defRPr sz="1425" b="0">
                <a:solidFill>
                  <a:srgbClr val="52656B"/>
                </a:solidFill>
                <a:latin typeface="Segoe UI"/>
                <a:ea typeface="Segoe UI"/>
                <a:cs typeface="Segoe UI"/>
              </a:defRPr>
            </a:lvl6pPr>
            <a:lvl7pPr algn="l">
              <a:defRPr sz="1425" b="0">
                <a:solidFill>
                  <a:srgbClr val="52656B"/>
                </a:solidFill>
                <a:latin typeface="Segoe UI"/>
                <a:ea typeface="Segoe UI"/>
                <a:cs typeface="Segoe UI"/>
              </a:defRPr>
            </a:lvl7pPr>
            <a:lvl8pPr algn="l">
              <a:defRPr sz="1425" b="0">
                <a:solidFill>
                  <a:srgbClr val="52656B"/>
                </a:solidFill>
                <a:latin typeface="Segoe UI"/>
                <a:ea typeface="Segoe UI"/>
                <a:cs typeface="Segoe UI"/>
              </a:defRPr>
            </a:lvl8pPr>
            <a:lvl9pPr algn="l">
              <a:defRPr sz="1425" b="0">
                <a:solidFill>
                  <a:srgbClr val="52656B"/>
                </a:solidFill>
                <a:latin typeface="Segoe UI"/>
                <a:ea typeface="Segoe UI"/>
                <a:cs typeface="Segoe UI"/>
              </a:defRPr>
            </a:lvl9pPr>
          </a:lstStyle>
          <a:p xmlns:a="http://schemas.openxmlformats.org/drawingml/2006/main">
            <a:pPr algn="l">
              <a:lnSpc>
                <a:spcPct val="100000"/>
              </a:lnSpc>
              <a:buNone/>
              <a:defRPr sz="1425" b="0">
                <a:solidFill>
                  <a:srgbClr val="52656B"/>
                </a:solidFill>
                <a:latin typeface="Segoe UI"/>
                <a:ea typeface="Segoe UI"/>
                <a:cs typeface="Segoe UI"/>
              </a:defRPr>
            </a:pPr>
            <a:r>
              <a:rPr sz="1425" b="0">
                <a:solidFill>
                  <a:srgbClr val="52656B"/>
                </a:solidFill>
                <a:latin typeface="Segoe UI"/>
                <a:ea typeface="Segoe UI"/>
                <a:cs typeface="Segoe UI"/>
              </a:rPr>
              <a:t>Judson Althoff, July 2, 2026. Industry expertise, AI engineering, continuous improvement, measurable outcomes.</a:t>
            </a:r>
          </a:p>
        </p:txBody>
      </p:sp>
      <p:sp>
        <p:nvSpPr>
          <p:cNvPr id="8" name="">
            <a:extLst xmlns:a="http://schemas.openxmlformats.org/drawingml/2006/main">
              <a:ext uri="{FF2B5EF4-FFF2-40B4-BE49-F238E27FC236}">
                <a16:creationId xmlns:a16="http://schemas.microsoft.com/office/drawing/2014/main" id="{D102C773-376D-4D8F-B089-A4A117987150}"/>
              </a:ext>
            </a:extLst>
          </p:cNvPr>
          <p:cNvSpPr>
            <a:spLocks xmlns:a="http://schemas.openxmlformats.org/drawingml/2006/main" noGrp="1"/>
          </p:cNvSpPr>
          <p:nvPr/>
        </p:nvSpPr>
        <p:spPr>
          <a:xfrm xmlns:a="http://schemas.openxmlformats.org/drawingml/2006/main">
            <a:off x="609600" y="3362325"/>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756D8"/>
                </a:solidFill>
                <a:latin typeface="Segoe UI"/>
                <a:ea typeface="Segoe UI"/>
                <a:cs typeface="Segoe UI"/>
              </a:defRPr>
            </a:defPPr>
            <a:lvl1pPr algn="l">
              <a:defRPr sz="1650" b="1">
                <a:solidFill>
                  <a:srgbClr val="1756D8"/>
                </a:solidFill>
                <a:latin typeface="Segoe UI"/>
                <a:ea typeface="Segoe UI"/>
                <a:cs typeface="Segoe UI"/>
              </a:defRPr>
            </a:lvl1pPr>
            <a:lvl2pPr algn="l">
              <a:defRPr sz="1650" b="1">
                <a:solidFill>
                  <a:srgbClr val="1756D8"/>
                </a:solidFill>
                <a:latin typeface="Segoe UI"/>
                <a:ea typeface="Segoe UI"/>
                <a:cs typeface="Segoe UI"/>
              </a:defRPr>
            </a:lvl2pPr>
            <a:lvl3pPr algn="l">
              <a:defRPr sz="1650" b="1">
                <a:solidFill>
                  <a:srgbClr val="1756D8"/>
                </a:solidFill>
                <a:latin typeface="Segoe UI"/>
                <a:ea typeface="Segoe UI"/>
                <a:cs typeface="Segoe UI"/>
              </a:defRPr>
            </a:lvl3pPr>
            <a:lvl4pPr algn="l">
              <a:defRPr sz="1650" b="1">
                <a:solidFill>
                  <a:srgbClr val="1756D8"/>
                </a:solidFill>
                <a:latin typeface="Segoe UI"/>
                <a:ea typeface="Segoe UI"/>
                <a:cs typeface="Segoe UI"/>
              </a:defRPr>
            </a:lvl4pPr>
            <a:lvl5pPr algn="l">
              <a:defRPr sz="1650" b="1">
                <a:solidFill>
                  <a:srgbClr val="1756D8"/>
                </a:solidFill>
                <a:latin typeface="Segoe UI"/>
                <a:ea typeface="Segoe UI"/>
                <a:cs typeface="Segoe UI"/>
              </a:defRPr>
            </a:lvl5pPr>
            <a:lvl6pPr algn="l">
              <a:defRPr sz="1650" b="1">
                <a:solidFill>
                  <a:srgbClr val="1756D8"/>
                </a:solidFill>
                <a:latin typeface="Segoe UI"/>
                <a:ea typeface="Segoe UI"/>
                <a:cs typeface="Segoe UI"/>
              </a:defRPr>
            </a:lvl6pPr>
            <a:lvl7pPr algn="l">
              <a:defRPr sz="1650" b="1">
                <a:solidFill>
                  <a:srgbClr val="1756D8"/>
                </a:solidFill>
                <a:latin typeface="Segoe UI"/>
                <a:ea typeface="Segoe UI"/>
                <a:cs typeface="Segoe UI"/>
              </a:defRPr>
            </a:lvl7pPr>
            <a:lvl8pPr algn="l">
              <a:defRPr sz="1650" b="1">
                <a:solidFill>
                  <a:srgbClr val="1756D8"/>
                </a:solidFill>
                <a:latin typeface="Segoe UI"/>
                <a:ea typeface="Segoe UI"/>
                <a:cs typeface="Segoe UI"/>
              </a:defRPr>
            </a:lvl8pPr>
            <a:lvl9pPr algn="l">
              <a:defRPr sz="1650" b="1">
                <a:solidFill>
                  <a:srgbClr val="1756D8"/>
                </a:solidFill>
                <a:latin typeface="Segoe UI"/>
                <a:ea typeface="Segoe UI"/>
                <a:cs typeface="Segoe UI"/>
              </a:defRPr>
            </a:lvl9pPr>
          </a:lstStyle>
          <a:p xmlns:a="http://schemas.openxmlformats.org/drawingml/2006/main">
            <a:pPr algn="l">
              <a:lnSpc>
                <a:spcPct val="100000"/>
              </a:lnSpc>
              <a:buNone/>
              <a:defRPr sz="1650" b="1">
                <a:solidFill>
                  <a:srgbClr val="1756D8"/>
                </a:solidFill>
                <a:latin typeface="Segoe UI"/>
                <a:ea typeface="Segoe UI"/>
                <a:cs typeface="Segoe UI"/>
              </a:defRPr>
            </a:pPr>
            <a:r>
              <a:rPr sz="1650" b="1">
                <a:solidFill>
                  <a:srgbClr val="1756D8"/>
                </a:solidFill>
                <a:latin typeface="Segoe UI"/>
                <a:ea typeface="Segoe UI"/>
                <a:cs typeface="Segoe UI"/>
              </a:rPr>
              <a:t>03</a:t>
            </a:r>
          </a:p>
        </p:txBody>
      </p:sp>
      <p:sp>
        <p:nvSpPr>
          <p:cNvPr id="9" name="">
            <a:extLst xmlns:a="http://schemas.openxmlformats.org/drawingml/2006/main">
              <a:ext uri="{FF2B5EF4-FFF2-40B4-BE49-F238E27FC236}">
                <a16:creationId xmlns:a16="http://schemas.microsoft.com/office/drawing/2014/main" id="{C985DF21-13AE-4E98-8B95-96874C10987F}"/>
              </a:ext>
            </a:extLst>
          </p:cNvPr>
          <p:cNvSpPr>
            <a:spLocks xmlns:a="http://schemas.openxmlformats.org/drawingml/2006/main" noGrp="1"/>
          </p:cNvSpPr>
          <p:nvPr/>
        </p:nvSpPr>
        <p:spPr>
          <a:xfrm xmlns:a="http://schemas.openxmlformats.org/drawingml/2006/main">
            <a:off x="1209675" y="3362325"/>
            <a:ext cx="1028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830"/>
                </a:solidFill>
                <a:latin typeface="Segoe UI"/>
                <a:ea typeface="Segoe UI"/>
                <a:cs typeface="Segoe UI"/>
              </a:defRPr>
            </a:defPPr>
            <a:lvl1pPr algn="l">
              <a:defRPr sz="1875" b="1">
                <a:solidFill>
                  <a:srgbClr val="102830"/>
                </a:solidFill>
                <a:latin typeface="Segoe UI"/>
                <a:ea typeface="Segoe UI"/>
                <a:cs typeface="Segoe UI"/>
              </a:defRPr>
            </a:lvl1pPr>
            <a:lvl2pPr algn="l">
              <a:defRPr sz="1875" b="1">
                <a:solidFill>
                  <a:srgbClr val="102830"/>
                </a:solidFill>
                <a:latin typeface="Segoe UI"/>
                <a:ea typeface="Segoe UI"/>
                <a:cs typeface="Segoe UI"/>
              </a:defRPr>
            </a:lvl2pPr>
            <a:lvl3pPr algn="l">
              <a:defRPr sz="1875" b="1">
                <a:solidFill>
                  <a:srgbClr val="102830"/>
                </a:solidFill>
                <a:latin typeface="Segoe UI"/>
                <a:ea typeface="Segoe UI"/>
                <a:cs typeface="Segoe UI"/>
              </a:defRPr>
            </a:lvl3pPr>
            <a:lvl4pPr algn="l">
              <a:defRPr sz="1875" b="1">
                <a:solidFill>
                  <a:srgbClr val="102830"/>
                </a:solidFill>
                <a:latin typeface="Segoe UI"/>
                <a:ea typeface="Segoe UI"/>
                <a:cs typeface="Segoe UI"/>
              </a:defRPr>
            </a:lvl4pPr>
            <a:lvl5pPr algn="l">
              <a:defRPr sz="1875" b="1">
                <a:solidFill>
                  <a:srgbClr val="102830"/>
                </a:solidFill>
                <a:latin typeface="Segoe UI"/>
                <a:ea typeface="Segoe UI"/>
                <a:cs typeface="Segoe UI"/>
              </a:defRPr>
            </a:lvl5pPr>
            <a:lvl6pPr algn="l">
              <a:defRPr sz="1875" b="1">
                <a:solidFill>
                  <a:srgbClr val="102830"/>
                </a:solidFill>
                <a:latin typeface="Segoe UI"/>
                <a:ea typeface="Segoe UI"/>
                <a:cs typeface="Segoe UI"/>
              </a:defRPr>
            </a:lvl6pPr>
            <a:lvl7pPr algn="l">
              <a:defRPr sz="1875" b="1">
                <a:solidFill>
                  <a:srgbClr val="102830"/>
                </a:solidFill>
                <a:latin typeface="Segoe UI"/>
                <a:ea typeface="Segoe UI"/>
                <a:cs typeface="Segoe UI"/>
              </a:defRPr>
            </a:lvl7pPr>
            <a:lvl8pPr algn="l">
              <a:defRPr sz="1875" b="1">
                <a:solidFill>
                  <a:srgbClr val="102830"/>
                </a:solidFill>
                <a:latin typeface="Segoe UI"/>
                <a:ea typeface="Segoe UI"/>
                <a:cs typeface="Segoe UI"/>
              </a:defRPr>
            </a:lvl8pPr>
            <a:lvl9pPr algn="l">
              <a:defRPr sz="1875" b="1">
                <a:solidFill>
                  <a:srgbClr val="102830"/>
                </a:solidFill>
                <a:latin typeface="Segoe UI"/>
                <a:ea typeface="Segoe UI"/>
                <a:cs typeface="Segoe UI"/>
              </a:defRPr>
            </a:lvl9pPr>
          </a:lstStyle>
          <a:p xmlns:a="http://schemas.openxmlformats.org/drawingml/2006/main">
            <a:pPr algn="l">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hlinkClick xmlns:r="http://schemas.openxmlformats.org/officeDocument/2006/relationships" r:id="Rf4845e36edf140af"/>
              </a:rPr>
              <a:t>Copilot Studio overview</a:t>
            </a:r>
          </a:p>
        </p:txBody>
      </p:sp>
      <p:sp>
        <p:nvSpPr>
          <p:cNvPr id="10" name="">
            <a:extLst xmlns:a="http://schemas.openxmlformats.org/drawingml/2006/main">
              <a:ext uri="{FF2B5EF4-FFF2-40B4-BE49-F238E27FC236}">
                <a16:creationId xmlns:a16="http://schemas.microsoft.com/office/drawing/2014/main" id="{F7D0509E-EF19-4AB3-B140-1F90029C6E58}"/>
              </a:ext>
            </a:extLst>
          </p:cNvPr>
          <p:cNvSpPr>
            <a:spLocks xmlns:a="http://schemas.openxmlformats.org/drawingml/2006/main" noGrp="1"/>
          </p:cNvSpPr>
          <p:nvPr/>
        </p:nvSpPr>
        <p:spPr>
          <a:xfrm xmlns:a="http://schemas.openxmlformats.org/drawingml/2006/main">
            <a:off x="1209675" y="3733800"/>
            <a:ext cx="1019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2656B"/>
                </a:solidFill>
                <a:latin typeface="Segoe UI"/>
                <a:ea typeface="Segoe UI"/>
                <a:cs typeface="Segoe UI"/>
              </a:defRPr>
            </a:defPPr>
            <a:lvl1pPr algn="l">
              <a:defRPr sz="1425" b="0">
                <a:solidFill>
                  <a:srgbClr val="52656B"/>
                </a:solidFill>
                <a:latin typeface="Segoe UI"/>
                <a:ea typeface="Segoe UI"/>
                <a:cs typeface="Segoe UI"/>
              </a:defRPr>
            </a:lvl1pPr>
            <a:lvl2pPr algn="l">
              <a:defRPr sz="1425" b="0">
                <a:solidFill>
                  <a:srgbClr val="52656B"/>
                </a:solidFill>
                <a:latin typeface="Segoe UI"/>
                <a:ea typeface="Segoe UI"/>
                <a:cs typeface="Segoe UI"/>
              </a:defRPr>
            </a:lvl2pPr>
            <a:lvl3pPr algn="l">
              <a:defRPr sz="1425" b="0">
                <a:solidFill>
                  <a:srgbClr val="52656B"/>
                </a:solidFill>
                <a:latin typeface="Segoe UI"/>
                <a:ea typeface="Segoe UI"/>
                <a:cs typeface="Segoe UI"/>
              </a:defRPr>
            </a:lvl3pPr>
            <a:lvl4pPr algn="l">
              <a:defRPr sz="1425" b="0">
                <a:solidFill>
                  <a:srgbClr val="52656B"/>
                </a:solidFill>
                <a:latin typeface="Segoe UI"/>
                <a:ea typeface="Segoe UI"/>
                <a:cs typeface="Segoe UI"/>
              </a:defRPr>
            </a:lvl4pPr>
            <a:lvl5pPr algn="l">
              <a:defRPr sz="1425" b="0">
                <a:solidFill>
                  <a:srgbClr val="52656B"/>
                </a:solidFill>
                <a:latin typeface="Segoe UI"/>
                <a:ea typeface="Segoe UI"/>
                <a:cs typeface="Segoe UI"/>
              </a:defRPr>
            </a:lvl5pPr>
            <a:lvl6pPr algn="l">
              <a:defRPr sz="1425" b="0">
                <a:solidFill>
                  <a:srgbClr val="52656B"/>
                </a:solidFill>
                <a:latin typeface="Segoe UI"/>
                <a:ea typeface="Segoe UI"/>
                <a:cs typeface="Segoe UI"/>
              </a:defRPr>
            </a:lvl6pPr>
            <a:lvl7pPr algn="l">
              <a:defRPr sz="1425" b="0">
                <a:solidFill>
                  <a:srgbClr val="52656B"/>
                </a:solidFill>
                <a:latin typeface="Segoe UI"/>
                <a:ea typeface="Segoe UI"/>
                <a:cs typeface="Segoe UI"/>
              </a:defRPr>
            </a:lvl7pPr>
            <a:lvl8pPr algn="l">
              <a:defRPr sz="1425" b="0">
                <a:solidFill>
                  <a:srgbClr val="52656B"/>
                </a:solidFill>
                <a:latin typeface="Segoe UI"/>
                <a:ea typeface="Segoe UI"/>
                <a:cs typeface="Segoe UI"/>
              </a:defRPr>
            </a:lvl8pPr>
            <a:lvl9pPr algn="l">
              <a:defRPr sz="1425" b="0">
                <a:solidFill>
                  <a:srgbClr val="52656B"/>
                </a:solidFill>
                <a:latin typeface="Segoe UI"/>
                <a:ea typeface="Segoe UI"/>
                <a:cs typeface="Segoe UI"/>
              </a:defRPr>
            </a:lvl9pPr>
          </a:lstStyle>
          <a:p xmlns:a="http://schemas.openxmlformats.org/drawingml/2006/main">
            <a:pPr algn="l">
              <a:lnSpc>
                <a:spcPct val="100000"/>
              </a:lnSpc>
              <a:buNone/>
              <a:defRPr sz="1425" b="0">
                <a:solidFill>
                  <a:srgbClr val="52656B"/>
                </a:solidFill>
                <a:latin typeface="Segoe UI"/>
                <a:ea typeface="Segoe UI"/>
                <a:cs typeface="Segoe UI"/>
              </a:defRPr>
            </a:pPr>
            <a:r>
              <a:rPr sz="1425" b="0">
                <a:solidFill>
                  <a:srgbClr val="52656B"/>
                </a:solidFill>
                <a:latin typeface="Segoe UI"/>
                <a:ea typeface="Segoe UI"/>
                <a:cs typeface="Segoe UI"/>
              </a:rPr>
              <a:t>Connected knowledge, agents, workflows, human review, evaluation and monitoring.</a:t>
            </a:r>
          </a:p>
        </p:txBody>
      </p:sp>
      <p:sp>
        <p:nvSpPr>
          <p:cNvPr id="11" name="">
            <a:extLst xmlns:a="http://schemas.openxmlformats.org/drawingml/2006/main">
              <a:ext uri="{FF2B5EF4-FFF2-40B4-BE49-F238E27FC236}">
                <a16:creationId xmlns:a16="http://schemas.microsoft.com/office/drawing/2014/main" id="{A40B41DD-E771-435F-B70D-58A51FEF27DC}"/>
              </a:ext>
            </a:extLst>
          </p:cNvPr>
          <p:cNvSpPr>
            <a:spLocks xmlns:a="http://schemas.openxmlformats.org/drawingml/2006/main" noGrp="1"/>
          </p:cNvSpPr>
          <p:nvPr/>
        </p:nvSpPr>
        <p:spPr>
          <a:xfrm xmlns:a="http://schemas.openxmlformats.org/drawingml/2006/main">
            <a:off x="609600" y="422910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756D8"/>
                </a:solidFill>
                <a:latin typeface="Segoe UI"/>
                <a:ea typeface="Segoe UI"/>
                <a:cs typeface="Segoe UI"/>
              </a:defRPr>
            </a:defPPr>
            <a:lvl1pPr algn="l">
              <a:defRPr sz="1650" b="1">
                <a:solidFill>
                  <a:srgbClr val="1756D8"/>
                </a:solidFill>
                <a:latin typeface="Segoe UI"/>
                <a:ea typeface="Segoe UI"/>
                <a:cs typeface="Segoe UI"/>
              </a:defRPr>
            </a:lvl1pPr>
            <a:lvl2pPr algn="l">
              <a:defRPr sz="1650" b="1">
                <a:solidFill>
                  <a:srgbClr val="1756D8"/>
                </a:solidFill>
                <a:latin typeface="Segoe UI"/>
                <a:ea typeface="Segoe UI"/>
                <a:cs typeface="Segoe UI"/>
              </a:defRPr>
            </a:lvl2pPr>
            <a:lvl3pPr algn="l">
              <a:defRPr sz="1650" b="1">
                <a:solidFill>
                  <a:srgbClr val="1756D8"/>
                </a:solidFill>
                <a:latin typeface="Segoe UI"/>
                <a:ea typeface="Segoe UI"/>
                <a:cs typeface="Segoe UI"/>
              </a:defRPr>
            </a:lvl3pPr>
            <a:lvl4pPr algn="l">
              <a:defRPr sz="1650" b="1">
                <a:solidFill>
                  <a:srgbClr val="1756D8"/>
                </a:solidFill>
                <a:latin typeface="Segoe UI"/>
                <a:ea typeface="Segoe UI"/>
                <a:cs typeface="Segoe UI"/>
              </a:defRPr>
            </a:lvl4pPr>
            <a:lvl5pPr algn="l">
              <a:defRPr sz="1650" b="1">
                <a:solidFill>
                  <a:srgbClr val="1756D8"/>
                </a:solidFill>
                <a:latin typeface="Segoe UI"/>
                <a:ea typeface="Segoe UI"/>
                <a:cs typeface="Segoe UI"/>
              </a:defRPr>
            </a:lvl5pPr>
            <a:lvl6pPr algn="l">
              <a:defRPr sz="1650" b="1">
                <a:solidFill>
                  <a:srgbClr val="1756D8"/>
                </a:solidFill>
                <a:latin typeface="Segoe UI"/>
                <a:ea typeface="Segoe UI"/>
                <a:cs typeface="Segoe UI"/>
              </a:defRPr>
            </a:lvl6pPr>
            <a:lvl7pPr algn="l">
              <a:defRPr sz="1650" b="1">
                <a:solidFill>
                  <a:srgbClr val="1756D8"/>
                </a:solidFill>
                <a:latin typeface="Segoe UI"/>
                <a:ea typeface="Segoe UI"/>
                <a:cs typeface="Segoe UI"/>
              </a:defRPr>
            </a:lvl7pPr>
            <a:lvl8pPr algn="l">
              <a:defRPr sz="1650" b="1">
                <a:solidFill>
                  <a:srgbClr val="1756D8"/>
                </a:solidFill>
                <a:latin typeface="Segoe UI"/>
                <a:ea typeface="Segoe UI"/>
                <a:cs typeface="Segoe UI"/>
              </a:defRPr>
            </a:lvl8pPr>
            <a:lvl9pPr algn="l">
              <a:defRPr sz="1650" b="1">
                <a:solidFill>
                  <a:srgbClr val="1756D8"/>
                </a:solidFill>
                <a:latin typeface="Segoe UI"/>
                <a:ea typeface="Segoe UI"/>
                <a:cs typeface="Segoe UI"/>
              </a:defRPr>
            </a:lvl9pPr>
          </a:lstStyle>
          <a:p xmlns:a="http://schemas.openxmlformats.org/drawingml/2006/main">
            <a:pPr algn="l">
              <a:lnSpc>
                <a:spcPct val="100000"/>
              </a:lnSpc>
              <a:buNone/>
              <a:defRPr sz="1650" b="1">
                <a:solidFill>
                  <a:srgbClr val="1756D8"/>
                </a:solidFill>
                <a:latin typeface="Segoe UI"/>
                <a:ea typeface="Segoe UI"/>
                <a:cs typeface="Segoe UI"/>
              </a:defRPr>
            </a:pPr>
            <a:r>
              <a:rPr sz="1650" b="1">
                <a:solidFill>
                  <a:srgbClr val="1756D8"/>
                </a:solidFill>
                <a:latin typeface="Segoe UI"/>
                <a:ea typeface="Segoe UI"/>
                <a:cs typeface="Segoe UI"/>
              </a:rPr>
              <a:t>04</a:t>
            </a:r>
          </a:p>
        </p:txBody>
      </p:sp>
      <p:sp>
        <p:nvSpPr>
          <p:cNvPr id="12" name="">
            <a:extLst xmlns:a="http://schemas.openxmlformats.org/drawingml/2006/main">
              <a:ext uri="{FF2B5EF4-FFF2-40B4-BE49-F238E27FC236}">
                <a16:creationId xmlns:a16="http://schemas.microsoft.com/office/drawing/2014/main" id="{FC88FEA6-C92C-493A-9691-43D7AE1FB319}"/>
              </a:ext>
            </a:extLst>
          </p:cNvPr>
          <p:cNvSpPr>
            <a:spLocks xmlns:a="http://schemas.openxmlformats.org/drawingml/2006/main" noGrp="1"/>
          </p:cNvSpPr>
          <p:nvPr/>
        </p:nvSpPr>
        <p:spPr>
          <a:xfrm xmlns:a="http://schemas.openxmlformats.org/drawingml/2006/main">
            <a:off x="1209675" y="4229100"/>
            <a:ext cx="1028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830"/>
                </a:solidFill>
                <a:latin typeface="Segoe UI"/>
                <a:ea typeface="Segoe UI"/>
                <a:cs typeface="Segoe UI"/>
              </a:defRPr>
            </a:defPPr>
            <a:lvl1pPr algn="l">
              <a:defRPr sz="1875" b="1">
                <a:solidFill>
                  <a:srgbClr val="102830"/>
                </a:solidFill>
                <a:latin typeface="Segoe UI"/>
                <a:ea typeface="Segoe UI"/>
                <a:cs typeface="Segoe UI"/>
              </a:defRPr>
            </a:lvl1pPr>
            <a:lvl2pPr algn="l">
              <a:defRPr sz="1875" b="1">
                <a:solidFill>
                  <a:srgbClr val="102830"/>
                </a:solidFill>
                <a:latin typeface="Segoe UI"/>
                <a:ea typeface="Segoe UI"/>
                <a:cs typeface="Segoe UI"/>
              </a:defRPr>
            </a:lvl2pPr>
            <a:lvl3pPr algn="l">
              <a:defRPr sz="1875" b="1">
                <a:solidFill>
                  <a:srgbClr val="102830"/>
                </a:solidFill>
                <a:latin typeface="Segoe UI"/>
                <a:ea typeface="Segoe UI"/>
                <a:cs typeface="Segoe UI"/>
              </a:defRPr>
            </a:lvl3pPr>
            <a:lvl4pPr algn="l">
              <a:defRPr sz="1875" b="1">
                <a:solidFill>
                  <a:srgbClr val="102830"/>
                </a:solidFill>
                <a:latin typeface="Segoe UI"/>
                <a:ea typeface="Segoe UI"/>
                <a:cs typeface="Segoe UI"/>
              </a:defRPr>
            </a:lvl4pPr>
            <a:lvl5pPr algn="l">
              <a:defRPr sz="1875" b="1">
                <a:solidFill>
                  <a:srgbClr val="102830"/>
                </a:solidFill>
                <a:latin typeface="Segoe UI"/>
                <a:ea typeface="Segoe UI"/>
                <a:cs typeface="Segoe UI"/>
              </a:defRPr>
            </a:lvl5pPr>
            <a:lvl6pPr algn="l">
              <a:defRPr sz="1875" b="1">
                <a:solidFill>
                  <a:srgbClr val="102830"/>
                </a:solidFill>
                <a:latin typeface="Segoe UI"/>
                <a:ea typeface="Segoe UI"/>
                <a:cs typeface="Segoe UI"/>
              </a:defRPr>
            </a:lvl6pPr>
            <a:lvl7pPr algn="l">
              <a:defRPr sz="1875" b="1">
                <a:solidFill>
                  <a:srgbClr val="102830"/>
                </a:solidFill>
                <a:latin typeface="Segoe UI"/>
                <a:ea typeface="Segoe UI"/>
                <a:cs typeface="Segoe UI"/>
              </a:defRPr>
            </a:lvl7pPr>
            <a:lvl8pPr algn="l">
              <a:defRPr sz="1875" b="1">
                <a:solidFill>
                  <a:srgbClr val="102830"/>
                </a:solidFill>
                <a:latin typeface="Segoe UI"/>
                <a:ea typeface="Segoe UI"/>
                <a:cs typeface="Segoe UI"/>
              </a:defRPr>
            </a:lvl8pPr>
            <a:lvl9pPr algn="l">
              <a:defRPr sz="1875" b="1">
                <a:solidFill>
                  <a:srgbClr val="102830"/>
                </a:solidFill>
                <a:latin typeface="Segoe UI"/>
                <a:ea typeface="Segoe UI"/>
                <a:cs typeface="Segoe UI"/>
              </a:defRPr>
            </a:lvl9pPr>
          </a:lstStyle>
          <a:p xmlns:a="http://schemas.openxmlformats.org/drawingml/2006/main">
            <a:pPr algn="l">
              <a:lnSpc>
                <a:spcPct val="100000"/>
              </a:lnSpc>
              <a:buNone/>
              <a:defRPr sz="1875" b="1">
                <a:solidFill>
                  <a:srgbClr val="102830"/>
                </a:solidFill>
                <a:latin typeface="Segoe UI"/>
                <a:ea typeface="Segoe UI"/>
                <a:cs typeface="Segoe UI"/>
              </a:defRPr>
            </a:pPr>
            <a:r>
              <a:rPr sz="1875" b="1">
                <a:solidFill>
                  <a:srgbClr val="102830"/>
                </a:solidFill>
                <a:latin typeface="Segoe UI"/>
                <a:ea typeface="Segoe UI"/>
                <a:cs typeface="Segoe UI"/>
                <a:hlinkClick xmlns:r="http://schemas.openxmlformats.org/officeDocument/2006/relationships" r:id="Rdec83d802c50407e"/>
              </a:rPr>
              <a:t>Copilot Studio security and governance</a:t>
            </a:r>
          </a:p>
        </p:txBody>
      </p:sp>
      <p:sp>
        <p:nvSpPr>
          <p:cNvPr id="13" name="">
            <a:extLst xmlns:a="http://schemas.openxmlformats.org/drawingml/2006/main">
              <a:ext uri="{FF2B5EF4-FFF2-40B4-BE49-F238E27FC236}">
                <a16:creationId xmlns:a16="http://schemas.microsoft.com/office/drawing/2014/main" id="{3F0C45CF-449F-4CEA-B011-80D18C32E45F}"/>
              </a:ext>
            </a:extLst>
          </p:cNvPr>
          <p:cNvSpPr>
            <a:spLocks xmlns:a="http://schemas.openxmlformats.org/drawingml/2006/main" noGrp="1"/>
          </p:cNvSpPr>
          <p:nvPr/>
        </p:nvSpPr>
        <p:spPr>
          <a:xfrm xmlns:a="http://schemas.openxmlformats.org/drawingml/2006/main">
            <a:off x="1209675" y="4600575"/>
            <a:ext cx="1019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2656B"/>
                </a:solidFill>
                <a:latin typeface="Segoe UI"/>
                <a:ea typeface="Segoe UI"/>
                <a:cs typeface="Segoe UI"/>
              </a:defRPr>
            </a:defPPr>
            <a:lvl1pPr algn="l">
              <a:defRPr sz="1425" b="0">
                <a:solidFill>
                  <a:srgbClr val="52656B"/>
                </a:solidFill>
                <a:latin typeface="Segoe UI"/>
                <a:ea typeface="Segoe UI"/>
                <a:cs typeface="Segoe UI"/>
              </a:defRPr>
            </a:lvl1pPr>
            <a:lvl2pPr algn="l">
              <a:defRPr sz="1425" b="0">
                <a:solidFill>
                  <a:srgbClr val="52656B"/>
                </a:solidFill>
                <a:latin typeface="Segoe UI"/>
                <a:ea typeface="Segoe UI"/>
                <a:cs typeface="Segoe UI"/>
              </a:defRPr>
            </a:lvl2pPr>
            <a:lvl3pPr algn="l">
              <a:defRPr sz="1425" b="0">
                <a:solidFill>
                  <a:srgbClr val="52656B"/>
                </a:solidFill>
                <a:latin typeface="Segoe UI"/>
                <a:ea typeface="Segoe UI"/>
                <a:cs typeface="Segoe UI"/>
              </a:defRPr>
            </a:lvl3pPr>
            <a:lvl4pPr algn="l">
              <a:defRPr sz="1425" b="0">
                <a:solidFill>
                  <a:srgbClr val="52656B"/>
                </a:solidFill>
                <a:latin typeface="Segoe UI"/>
                <a:ea typeface="Segoe UI"/>
                <a:cs typeface="Segoe UI"/>
              </a:defRPr>
            </a:lvl4pPr>
            <a:lvl5pPr algn="l">
              <a:defRPr sz="1425" b="0">
                <a:solidFill>
                  <a:srgbClr val="52656B"/>
                </a:solidFill>
                <a:latin typeface="Segoe UI"/>
                <a:ea typeface="Segoe UI"/>
                <a:cs typeface="Segoe UI"/>
              </a:defRPr>
            </a:lvl5pPr>
            <a:lvl6pPr algn="l">
              <a:defRPr sz="1425" b="0">
                <a:solidFill>
                  <a:srgbClr val="52656B"/>
                </a:solidFill>
                <a:latin typeface="Segoe UI"/>
                <a:ea typeface="Segoe UI"/>
                <a:cs typeface="Segoe UI"/>
              </a:defRPr>
            </a:lvl6pPr>
            <a:lvl7pPr algn="l">
              <a:defRPr sz="1425" b="0">
                <a:solidFill>
                  <a:srgbClr val="52656B"/>
                </a:solidFill>
                <a:latin typeface="Segoe UI"/>
                <a:ea typeface="Segoe UI"/>
                <a:cs typeface="Segoe UI"/>
              </a:defRPr>
            </a:lvl7pPr>
            <a:lvl8pPr algn="l">
              <a:defRPr sz="1425" b="0">
                <a:solidFill>
                  <a:srgbClr val="52656B"/>
                </a:solidFill>
                <a:latin typeface="Segoe UI"/>
                <a:ea typeface="Segoe UI"/>
                <a:cs typeface="Segoe UI"/>
              </a:defRPr>
            </a:lvl8pPr>
            <a:lvl9pPr algn="l">
              <a:defRPr sz="1425" b="0">
                <a:solidFill>
                  <a:srgbClr val="52656B"/>
                </a:solidFill>
                <a:latin typeface="Segoe UI"/>
                <a:ea typeface="Segoe UI"/>
                <a:cs typeface="Segoe UI"/>
              </a:defRPr>
            </a:lvl9pPr>
          </a:lstStyle>
          <a:p xmlns:a="http://schemas.openxmlformats.org/drawingml/2006/main">
            <a:pPr algn="l">
              <a:lnSpc>
                <a:spcPct val="100000"/>
              </a:lnSpc>
              <a:buNone/>
              <a:defRPr sz="1425" b="0">
                <a:solidFill>
                  <a:srgbClr val="52656B"/>
                </a:solidFill>
                <a:latin typeface="Segoe UI"/>
                <a:ea typeface="Segoe UI"/>
                <a:cs typeface="Segoe UI"/>
              </a:defRPr>
            </a:pPr>
            <a:r>
              <a:rPr sz="1425" b="0">
                <a:solidFill>
                  <a:srgbClr val="52656B"/>
                </a:solidFill>
                <a:latin typeface="Segoe UI"/>
                <a:ea typeface="Segoe UI"/>
                <a:cs typeface="Segoe UI"/>
              </a:rPr>
              <a:t>Identity, access, data policies, governance and audit capabilities. Controls require configuration.</a:t>
            </a:r>
          </a:p>
        </p:txBody>
      </p:sp>
      <p:sp>
        <p:nvSpPr>
          <p:cNvPr id="14" name="">
            <a:extLst xmlns:a="http://schemas.openxmlformats.org/drawingml/2006/main">
              <a:ext uri="{FF2B5EF4-FFF2-40B4-BE49-F238E27FC236}">
                <a16:creationId xmlns:a16="http://schemas.microsoft.com/office/drawing/2014/main" id="{62BEFD44-B088-4676-9EB4-A992533FFD66}"/>
              </a:ext>
            </a:extLst>
          </p:cNvPr>
          <p:cNvSpPr>
            <a:spLocks xmlns:a="http://schemas.openxmlformats.org/drawingml/2006/main" noGrp="1"/>
          </p:cNvSpPr>
          <p:nvPr/>
        </p:nvSpPr>
        <p:spPr>
          <a:xfrm xmlns:a="http://schemas.openxmlformats.org/drawingml/2006/main">
            <a:off x="609600" y="5324475"/>
            <a:ext cx="10972800" cy="19050"/>
          </a:xfrm>
          <a:prstGeom xmlns:a="http://schemas.openxmlformats.org/drawingml/2006/main" prst="rect">
            <a:avLst/>
          </a:prstGeom>
          <a:solidFill xmlns:a="http://schemas.openxmlformats.org/drawingml/2006/main">
            <a:srgbClr val="BCCAC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A099A85-1B2D-4B73-9C04-3388C2E5022D}"/>
              </a:ext>
            </a:extLst>
          </p:cNvPr>
          <p:cNvSpPr>
            <a:spLocks xmlns:a="http://schemas.openxmlformats.org/drawingml/2006/main" noGrp="1"/>
          </p:cNvSpPr>
          <p:nvPr/>
        </p:nvSpPr>
        <p:spPr>
          <a:xfrm xmlns:a="http://schemas.openxmlformats.org/drawingml/2006/main">
            <a:off x="609600" y="5581650"/>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2656B"/>
                </a:solidFill>
                <a:latin typeface="Segoe UI"/>
                <a:ea typeface="Segoe UI"/>
                <a:cs typeface="Segoe UI"/>
              </a:defRPr>
            </a:defPPr>
            <a:lvl1pPr algn="l">
              <a:defRPr sz="1500" b="0">
                <a:solidFill>
                  <a:srgbClr val="52656B"/>
                </a:solidFill>
                <a:latin typeface="Segoe UI"/>
                <a:ea typeface="Segoe UI"/>
                <a:cs typeface="Segoe UI"/>
              </a:defRPr>
            </a:lvl1pPr>
            <a:lvl2pPr algn="l">
              <a:defRPr sz="1500" b="0">
                <a:solidFill>
                  <a:srgbClr val="52656B"/>
                </a:solidFill>
                <a:latin typeface="Segoe UI"/>
                <a:ea typeface="Segoe UI"/>
                <a:cs typeface="Segoe UI"/>
              </a:defRPr>
            </a:lvl2pPr>
            <a:lvl3pPr algn="l">
              <a:defRPr sz="1500" b="0">
                <a:solidFill>
                  <a:srgbClr val="52656B"/>
                </a:solidFill>
                <a:latin typeface="Segoe UI"/>
                <a:ea typeface="Segoe UI"/>
                <a:cs typeface="Segoe UI"/>
              </a:defRPr>
            </a:lvl3pPr>
            <a:lvl4pPr algn="l">
              <a:defRPr sz="1500" b="0">
                <a:solidFill>
                  <a:srgbClr val="52656B"/>
                </a:solidFill>
                <a:latin typeface="Segoe UI"/>
                <a:ea typeface="Segoe UI"/>
                <a:cs typeface="Segoe UI"/>
              </a:defRPr>
            </a:lvl4pPr>
            <a:lvl5pPr algn="l">
              <a:defRPr sz="1500" b="0">
                <a:solidFill>
                  <a:srgbClr val="52656B"/>
                </a:solidFill>
                <a:latin typeface="Segoe UI"/>
                <a:ea typeface="Segoe UI"/>
                <a:cs typeface="Segoe UI"/>
              </a:defRPr>
            </a:lvl5pPr>
            <a:lvl6pPr algn="l">
              <a:defRPr sz="1500" b="0">
                <a:solidFill>
                  <a:srgbClr val="52656B"/>
                </a:solidFill>
                <a:latin typeface="Segoe UI"/>
                <a:ea typeface="Segoe UI"/>
                <a:cs typeface="Segoe UI"/>
              </a:defRPr>
            </a:lvl6pPr>
            <a:lvl7pPr algn="l">
              <a:defRPr sz="1500" b="0">
                <a:solidFill>
                  <a:srgbClr val="52656B"/>
                </a:solidFill>
                <a:latin typeface="Segoe UI"/>
                <a:ea typeface="Segoe UI"/>
                <a:cs typeface="Segoe UI"/>
              </a:defRPr>
            </a:lvl7pPr>
            <a:lvl8pPr algn="l">
              <a:defRPr sz="1500" b="0">
                <a:solidFill>
                  <a:srgbClr val="52656B"/>
                </a:solidFill>
                <a:latin typeface="Segoe UI"/>
                <a:ea typeface="Segoe UI"/>
                <a:cs typeface="Segoe UI"/>
              </a:defRPr>
            </a:lvl8pPr>
            <a:lvl9pPr algn="l">
              <a:defRPr sz="1500" b="0">
                <a:solidFill>
                  <a:srgbClr val="52656B"/>
                </a:solidFill>
                <a:latin typeface="Segoe UI"/>
                <a:ea typeface="Segoe UI"/>
                <a:cs typeface="Segoe UI"/>
              </a:defRPr>
            </a:lvl9pPr>
          </a:lstStyle>
          <a:p xmlns:a="http://schemas.openxmlformats.org/drawingml/2006/main">
            <a:pPr algn="l">
              <a:lnSpc>
                <a:spcPct val="100000"/>
              </a:lnSpc>
              <a:buNone/>
              <a:defRPr sz="1500" b="0">
                <a:solidFill>
                  <a:srgbClr val="52656B"/>
                </a:solidFill>
                <a:latin typeface="Segoe UI"/>
                <a:ea typeface="Segoe UI"/>
                <a:cs typeface="Segoe UI"/>
              </a:defRPr>
            </a:pPr>
            <a:r>
              <a:rPr sz="1500" b="0">
                <a:solidFill>
                  <a:srgbClr val="52656B"/>
                </a:solidFill>
                <a:latin typeface="Segoe UI"/>
                <a:ea typeface="Segoe UI"/>
                <a:cs typeface="Segoe UI"/>
              </a:rPr>
              <a:t>Fictional retailer, people, dialogue and workflow. No measured customer results.</a:t>
            </a:r>
          </a:p>
          <a:p xmlns:a="http://schemas.openxmlformats.org/drawingml/2006/main">
            <a:pPr algn="l">
              <a:lnSpc>
                <a:spcPct val="100000"/>
              </a:lnSpc>
              <a:buNone/>
              <a:defRPr sz="1500" b="0">
                <a:solidFill>
                  <a:srgbClr val="52656B"/>
                </a:solidFill>
                <a:latin typeface="Segoe UI"/>
                <a:ea typeface="Segoe UI"/>
                <a:cs typeface="Segoe UI"/>
              </a:defRPr>
            </a:pPr>
            <a:r>
              <a:rPr sz="1500" b="0">
                <a:solidFill>
                  <a:srgbClr val="52656B"/>
                </a:solidFill>
                <a:latin typeface="Segoe UI"/>
                <a:ea typeface="Segoe UI"/>
                <a:cs typeface="Segoe UI"/>
              </a:rPr>
              <a:t>Generated scene illustrations. Independent concept, not official Microsoft material.</a:t>
            </a:r>
          </a:p>
        </p:txBody>
      </p:sp>
      <p:sp>
        <p:nvSpPr>
          <p:cNvPr id="16" name="">
            <a:extLst xmlns:a="http://schemas.openxmlformats.org/drawingml/2006/main">
              <a:ext uri="{FF2B5EF4-FFF2-40B4-BE49-F238E27FC236}">
                <a16:creationId xmlns:a16="http://schemas.microsoft.com/office/drawing/2014/main" id="{48AB9381-0EFF-455D-8953-85E0E019A037}"/>
              </a:ext>
            </a:extLst>
          </p:cNvPr>
          <p:cNvSpPr>
            <a:spLocks xmlns:a="http://schemas.openxmlformats.org/drawingml/2006/main" noGrp="1"/>
          </p:cNvSpPr>
          <p:nvPr/>
        </p:nvSpPr>
        <p:spPr>
          <a:xfrm xmlns:a="http://schemas.openxmlformats.org/drawingml/2006/main">
            <a:off x="609600" y="6477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2656B"/>
                </a:solidFill>
                <a:latin typeface="Segoe UI"/>
                <a:ea typeface="Segoe UI"/>
                <a:cs typeface="Segoe UI"/>
              </a:defRPr>
            </a:defPPr>
            <a:lvl1pPr algn="l">
              <a:defRPr sz="900" b="0">
                <a:solidFill>
                  <a:srgbClr val="52656B"/>
                </a:solidFill>
                <a:latin typeface="Segoe UI"/>
                <a:ea typeface="Segoe UI"/>
                <a:cs typeface="Segoe UI"/>
              </a:defRPr>
            </a:lvl1pPr>
            <a:lvl2pPr algn="l">
              <a:defRPr sz="900" b="0">
                <a:solidFill>
                  <a:srgbClr val="52656B"/>
                </a:solidFill>
                <a:latin typeface="Segoe UI"/>
                <a:ea typeface="Segoe UI"/>
                <a:cs typeface="Segoe UI"/>
              </a:defRPr>
            </a:lvl2pPr>
            <a:lvl3pPr algn="l">
              <a:defRPr sz="900" b="0">
                <a:solidFill>
                  <a:srgbClr val="52656B"/>
                </a:solidFill>
                <a:latin typeface="Segoe UI"/>
                <a:ea typeface="Segoe UI"/>
                <a:cs typeface="Segoe UI"/>
              </a:defRPr>
            </a:lvl3pPr>
            <a:lvl4pPr algn="l">
              <a:defRPr sz="900" b="0">
                <a:solidFill>
                  <a:srgbClr val="52656B"/>
                </a:solidFill>
                <a:latin typeface="Segoe UI"/>
                <a:ea typeface="Segoe UI"/>
                <a:cs typeface="Segoe UI"/>
              </a:defRPr>
            </a:lvl4pPr>
            <a:lvl5pPr algn="l">
              <a:defRPr sz="900" b="0">
                <a:solidFill>
                  <a:srgbClr val="52656B"/>
                </a:solidFill>
                <a:latin typeface="Segoe UI"/>
                <a:ea typeface="Segoe UI"/>
                <a:cs typeface="Segoe UI"/>
              </a:defRPr>
            </a:lvl5pPr>
            <a:lvl6pPr algn="l">
              <a:defRPr sz="900" b="0">
                <a:solidFill>
                  <a:srgbClr val="52656B"/>
                </a:solidFill>
                <a:latin typeface="Segoe UI"/>
                <a:ea typeface="Segoe UI"/>
                <a:cs typeface="Segoe UI"/>
              </a:defRPr>
            </a:lvl6pPr>
            <a:lvl7pPr algn="l">
              <a:defRPr sz="900" b="0">
                <a:solidFill>
                  <a:srgbClr val="52656B"/>
                </a:solidFill>
                <a:latin typeface="Segoe UI"/>
                <a:ea typeface="Segoe UI"/>
                <a:cs typeface="Segoe UI"/>
              </a:defRPr>
            </a:lvl7pPr>
            <a:lvl8pPr algn="l">
              <a:defRPr sz="900" b="0">
                <a:solidFill>
                  <a:srgbClr val="52656B"/>
                </a:solidFill>
                <a:latin typeface="Segoe UI"/>
                <a:ea typeface="Segoe UI"/>
                <a:cs typeface="Segoe UI"/>
              </a:defRPr>
            </a:lvl8pPr>
            <a:lvl9pPr algn="l">
              <a:defRPr sz="900" b="0">
                <a:solidFill>
                  <a:srgbClr val="52656B"/>
                </a:solidFill>
                <a:latin typeface="Segoe UI"/>
                <a:ea typeface="Segoe UI"/>
                <a:cs typeface="Segoe UI"/>
              </a:defRPr>
            </a:lvl9pPr>
          </a:lstStyle>
          <a:p xmlns:a="http://schemas.openxmlformats.org/drawingml/2006/main">
            <a:pPr algn="l">
              <a:lnSpc>
                <a:spcPct val="100000"/>
              </a:lnSpc>
              <a:buNone/>
              <a:defRPr sz="900" b="0">
                <a:solidFill>
                  <a:srgbClr val="52656B"/>
                </a:solidFill>
                <a:latin typeface="Segoe UI"/>
                <a:ea typeface="Segoe UI"/>
                <a:cs typeface="Segoe UI"/>
              </a:defRPr>
            </a:pPr>
            <a:r>
              <a:rPr sz="900" b="0">
                <a:solidFill>
                  <a:srgbClr val="52656B"/>
                </a:solidFill>
                <a:latin typeface="Segoe UI"/>
                <a:ea typeface="Segoe UI"/>
                <a:cs typeface="Segoe UI"/>
              </a:rPr>
              <a:t>Independent concept</a:t>
            </a:r>
          </a:p>
        </p:txBody>
      </p:sp>
      <p:sp>
        <p:nvSpPr>
          <p:cNvPr id="17" name="">
            <a:extLst xmlns:a="http://schemas.openxmlformats.org/drawingml/2006/main">
              <a:ext uri="{FF2B5EF4-FFF2-40B4-BE49-F238E27FC236}">
                <a16:creationId xmlns:a16="http://schemas.microsoft.com/office/drawing/2014/main" id="{C3B83FA1-7E3B-4630-B863-79A5CC482439}"/>
              </a:ext>
            </a:extLst>
          </p:cNvPr>
          <p:cNvSpPr>
            <a:spLocks xmlns:a="http://schemas.openxmlformats.org/drawingml/2006/main" noGrp="1"/>
          </p:cNvSpPr>
          <p:nvPr/>
        </p:nvSpPr>
        <p:spPr>
          <a:xfrm xmlns:a="http://schemas.openxmlformats.org/drawingml/2006/main">
            <a:off x="11096625" y="64389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6B"/>
                </a:solidFill>
                <a:latin typeface="Segoe UI"/>
                <a:ea typeface="Segoe UI"/>
                <a:cs typeface="Segoe UI"/>
              </a:defRPr>
            </a:defPPr>
            <a:lvl1pPr algn="r">
              <a:defRPr sz="1200" b="0">
                <a:solidFill>
                  <a:srgbClr val="52656B"/>
                </a:solidFill>
                <a:latin typeface="Segoe UI"/>
                <a:ea typeface="Segoe UI"/>
                <a:cs typeface="Segoe UI"/>
              </a:defRPr>
            </a:lvl1pPr>
            <a:lvl2pPr algn="r">
              <a:defRPr sz="1200" b="0">
                <a:solidFill>
                  <a:srgbClr val="52656B"/>
                </a:solidFill>
                <a:latin typeface="Segoe UI"/>
                <a:ea typeface="Segoe UI"/>
                <a:cs typeface="Segoe UI"/>
              </a:defRPr>
            </a:lvl2pPr>
            <a:lvl3pPr algn="r">
              <a:defRPr sz="1200" b="0">
                <a:solidFill>
                  <a:srgbClr val="52656B"/>
                </a:solidFill>
                <a:latin typeface="Segoe UI"/>
                <a:ea typeface="Segoe UI"/>
                <a:cs typeface="Segoe UI"/>
              </a:defRPr>
            </a:lvl3pPr>
            <a:lvl4pPr algn="r">
              <a:defRPr sz="1200" b="0">
                <a:solidFill>
                  <a:srgbClr val="52656B"/>
                </a:solidFill>
                <a:latin typeface="Segoe UI"/>
                <a:ea typeface="Segoe UI"/>
                <a:cs typeface="Segoe UI"/>
              </a:defRPr>
            </a:lvl4pPr>
            <a:lvl5pPr algn="r">
              <a:defRPr sz="1200" b="0">
                <a:solidFill>
                  <a:srgbClr val="52656B"/>
                </a:solidFill>
                <a:latin typeface="Segoe UI"/>
                <a:ea typeface="Segoe UI"/>
                <a:cs typeface="Segoe UI"/>
              </a:defRPr>
            </a:lvl5pPr>
            <a:lvl6pPr algn="r">
              <a:defRPr sz="1200" b="0">
                <a:solidFill>
                  <a:srgbClr val="52656B"/>
                </a:solidFill>
                <a:latin typeface="Segoe UI"/>
                <a:ea typeface="Segoe UI"/>
                <a:cs typeface="Segoe UI"/>
              </a:defRPr>
            </a:lvl6pPr>
            <a:lvl7pPr algn="r">
              <a:defRPr sz="1200" b="0">
                <a:solidFill>
                  <a:srgbClr val="52656B"/>
                </a:solidFill>
                <a:latin typeface="Segoe UI"/>
                <a:ea typeface="Segoe UI"/>
                <a:cs typeface="Segoe UI"/>
              </a:defRPr>
            </a:lvl7pPr>
            <a:lvl8pPr algn="r">
              <a:defRPr sz="1200" b="0">
                <a:solidFill>
                  <a:srgbClr val="52656B"/>
                </a:solidFill>
                <a:latin typeface="Segoe UI"/>
                <a:ea typeface="Segoe UI"/>
                <a:cs typeface="Segoe UI"/>
              </a:defRPr>
            </a:lvl8pPr>
            <a:lvl9pPr algn="r">
              <a:defRPr sz="1200" b="0">
                <a:solidFill>
                  <a:srgbClr val="52656B"/>
                </a:solidFill>
                <a:latin typeface="Segoe UI"/>
                <a:ea typeface="Segoe UI"/>
                <a:cs typeface="Segoe UI"/>
              </a:defRPr>
            </a:lvl9pPr>
          </a:lstStyle>
          <a:p xmlns:a="http://schemas.openxmlformats.org/drawingml/2006/main">
            <a:pPr algn="r">
              <a:lnSpc>
                <a:spcPct val="100000"/>
              </a:lnSpc>
              <a:buNone/>
              <a:defRPr sz="1200" b="0">
                <a:solidFill>
                  <a:srgbClr val="52656B"/>
                </a:solidFill>
                <a:latin typeface="Segoe UI"/>
                <a:ea typeface="Segoe UI"/>
                <a:cs typeface="Segoe UI"/>
              </a:defRPr>
            </a:pPr>
            <a:r>
              <a:rPr sz="1200" b="0">
                <a:solidFill>
                  <a:srgbClr val="52656B"/>
                </a:solidFill>
                <a:latin typeface="Segoe UI"/>
                <a:ea typeface="Segoe UI"/>
                <a:cs typeface="Segoe UI"/>
              </a:rPr>
              <a:t>14</a:t>
            </a:r>
          </a:p>
        </p:txBody>
      </p:sp>
    </p:spTree>
    <p:extLst>
      <p:ext uri="{BB962C8B-B14F-4D97-AF65-F5344CB8AC3E}">
        <p14:creationId xmlns:p14="http://schemas.microsoft.com/office/powerpoint/2010/main" val="529203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2026-10-22T16:45:07.9510000Z</dcterms:created>
  <dcterms:modified xsi:type="dcterms:W3CDTF">2026-10-22T16:45:07.9520000Z</dcterms:modified>
</coreProperties>
</file>